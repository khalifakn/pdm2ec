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ags/tag1.xml" ContentType="application/vnd.openxmlformats-officedocument.presentationml.tags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77" r:id="rId17"/>
  </p:sldIdLst>
  <p:sldSz cx="9144000" cy="6858000" type="screen4x3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7AECAB-BD1F-4FBA-A6A5-0B80E3E3A33A}" v="51" dt="2026-01-14T11:32:10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3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i, Khalifa / Kuehne + Nagel / Tll MP-IT" userId="d680260d-e82b-41dc-b5a0-d24751bc5d5e" providerId="ADAL" clId="{E77AECAB-BD1F-4FBA-A6A5-0B80E3E3A33A}"/>
    <pc:docChg chg="undo custSel addSld delSld modSld addMainMaster">
      <pc:chgData name="Saidi, Khalifa / Kuehne + Nagel / Tll MP-IT" userId="d680260d-e82b-41dc-b5a0-d24751bc5d5e" providerId="ADAL" clId="{E77AECAB-BD1F-4FBA-A6A5-0B80E3E3A33A}" dt="2026-01-14T11:37:07.642" v="676"/>
      <pc:docMkLst>
        <pc:docMk/>
      </pc:docMkLst>
      <pc:sldChg chg="addSp delSp modSp mod modTransition modClrScheme chgLayout">
        <pc:chgData name="Saidi, Khalifa / Kuehne + Nagel / Tll MP-IT" userId="d680260d-e82b-41dc-b5a0-d24751bc5d5e" providerId="ADAL" clId="{E77AECAB-BD1F-4FBA-A6A5-0B80E3E3A33A}" dt="2026-01-14T09:47:26.537" v="11" actId="14100"/>
        <pc:sldMkLst>
          <pc:docMk/>
          <pc:sldMk cId="0" sldId="256"/>
        </pc:sldMkLst>
        <pc:spChg chg="mod">
          <ac:chgData name="Saidi, Khalifa / Kuehne + Nagel / Tll MP-IT" userId="d680260d-e82b-41dc-b5a0-d24751bc5d5e" providerId="ADAL" clId="{E77AECAB-BD1F-4FBA-A6A5-0B80E3E3A33A}" dt="2026-01-14T09:47:26.537" v="11" actId="14100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Saidi, Khalifa / Kuehne + Nagel / Tll MP-IT" userId="d680260d-e82b-41dc-b5a0-d24751bc5d5e" providerId="ADAL" clId="{E77AECAB-BD1F-4FBA-A6A5-0B80E3E3A33A}" dt="2026-01-14T09:47:03.730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09:47:05.376" v="2" actId="478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E77AECAB-BD1F-4FBA-A6A5-0B80E3E3A33A}" dt="2026-01-14T09:47:07.622" v="3" actId="478"/>
          <ac:spMkLst>
            <pc:docMk/>
            <pc:sldMk cId="0" sldId="256"/>
            <ac:spMk id="6" creationId="{8F14F57F-44A8-D2D9-7A5C-8B840B532346}"/>
          </ac:spMkLst>
        </pc:spChg>
        <pc:spChg chg="add del mod">
          <ac:chgData name="Saidi, Khalifa / Kuehne + Nagel / Tll MP-IT" userId="d680260d-e82b-41dc-b5a0-d24751bc5d5e" providerId="ADAL" clId="{E77AECAB-BD1F-4FBA-A6A5-0B80E3E3A33A}" dt="2026-01-14T09:47:14.326" v="5" actId="478"/>
          <ac:spMkLst>
            <pc:docMk/>
            <pc:sldMk cId="0" sldId="256"/>
            <ac:spMk id="7" creationId="{49B2F60E-F7F0-D5FE-FB41-EBC4DCFBE2EE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28:00.851" v="526"/>
        <pc:sldMkLst>
          <pc:docMk/>
          <pc:sldMk cId="0" sldId="257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28:00.851" v="526"/>
          <ac:spMkLst>
            <pc:docMk/>
            <pc:sldMk cId="0" sldId="257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09:48:00.184" v="12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0:57:42.863" v="191" actId="1076"/>
        <pc:sldMkLst>
          <pc:docMk/>
          <pc:sldMk cId="0" sldId="258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0:57:42.863" v="191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0:57:03.659" v="186" actId="478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Saidi, Khalifa / Kuehne + Nagel / Tll MP-IT" userId="d680260d-e82b-41dc-b5a0-d24751bc5d5e" providerId="ADAL" clId="{E77AECAB-BD1F-4FBA-A6A5-0B80E3E3A33A}" dt="2026-01-14T11:14:37.536" v="465"/>
        <pc:sldMkLst>
          <pc:docMk/>
          <pc:sldMk cId="0" sldId="259"/>
        </pc:sldMkLst>
        <pc:spChg chg="mod">
          <ac:chgData name="Saidi, Khalifa / Kuehne + Nagel / Tll MP-IT" userId="d680260d-e82b-41dc-b5a0-d24751bc5d5e" providerId="ADAL" clId="{E77AECAB-BD1F-4FBA-A6A5-0B80E3E3A33A}" dt="2026-01-14T09:51:19.349" v="62" actId="26606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Saidi, Khalifa / Kuehne + Nagel / Tll MP-IT" userId="d680260d-e82b-41dc-b5a0-d24751bc5d5e" providerId="ADAL" clId="{E77AECAB-BD1F-4FBA-A6A5-0B80E3E3A33A}" dt="2026-01-14T11:14:37.536" v="465"/>
          <ac:spMkLst>
            <pc:docMk/>
            <pc:sldMk cId="0" sldId="259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09:49:59.612" v="48" actId="478"/>
          <ac:spMkLst>
            <pc:docMk/>
            <pc:sldMk cId="0" sldId="259"/>
            <ac:spMk id="4" creationId="{00000000-0000-0000-0000-000000000000}"/>
          </ac:spMkLst>
        </pc:spChg>
        <pc:graphicFrameChg chg="add del">
          <ac:chgData name="Saidi, Khalifa / Kuehne + Nagel / Tll MP-IT" userId="d680260d-e82b-41dc-b5a0-d24751bc5d5e" providerId="ADAL" clId="{E77AECAB-BD1F-4FBA-A6A5-0B80E3E3A33A}" dt="2026-01-14T09:51:19.349" v="62" actId="26606"/>
          <ac:graphicFrameMkLst>
            <pc:docMk/>
            <pc:sldMk cId="0" sldId="259"/>
            <ac:graphicFrameMk id="5" creationId="{CA73984C-E11A-2A4B-8724-42ABB96F876D}"/>
          </ac:graphicFrameMkLst>
        </pc:graphicFrameChg>
      </pc:sldChg>
      <pc:sldChg chg="delSp modSp mod modNotes">
        <pc:chgData name="Saidi, Khalifa / Kuehne + Nagel / Tll MP-IT" userId="d680260d-e82b-41dc-b5a0-d24751bc5d5e" providerId="ADAL" clId="{E77AECAB-BD1F-4FBA-A6A5-0B80E3E3A33A}" dt="2026-01-14T11:28:00.851" v="526"/>
        <pc:sldMkLst>
          <pc:docMk/>
          <pc:sldMk cId="0" sldId="260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28:00.851" v="526"/>
          <ac:spMkLst>
            <pc:docMk/>
            <pc:sldMk cId="0" sldId="260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09:55:29.439" v="131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28:00.851" v="526"/>
        <pc:sldMkLst>
          <pc:docMk/>
          <pc:sldMk cId="0" sldId="261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28:00.851" v="526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Saidi, Khalifa / Kuehne + Nagel / Tll MP-IT" userId="d680260d-e82b-41dc-b5a0-d24751bc5d5e" providerId="ADAL" clId="{E77AECAB-BD1F-4FBA-A6A5-0B80E3E3A33A}" dt="2026-01-14T10:59:34.492" v="240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28:00.851" v="526"/>
        <pc:sldMkLst>
          <pc:docMk/>
          <pc:sldMk cId="0" sldId="262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28:00.851" v="526"/>
          <ac:spMkLst>
            <pc:docMk/>
            <pc:sldMk cId="0" sldId="262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03:15.932" v="354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28:00.851" v="526"/>
        <pc:sldMkLst>
          <pc:docMk/>
          <pc:sldMk cId="0" sldId="263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28:00.851" v="526"/>
          <ac:spMkLst>
            <pc:docMk/>
            <pc:sldMk cId="0" sldId="263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05:58.168" v="409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Sp mod modNotes">
        <pc:chgData name="Saidi, Khalifa / Kuehne + Nagel / Tll MP-IT" userId="d680260d-e82b-41dc-b5a0-d24751bc5d5e" providerId="ADAL" clId="{E77AECAB-BD1F-4FBA-A6A5-0B80E3E3A33A}" dt="2026-01-14T11:14:37.536" v="465"/>
        <pc:sldMkLst>
          <pc:docMk/>
          <pc:sldMk cId="0" sldId="264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14:37.536" v="465"/>
          <ac:spMkLst>
            <pc:docMk/>
            <pc:sldMk cId="0" sldId="264"/>
            <ac:spMk id="3" creationId="{00000000-0000-0000-0000-000000000000}"/>
          </ac:spMkLst>
        </pc:spChg>
        <pc:spChg chg="del mod">
          <ac:chgData name="Saidi, Khalifa / Kuehne + Nagel / Tll MP-IT" userId="d680260d-e82b-41dc-b5a0-d24751bc5d5e" providerId="ADAL" clId="{E77AECAB-BD1F-4FBA-A6A5-0B80E3E3A33A}" dt="2026-01-14T11:10:00.505" v="442" actId="478"/>
          <ac:spMkLst>
            <pc:docMk/>
            <pc:sldMk cId="0" sldId="264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15:05.831" v="466" actId="478"/>
        <pc:sldMkLst>
          <pc:docMk/>
          <pc:sldMk cId="0" sldId="265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14:37.536" v="465"/>
          <ac:spMkLst>
            <pc:docMk/>
            <pc:sldMk cId="0" sldId="265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15:05.831" v="466" actId="478"/>
          <ac:spMkLst>
            <pc:docMk/>
            <pc:sldMk cId="0" sldId="265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22:21.372" v="494" actId="20577"/>
        <pc:sldMkLst>
          <pc:docMk/>
          <pc:sldMk cId="0" sldId="266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22:21.372" v="494" actId="20577"/>
          <ac:spMkLst>
            <pc:docMk/>
            <pc:sldMk cId="0" sldId="266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18:15.299" v="492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33:13.231" v="660" actId="1076"/>
        <pc:sldMkLst>
          <pc:docMk/>
          <pc:sldMk cId="0" sldId="267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3:13.231" v="660" actId="1076"/>
          <ac:spMkLst>
            <pc:docMk/>
            <pc:sldMk cId="0" sldId="267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24:15.684" v="496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Sp mod">
        <pc:chgData name="Saidi, Khalifa / Kuehne + Nagel / Tll MP-IT" userId="d680260d-e82b-41dc-b5a0-d24751bc5d5e" providerId="ADAL" clId="{E77AECAB-BD1F-4FBA-A6A5-0B80E3E3A33A}" dt="2026-01-14T11:30:27.840" v="547" actId="20577"/>
        <pc:sldMkLst>
          <pc:docMk/>
          <pc:sldMk cId="0" sldId="268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0:27.840" v="547" actId="20577"/>
          <ac:spMkLst>
            <pc:docMk/>
            <pc:sldMk cId="0" sldId="268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28:39.109" v="539" actId="478"/>
          <ac:spMkLst>
            <pc:docMk/>
            <pc:sldMk cId="0" sldId="268"/>
            <ac:spMk id="4" creationId="{00000000-0000-0000-0000-000000000000}"/>
          </ac:spMkLst>
        </pc:spChg>
      </pc:sldChg>
      <pc:sldChg chg="modSp del mod">
        <pc:chgData name="Saidi, Khalifa / Kuehne + Nagel / Tll MP-IT" userId="d680260d-e82b-41dc-b5a0-d24751bc5d5e" providerId="ADAL" clId="{E77AECAB-BD1F-4FBA-A6A5-0B80E3E3A33A}" dt="2026-01-14T11:33:51.437" v="661" actId="2696"/>
        <pc:sldMkLst>
          <pc:docMk/>
          <pc:sldMk cId="0" sldId="269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3:09.449" v="659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del modNotes">
        <pc:chgData name="Saidi, Khalifa / Kuehne + Nagel / Tll MP-IT" userId="d680260d-e82b-41dc-b5a0-d24751bc5d5e" providerId="ADAL" clId="{E77AECAB-BD1F-4FBA-A6A5-0B80E3E3A33A}" dt="2026-01-14T11:33:56.136" v="662" actId="2696"/>
        <pc:sldMkLst>
          <pc:docMk/>
          <pc:sldMk cId="0" sldId="270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10:44.634" v="445"/>
          <ac:spMkLst>
            <pc:docMk/>
            <pc:sldMk cId="0" sldId="270"/>
            <ac:spMk id="3" creationId="{00000000-0000-0000-0000-000000000000}"/>
          </ac:spMkLst>
        </pc:spChg>
      </pc:sldChg>
      <pc:sldChg chg="modSp del mod">
        <pc:chgData name="Saidi, Khalifa / Kuehne + Nagel / Tll MP-IT" userId="d680260d-e82b-41dc-b5a0-d24751bc5d5e" providerId="ADAL" clId="{E77AECAB-BD1F-4FBA-A6A5-0B80E3E3A33A}" dt="2026-01-14T11:34:28.836" v="666" actId="2696"/>
        <pc:sldMkLst>
          <pc:docMk/>
          <pc:sldMk cId="0" sldId="271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71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4:18.598" v="665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del mod">
        <pc:chgData name="Saidi, Khalifa / Kuehne + Nagel / Tll MP-IT" userId="d680260d-e82b-41dc-b5a0-d24751bc5d5e" providerId="ADAL" clId="{E77AECAB-BD1F-4FBA-A6A5-0B80E3E3A33A}" dt="2026-01-14T11:35:17.385" v="668" actId="2696"/>
        <pc:sldMkLst>
          <pc:docMk/>
          <pc:sldMk cId="0" sldId="272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4:50.737" v="667" actId="1076"/>
          <ac:spMkLst>
            <pc:docMk/>
            <pc:sldMk cId="0" sldId="272"/>
            <ac:spMk id="3" creationId="{00000000-0000-0000-0000-000000000000}"/>
          </ac:spMkLst>
        </pc:spChg>
      </pc:sldChg>
      <pc:sldChg chg="modSp del mod">
        <pc:chgData name="Saidi, Khalifa / Kuehne + Nagel / Tll MP-IT" userId="d680260d-e82b-41dc-b5a0-d24751bc5d5e" providerId="ADAL" clId="{E77AECAB-BD1F-4FBA-A6A5-0B80E3E3A33A}" dt="2026-01-14T11:35:47.264" v="670" actId="2696"/>
        <pc:sldMkLst>
          <pc:docMk/>
          <pc:sldMk cId="0" sldId="273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73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5:30.176" v="669" actId="1076"/>
          <ac:spMkLst>
            <pc:docMk/>
            <pc:sldMk cId="0" sldId="273"/>
            <ac:spMk id="3" creationId="{00000000-0000-0000-0000-000000000000}"/>
          </ac:spMkLst>
        </pc:spChg>
      </pc:sldChg>
      <pc:sldChg chg="delSp modSp del mod">
        <pc:chgData name="Saidi, Khalifa / Kuehne + Nagel / Tll MP-IT" userId="d680260d-e82b-41dc-b5a0-d24751bc5d5e" providerId="ADAL" clId="{E77AECAB-BD1F-4FBA-A6A5-0B80E3E3A33A}" dt="2026-01-14T11:36:15.707" v="673" actId="2696"/>
        <pc:sldMkLst>
          <pc:docMk/>
          <pc:sldMk cId="0" sldId="274"/>
        </pc:sldMkLst>
        <pc:spChg chg="mod">
          <ac:chgData name="Saidi, Khalifa / Kuehne + Nagel / Tll MP-IT" userId="d680260d-e82b-41dc-b5a0-d24751bc5d5e" providerId="ADAL" clId="{E77AECAB-BD1F-4FBA-A6A5-0B80E3E3A33A}" dt="2026-01-14T09:46:55.230" v="0"/>
          <ac:spMkLst>
            <pc:docMk/>
            <pc:sldMk cId="0" sldId="274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5:51.941" v="671" actId="1076"/>
          <ac:spMkLst>
            <pc:docMk/>
            <pc:sldMk cId="0" sldId="274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35:54.197" v="672" actId="478"/>
          <ac:spMkLst>
            <pc:docMk/>
            <pc:sldMk cId="0" sldId="274"/>
            <ac:spMk id="4" creationId="{00000000-0000-0000-0000-000000000000}"/>
          </ac:spMkLst>
        </pc:spChg>
      </pc:sldChg>
      <pc:sldChg chg="delSp modSp del mod modNotes">
        <pc:chgData name="Saidi, Khalifa / Kuehne + Nagel / Tll MP-IT" userId="d680260d-e82b-41dc-b5a0-d24751bc5d5e" providerId="ADAL" clId="{E77AECAB-BD1F-4FBA-A6A5-0B80E3E3A33A}" dt="2026-01-14T11:36:26.093" v="674" actId="2696"/>
        <pc:sldMkLst>
          <pc:docMk/>
          <pc:sldMk cId="0" sldId="275"/>
        </pc:sldMkLst>
        <pc:spChg chg="mod">
          <ac:chgData name="Saidi, Khalifa / Kuehne + Nagel / Tll MP-IT" userId="d680260d-e82b-41dc-b5a0-d24751bc5d5e" providerId="ADAL" clId="{E77AECAB-BD1F-4FBA-A6A5-0B80E3E3A33A}" dt="2026-01-14T11:14:37.536" v="465"/>
          <ac:spMkLst>
            <pc:docMk/>
            <pc:sldMk cId="0" sldId="275"/>
            <ac:spMk id="2" creationId="{00000000-0000-0000-0000-000000000000}"/>
          </ac:spMkLst>
        </pc:spChg>
        <pc:spChg chg="mod">
          <ac:chgData name="Saidi, Khalifa / Kuehne + Nagel / Tll MP-IT" userId="d680260d-e82b-41dc-b5a0-d24751bc5d5e" providerId="ADAL" clId="{E77AECAB-BD1F-4FBA-A6A5-0B80E3E3A33A}" dt="2026-01-14T11:01:59.167" v="297" actId="1076"/>
          <ac:spMkLst>
            <pc:docMk/>
            <pc:sldMk cId="0" sldId="275"/>
            <ac:spMk id="3" creationId="{00000000-0000-0000-0000-000000000000}"/>
          </ac:spMkLst>
        </pc:spChg>
        <pc:spChg chg="del">
          <ac:chgData name="Saidi, Khalifa / Kuehne + Nagel / Tll MP-IT" userId="d680260d-e82b-41dc-b5a0-d24751bc5d5e" providerId="ADAL" clId="{E77AECAB-BD1F-4FBA-A6A5-0B80E3E3A33A}" dt="2026-01-14T11:02:00.941" v="298" actId="478"/>
          <ac:spMkLst>
            <pc:docMk/>
            <pc:sldMk cId="0" sldId="275"/>
            <ac:spMk id="4" creationId="{00000000-0000-0000-0000-000000000000}"/>
          </ac:spMkLst>
        </pc:spChg>
      </pc:sldChg>
      <pc:sldChg chg="modSp add mod">
        <pc:chgData name="Saidi, Khalifa / Kuehne + Nagel / Tll MP-IT" userId="d680260d-e82b-41dc-b5a0-d24751bc5d5e" providerId="ADAL" clId="{E77AECAB-BD1F-4FBA-A6A5-0B80E3E3A33A}" dt="2026-01-14T11:32:42.271" v="652" actId="1076"/>
        <pc:sldMkLst>
          <pc:docMk/>
          <pc:sldMk cId="3904302941" sldId="276"/>
        </pc:sldMkLst>
        <pc:spChg chg="mod">
          <ac:chgData name="Saidi, Khalifa / Kuehne + Nagel / Tll MP-IT" userId="d680260d-e82b-41dc-b5a0-d24751bc5d5e" providerId="ADAL" clId="{E77AECAB-BD1F-4FBA-A6A5-0B80E3E3A33A}" dt="2026-01-14T11:31:09.980" v="562" actId="20577"/>
          <ac:spMkLst>
            <pc:docMk/>
            <pc:sldMk cId="3904302941" sldId="276"/>
            <ac:spMk id="2" creationId="{D01C2C1A-2889-27DC-74B3-F9854F9876AE}"/>
          </ac:spMkLst>
        </pc:spChg>
        <pc:spChg chg="mod">
          <ac:chgData name="Saidi, Khalifa / Kuehne + Nagel / Tll MP-IT" userId="d680260d-e82b-41dc-b5a0-d24751bc5d5e" providerId="ADAL" clId="{E77AECAB-BD1F-4FBA-A6A5-0B80E3E3A33A}" dt="2026-01-14T11:32:42.271" v="652" actId="1076"/>
          <ac:spMkLst>
            <pc:docMk/>
            <pc:sldMk cId="3904302941" sldId="276"/>
            <ac:spMk id="3" creationId="{0673FB4B-0D7C-9F95-2431-264D813F41E6}"/>
          </ac:spMkLst>
        </pc:spChg>
      </pc:sldChg>
      <pc:sldChg chg="add">
        <pc:chgData name="Saidi, Khalifa / Kuehne + Nagel / Tll MP-IT" userId="d680260d-e82b-41dc-b5a0-d24751bc5d5e" providerId="ADAL" clId="{E77AECAB-BD1F-4FBA-A6A5-0B80E3E3A33A}" dt="2026-01-14T11:37:07.642" v="676"/>
        <pc:sldMkLst>
          <pc:docMk/>
          <pc:sldMk cId="749587648" sldId="277"/>
        </pc:sldMkLst>
      </pc:sldChg>
      <pc:sldMasterChg chg="add addSldLayout">
        <pc:chgData name="Saidi, Khalifa / Kuehne + Nagel / Tll MP-IT" userId="d680260d-e82b-41dc-b5a0-d24751bc5d5e" providerId="ADAL" clId="{E77AECAB-BD1F-4FBA-A6A5-0B80E3E3A33A}" dt="2026-01-14T11:37:07.637" v="675" actId="27028"/>
        <pc:sldMasterMkLst>
          <pc:docMk/>
          <pc:sldMasterMk cId="2142835156" sldId="2147483648"/>
        </pc:sldMasterMkLst>
        <pc:sldLayoutChg chg="add">
          <pc:chgData name="Saidi, Khalifa / Kuehne + Nagel / Tll MP-IT" userId="d680260d-e82b-41dc-b5a0-d24751bc5d5e" providerId="ADAL" clId="{E77AECAB-BD1F-4FBA-A6A5-0B80E3E3A33A}" dt="2026-01-14T11:37:07.637" v="675" actId="27028"/>
          <pc:sldLayoutMkLst>
            <pc:docMk/>
            <pc:sldMasterMk cId="2142835156" sldId="2147483648"/>
            <pc:sldLayoutMk cId="3972558133" sldId="214748379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65DE8-FDC2-4C0C-A953-78FE2DDDEF6F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55A77-347D-42F1-B83C-7DE0B327F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5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Introduction to SAP entities processed by pdm2ec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Processing order is critical for dependency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is the foundation entity - must be created before employment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PerPerson is the minimal person record </a:t>
            </a:r>
            <a:r>
              <a:rPr lang="en-US" dirty="0"/>
              <a:t>Required</a:t>
            </a:r>
            <a:r>
              <a:rPr dirty="0"/>
              <a:t> by SAP.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PerPersonal extends PerPerson with demographic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PerEmail has complex business logic for managing primary emails.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PerPhone manages all phone contact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EmpEmployment is the employment contract - </a:t>
            </a:r>
            <a:r>
              <a:rPr lang="en-US" dirty="0"/>
              <a:t>Required</a:t>
            </a:r>
            <a:r>
              <a:rPr dirty="0"/>
              <a:t> before job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EmpJob is the primary work assignment entity with manager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PositionMatrixRelationships handles non-direct reporting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EmpJobRelationships is similar to PositionMatrixRelationships but uses userId instead of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Termination entity is used by DisableUsersProcessor for employee exits.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E247-FFAF-EEC9-316F-2DF7727F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C3DDE-DE81-5CA7-299F-553D79DB8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5A45E-E6CF-C919-6FCE-34E124449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Termination entity is used by DisableUsersProcessor for employee exits.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F60C6-D2D7-B0E1-EB43-77527E86B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96447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BA0A77-9B01-C145-A2C6-946331995F8E}" type="slidenum">
              <a:rPr lang="x-none" smtClean="0"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061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image_light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3" name="overlay">
            <a:extLst>
              <a:ext uri="{FF2B5EF4-FFF2-40B4-BE49-F238E27FC236}">
                <a16:creationId xmlns:a16="http://schemas.microsoft.com/office/drawing/2014/main" id="{29E87C8D-DF2F-8985-FB06-88035B25C6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33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2D6A577-6802-5048-0308-F17DF8931039}"/>
              </a:ext>
            </a:extLst>
          </p:cNvPr>
          <p:cNvSpPr>
            <a:spLocks noEditPoints="1"/>
          </p:cNvSpPr>
          <p:nvPr/>
        </p:nvSpPr>
        <p:spPr bwMode="auto">
          <a:xfrm>
            <a:off x="6658104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rgbClr val="0033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28EB8D0-4D10-F403-8AEC-1BA111CDC4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2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Additional presenter information 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CB3DD51E-5D50-D830-0423-6E8F941F3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486D357-42EC-FEDB-A9F0-DFBE67D53F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 dirty="0"/>
              <a:t>Enter 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947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image_dark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2D6A577-6802-5048-0308-F17DF8931039}"/>
              </a:ext>
            </a:extLst>
          </p:cNvPr>
          <p:cNvSpPr>
            <a:spLocks noEditPoints="1"/>
          </p:cNvSpPr>
          <p:nvPr/>
        </p:nvSpPr>
        <p:spPr bwMode="auto">
          <a:xfrm>
            <a:off x="6658104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rgbClr val="0033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4" name="overlay">
            <a:extLst>
              <a:ext uri="{FF2B5EF4-FFF2-40B4-BE49-F238E27FC236}">
                <a16:creationId xmlns:a16="http://schemas.microsoft.com/office/drawing/2014/main" id="{52EECBE4-3A6F-1BD0-DEF8-5EFB5762F8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3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38C44A-FE10-43DE-8646-CCF77F864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 dirty="0"/>
              <a:t>Enter presentation title 36pt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DEC66D8-3FA9-8C52-B796-ECC7CCC1E1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Additional presenter information 18pt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42E956-86AA-AF79-04A9-64C88D0BE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light_image_light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A78F6C-1040-24C5-9C8E-32EB44FE413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overlay">
            <a:extLst>
              <a:ext uri="{FF2B5EF4-FFF2-40B4-BE49-F238E27FC236}">
                <a16:creationId xmlns:a16="http://schemas.microsoft.com/office/drawing/2014/main" id="{820665D9-6F2A-399E-00A1-5BA7838B16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33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0B5C79E-4A28-4B13-1DF4-344A49EA76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Additional presenter information 18pt 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2DA19D1-E599-4B43-ACBA-3DECFEA4640C}"/>
              </a:ext>
            </a:extLst>
          </p:cNvPr>
          <p:cNvSpPr>
            <a:spLocks noEditPoints="1"/>
          </p:cNvSpPr>
          <p:nvPr/>
        </p:nvSpPr>
        <p:spPr bwMode="auto">
          <a:xfrm>
            <a:off x="6655595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38C44A-FE10-43DE-8646-CCF77F864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/>
              <a:t>Enter presentation title 36pt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38C963-6FE7-4FE6-DCDF-A2C1AAF51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8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slide_image_dark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A78F6C-1040-24C5-9C8E-32EB44FE413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0FE83B5-F917-9A5A-B8BA-DAC71860D8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" y="1"/>
            <a:ext cx="8730578" cy="4868863"/>
          </a:xfrm>
          <a:custGeom>
            <a:avLst/>
            <a:gdLst>
              <a:gd name="connsiteX0" fmla="*/ 0 w 11640771"/>
              <a:gd name="connsiteY0" fmla="*/ 0 h 4868863"/>
              <a:gd name="connsiteX1" fmla="*/ 11640771 w 11640771"/>
              <a:gd name="connsiteY1" fmla="*/ 0 h 4868863"/>
              <a:gd name="connsiteX2" fmla="*/ 11640771 w 11640771"/>
              <a:gd name="connsiteY2" fmla="*/ 4551415 h 4868863"/>
              <a:gd name="connsiteX3" fmla="*/ 11387298 w 11640771"/>
              <a:gd name="connsiteY3" fmla="*/ 4862416 h 4868863"/>
              <a:gd name="connsiteX4" fmla="*/ 11323341 w 11640771"/>
              <a:gd name="connsiteY4" fmla="*/ 4868863 h 4868863"/>
              <a:gd name="connsiteX5" fmla="*/ 0 w 11640771"/>
              <a:gd name="connsiteY5" fmla="*/ 4868863 h 48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40771" h="4868863">
                <a:moveTo>
                  <a:pt x="0" y="0"/>
                </a:moveTo>
                <a:lnTo>
                  <a:pt x="11640771" y="0"/>
                </a:lnTo>
                <a:lnTo>
                  <a:pt x="11640771" y="4551415"/>
                </a:lnTo>
                <a:cubicBezTo>
                  <a:pt x="11640771" y="4704823"/>
                  <a:pt x="11531955" y="4832815"/>
                  <a:pt x="11387298" y="4862416"/>
                </a:cubicBezTo>
                <a:lnTo>
                  <a:pt x="11323341" y="4868863"/>
                </a:lnTo>
                <a:lnTo>
                  <a:pt x="0" y="4868863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wrap="square" lIns="6228000" tIns="234000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overlay">
            <a:extLst>
              <a:ext uri="{FF2B5EF4-FFF2-40B4-BE49-F238E27FC236}">
                <a16:creationId xmlns:a16="http://schemas.microsoft.com/office/drawing/2014/main" id="{87185179-C300-6D51-E554-24999E52A7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1"/>
            <a:ext cx="4143246" cy="486886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3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38C44A-FE10-43DE-8646-CCF77F864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923593"/>
            <a:ext cx="3646021" cy="1065940"/>
          </a:xfrm>
        </p:spPr>
        <p:txBody>
          <a:bodyPr/>
          <a:lstStyle>
            <a:lvl1pPr>
              <a:defRPr lang="en-GB" sz="2700" b="1" kern="1200" baseline="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/>
              <a:t>Enter presentation title 36pt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2DA19D1-E599-4B43-ACBA-3DECFEA4640C}"/>
              </a:ext>
            </a:extLst>
          </p:cNvPr>
          <p:cNvSpPr>
            <a:spLocks noEditPoints="1"/>
          </p:cNvSpPr>
          <p:nvPr/>
        </p:nvSpPr>
        <p:spPr bwMode="auto">
          <a:xfrm>
            <a:off x="6655595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2145410"/>
            <a:ext cx="3646020" cy="165514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E20C6F-709E-B01F-8F20-0871B782F7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216" y="5193869"/>
            <a:ext cx="3634952" cy="74053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Additional presenter information 18pt </a:t>
            </a:r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6F25977-215D-19F8-FB80-68E2C80A5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4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_image_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5BEB0090-61C1-0A5D-C0DB-306A3C3FCA56}"/>
              </a:ext>
            </a:extLst>
          </p:cNvPr>
          <p:cNvSpPr>
            <a:spLocks noEditPoints="1"/>
          </p:cNvSpPr>
          <p:nvPr/>
        </p:nvSpPr>
        <p:spPr bwMode="auto">
          <a:xfrm>
            <a:off x="6658104" y="5754687"/>
            <a:ext cx="2075259" cy="554038"/>
          </a:xfrm>
          <a:custGeom>
            <a:avLst/>
            <a:gdLst>
              <a:gd name="T0" fmla="*/ 1566 w 1743"/>
              <a:gd name="T1" fmla="*/ 103 h 349"/>
              <a:gd name="T2" fmla="*/ 1580 w 1743"/>
              <a:gd name="T3" fmla="*/ 132 h 349"/>
              <a:gd name="T4" fmla="*/ 1549 w 1743"/>
              <a:gd name="T5" fmla="*/ 119 h 349"/>
              <a:gd name="T6" fmla="*/ 1506 w 1743"/>
              <a:gd name="T7" fmla="*/ 338 h 349"/>
              <a:gd name="T8" fmla="*/ 1599 w 1743"/>
              <a:gd name="T9" fmla="*/ 346 h 349"/>
              <a:gd name="T10" fmla="*/ 1657 w 1743"/>
              <a:gd name="T11" fmla="*/ 285 h 349"/>
              <a:gd name="T12" fmla="*/ 1612 w 1743"/>
              <a:gd name="T13" fmla="*/ 196 h 349"/>
              <a:gd name="T14" fmla="*/ 1605 w 1743"/>
              <a:gd name="T15" fmla="*/ 132 h 349"/>
              <a:gd name="T16" fmla="*/ 1595 w 1743"/>
              <a:gd name="T17" fmla="*/ 92 h 349"/>
              <a:gd name="T18" fmla="*/ 1551 w 1743"/>
              <a:gd name="T19" fmla="*/ 84 h 349"/>
              <a:gd name="T20" fmla="*/ 1526 w 1743"/>
              <a:gd name="T21" fmla="*/ 119 h 349"/>
              <a:gd name="T22" fmla="*/ 1522 w 1743"/>
              <a:gd name="T23" fmla="*/ 173 h 349"/>
              <a:gd name="T24" fmla="*/ 1492 w 1743"/>
              <a:gd name="T25" fmla="*/ 297 h 349"/>
              <a:gd name="T26" fmla="*/ 1399 w 1743"/>
              <a:gd name="T27" fmla="*/ 122 h 349"/>
              <a:gd name="T28" fmla="*/ 1469 w 1743"/>
              <a:gd name="T29" fmla="*/ 31 h 349"/>
              <a:gd name="T30" fmla="*/ 1568 w 1743"/>
              <a:gd name="T31" fmla="*/ 0 h 349"/>
              <a:gd name="T32" fmla="*/ 1678 w 1743"/>
              <a:gd name="T33" fmla="*/ 40 h 349"/>
              <a:gd name="T34" fmla="*/ 1740 w 1743"/>
              <a:gd name="T35" fmla="*/ 138 h 349"/>
              <a:gd name="T36" fmla="*/ 1731 w 1743"/>
              <a:gd name="T37" fmla="*/ 234 h 349"/>
              <a:gd name="T38" fmla="*/ 1685 w 1743"/>
              <a:gd name="T39" fmla="*/ 254 h 349"/>
              <a:gd name="T40" fmla="*/ 1711 w 1743"/>
              <a:gd name="T41" fmla="*/ 173 h 349"/>
              <a:gd name="T42" fmla="*/ 1686 w 1743"/>
              <a:gd name="T43" fmla="*/ 93 h 349"/>
              <a:gd name="T44" fmla="*/ 1609 w 1743"/>
              <a:gd name="T45" fmla="*/ 37 h 349"/>
              <a:gd name="T46" fmla="*/ 1525 w 1743"/>
              <a:gd name="T47" fmla="*/ 37 h 349"/>
              <a:gd name="T48" fmla="*/ 1449 w 1743"/>
              <a:gd name="T49" fmla="*/ 93 h 349"/>
              <a:gd name="T50" fmla="*/ 1425 w 1743"/>
              <a:gd name="T51" fmla="*/ 173 h 349"/>
              <a:gd name="T52" fmla="*/ 1449 w 1743"/>
              <a:gd name="T53" fmla="*/ 254 h 349"/>
              <a:gd name="T54" fmla="*/ 1403 w 1743"/>
              <a:gd name="T55" fmla="*/ 234 h 349"/>
              <a:gd name="T56" fmla="*/ 1240 w 1743"/>
              <a:gd name="T57" fmla="*/ 119 h 349"/>
              <a:gd name="T58" fmla="*/ 1219 w 1743"/>
              <a:gd name="T59" fmla="*/ 228 h 349"/>
              <a:gd name="T60" fmla="*/ 1167 w 1743"/>
              <a:gd name="T61" fmla="*/ 144 h 349"/>
              <a:gd name="T62" fmla="*/ 1016 w 1743"/>
              <a:gd name="T63" fmla="*/ 162 h 349"/>
              <a:gd name="T64" fmla="*/ 1068 w 1743"/>
              <a:gd name="T65" fmla="*/ 116 h 349"/>
              <a:gd name="T66" fmla="*/ 1110 w 1743"/>
              <a:gd name="T67" fmla="*/ 138 h 349"/>
              <a:gd name="T68" fmla="*/ 1074 w 1743"/>
              <a:gd name="T69" fmla="*/ 141 h 349"/>
              <a:gd name="T70" fmla="*/ 1048 w 1743"/>
              <a:gd name="T71" fmla="*/ 155 h 349"/>
              <a:gd name="T72" fmla="*/ 1054 w 1743"/>
              <a:gd name="T73" fmla="*/ 202 h 349"/>
              <a:gd name="T74" fmla="*/ 1088 w 1743"/>
              <a:gd name="T75" fmla="*/ 188 h 349"/>
              <a:gd name="T76" fmla="*/ 1094 w 1743"/>
              <a:gd name="T77" fmla="*/ 228 h 349"/>
              <a:gd name="T78" fmla="*/ 1030 w 1743"/>
              <a:gd name="T79" fmla="*/ 217 h 349"/>
              <a:gd name="T80" fmla="*/ 953 w 1743"/>
              <a:gd name="T81" fmla="*/ 148 h 349"/>
              <a:gd name="T82" fmla="*/ 981 w 1743"/>
              <a:gd name="T83" fmla="*/ 228 h 349"/>
              <a:gd name="T84" fmla="*/ 815 w 1743"/>
              <a:gd name="T85" fmla="*/ 164 h 349"/>
              <a:gd name="T86" fmla="*/ 789 w 1743"/>
              <a:gd name="T87" fmla="*/ 119 h 349"/>
              <a:gd name="T88" fmla="*/ 725 w 1743"/>
              <a:gd name="T89" fmla="*/ 171 h 349"/>
              <a:gd name="T90" fmla="*/ 666 w 1743"/>
              <a:gd name="T91" fmla="*/ 185 h 349"/>
              <a:gd name="T92" fmla="*/ 644 w 1743"/>
              <a:gd name="T93" fmla="*/ 162 h 349"/>
              <a:gd name="T94" fmla="*/ 450 w 1743"/>
              <a:gd name="T95" fmla="*/ 228 h 349"/>
              <a:gd name="T96" fmla="*/ 520 w 1743"/>
              <a:gd name="T97" fmla="*/ 184 h 349"/>
              <a:gd name="T98" fmla="*/ 397 w 1743"/>
              <a:gd name="T99" fmla="*/ 187 h 349"/>
              <a:gd name="T100" fmla="*/ 358 w 1743"/>
              <a:gd name="T101" fmla="*/ 119 h 349"/>
              <a:gd name="T102" fmla="*/ 254 w 1743"/>
              <a:gd name="T103" fmla="*/ 185 h 349"/>
              <a:gd name="T104" fmla="*/ 226 w 1743"/>
              <a:gd name="T105" fmla="*/ 119 h 349"/>
              <a:gd name="T106" fmla="*/ 121 w 1743"/>
              <a:gd name="T107" fmla="*/ 220 h 349"/>
              <a:gd name="T108" fmla="*/ 172 w 1743"/>
              <a:gd name="T109" fmla="*/ 230 h 349"/>
              <a:gd name="T110" fmla="*/ 201 w 1743"/>
              <a:gd name="T111" fmla="*/ 119 h 349"/>
              <a:gd name="T112" fmla="*/ 155 w 1743"/>
              <a:gd name="T113" fmla="*/ 207 h 349"/>
              <a:gd name="T114" fmla="*/ 108 w 1743"/>
              <a:gd name="T115" fmla="*/ 119 h 349"/>
              <a:gd name="T116" fmla="*/ 97 w 1743"/>
              <a:gd name="T117" fmla="*/ 228 h 349"/>
              <a:gd name="T118" fmla="*/ 0 w 1743"/>
              <a:gd name="T119" fmla="*/ 228 h 3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43" h="349">
                <a:moveTo>
                  <a:pt x="1549" y="119"/>
                </a:moveTo>
                <a:lnTo>
                  <a:pt x="1549" y="119"/>
                </a:lnTo>
                <a:lnTo>
                  <a:pt x="1551" y="113"/>
                </a:lnTo>
                <a:lnTo>
                  <a:pt x="1554" y="107"/>
                </a:lnTo>
                <a:lnTo>
                  <a:pt x="1560" y="104"/>
                </a:lnTo>
                <a:lnTo>
                  <a:pt x="1566" y="103"/>
                </a:lnTo>
                <a:lnTo>
                  <a:pt x="1566" y="103"/>
                </a:lnTo>
                <a:lnTo>
                  <a:pt x="1574" y="104"/>
                </a:lnTo>
                <a:lnTo>
                  <a:pt x="1580" y="107"/>
                </a:lnTo>
                <a:lnTo>
                  <a:pt x="1583" y="113"/>
                </a:lnTo>
                <a:lnTo>
                  <a:pt x="1585" y="119"/>
                </a:lnTo>
                <a:lnTo>
                  <a:pt x="1585" y="119"/>
                </a:lnTo>
                <a:lnTo>
                  <a:pt x="1583" y="127"/>
                </a:lnTo>
                <a:lnTo>
                  <a:pt x="1580" y="132"/>
                </a:lnTo>
                <a:lnTo>
                  <a:pt x="1574" y="136"/>
                </a:lnTo>
                <a:lnTo>
                  <a:pt x="1566" y="138"/>
                </a:lnTo>
                <a:lnTo>
                  <a:pt x="1566" y="138"/>
                </a:lnTo>
                <a:lnTo>
                  <a:pt x="1560" y="136"/>
                </a:lnTo>
                <a:lnTo>
                  <a:pt x="1554" y="132"/>
                </a:lnTo>
                <a:lnTo>
                  <a:pt x="1551" y="127"/>
                </a:lnTo>
                <a:lnTo>
                  <a:pt x="1549" y="119"/>
                </a:lnTo>
                <a:lnTo>
                  <a:pt x="1549" y="119"/>
                </a:lnTo>
                <a:close/>
                <a:moveTo>
                  <a:pt x="1454" y="308"/>
                </a:moveTo>
                <a:lnTo>
                  <a:pt x="1454" y="308"/>
                </a:lnTo>
                <a:lnTo>
                  <a:pt x="1466" y="317"/>
                </a:lnTo>
                <a:lnTo>
                  <a:pt x="1479" y="325"/>
                </a:lnTo>
                <a:lnTo>
                  <a:pt x="1492" y="332"/>
                </a:lnTo>
                <a:lnTo>
                  <a:pt x="1506" y="338"/>
                </a:lnTo>
                <a:lnTo>
                  <a:pt x="1522" y="343"/>
                </a:lnTo>
                <a:lnTo>
                  <a:pt x="1536" y="346"/>
                </a:lnTo>
                <a:lnTo>
                  <a:pt x="1551" y="347"/>
                </a:lnTo>
                <a:lnTo>
                  <a:pt x="1568" y="349"/>
                </a:lnTo>
                <a:lnTo>
                  <a:pt x="1568" y="349"/>
                </a:lnTo>
                <a:lnTo>
                  <a:pt x="1583" y="347"/>
                </a:lnTo>
                <a:lnTo>
                  <a:pt x="1599" y="346"/>
                </a:lnTo>
                <a:lnTo>
                  <a:pt x="1612" y="343"/>
                </a:lnTo>
                <a:lnTo>
                  <a:pt x="1628" y="338"/>
                </a:lnTo>
                <a:lnTo>
                  <a:pt x="1642" y="332"/>
                </a:lnTo>
                <a:lnTo>
                  <a:pt x="1655" y="325"/>
                </a:lnTo>
                <a:lnTo>
                  <a:pt x="1668" y="317"/>
                </a:lnTo>
                <a:lnTo>
                  <a:pt x="1680" y="308"/>
                </a:lnTo>
                <a:lnTo>
                  <a:pt x="1657" y="285"/>
                </a:lnTo>
                <a:lnTo>
                  <a:pt x="1657" y="285"/>
                </a:lnTo>
                <a:lnTo>
                  <a:pt x="1642" y="297"/>
                </a:lnTo>
                <a:lnTo>
                  <a:pt x="1623" y="308"/>
                </a:lnTo>
                <a:lnTo>
                  <a:pt x="1603" y="315"/>
                </a:lnTo>
                <a:lnTo>
                  <a:pt x="1583" y="318"/>
                </a:lnTo>
                <a:lnTo>
                  <a:pt x="1583" y="196"/>
                </a:lnTo>
                <a:lnTo>
                  <a:pt x="1612" y="196"/>
                </a:lnTo>
                <a:lnTo>
                  <a:pt x="1612" y="173"/>
                </a:lnTo>
                <a:lnTo>
                  <a:pt x="1583" y="173"/>
                </a:lnTo>
                <a:lnTo>
                  <a:pt x="1583" y="155"/>
                </a:lnTo>
                <a:lnTo>
                  <a:pt x="1583" y="155"/>
                </a:lnTo>
                <a:lnTo>
                  <a:pt x="1592" y="150"/>
                </a:lnTo>
                <a:lnTo>
                  <a:pt x="1600" y="142"/>
                </a:lnTo>
                <a:lnTo>
                  <a:pt x="1605" y="132"/>
                </a:lnTo>
                <a:lnTo>
                  <a:pt x="1606" y="126"/>
                </a:lnTo>
                <a:lnTo>
                  <a:pt x="1608" y="119"/>
                </a:lnTo>
                <a:lnTo>
                  <a:pt x="1608" y="119"/>
                </a:lnTo>
                <a:lnTo>
                  <a:pt x="1606" y="112"/>
                </a:lnTo>
                <a:lnTo>
                  <a:pt x="1605" y="104"/>
                </a:lnTo>
                <a:lnTo>
                  <a:pt x="1600" y="98"/>
                </a:lnTo>
                <a:lnTo>
                  <a:pt x="1595" y="92"/>
                </a:lnTo>
                <a:lnTo>
                  <a:pt x="1589" y="87"/>
                </a:lnTo>
                <a:lnTo>
                  <a:pt x="1583" y="84"/>
                </a:lnTo>
                <a:lnTo>
                  <a:pt x="1575" y="81"/>
                </a:lnTo>
                <a:lnTo>
                  <a:pt x="1568" y="81"/>
                </a:lnTo>
                <a:lnTo>
                  <a:pt x="1568" y="81"/>
                </a:lnTo>
                <a:lnTo>
                  <a:pt x="1559" y="81"/>
                </a:lnTo>
                <a:lnTo>
                  <a:pt x="1551" y="84"/>
                </a:lnTo>
                <a:lnTo>
                  <a:pt x="1545" y="87"/>
                </a:lnTo>
                <a:lnTo>
                  <a:pt x="1539" y="92"/>
                </a:lnTo>
                <a:lnTo>
                  <a:pt x="1534" y="98"/>
                </a:lnTo>
                <a:lnTo>
                  <a:pt x="1529" y="104"/>
                </a:lnTo>
                <a:lnTo>
                  <a:pt x="1528" y="112"/>
                </a:lnTo>
                <a:lnTo>
                  <a:pt x="1526" y="119"/>
                </a:lnTo>
                <a:lnTo>
                  <a:pt x="1526" y="119"/>
                </a:lnTo>
                <a:lnTo>
                  <a:pt x="1528" y="126"/>
                </a:lnTo>
                <a:lnTo>
                  <a:pt x="1529" y="132"/>
                </a:lnTo>
                <a:lnTo>
                  <a:pt x="1534" y="142"/>
                </a:lnTo>
                <a:lnTo>
                  <a:pt x="1542" y="150"/>
                </a:lnTo>
                <a:lnTo>
                  <a:pt x="1551" y="155"/>
                </a:lnTo>
                <a:lnTo>
                  <a:pt x="1551" y="173"/>
                </a:lnTo>
                <a:lnTo>
                  <a:pt x="1522" y="173"/>
                </a:lnTo>
                <a:lnTo>
                  <a:pt x="1522" y="196"/>
                </a:lnTo>
                <a:lnTo>
                  <a:pt x="1551" y="196"/>
                </a:lnTo>
                <a:lnTo>
                  <a:pt x="1551" y="318"/>
                </a:lnTo>
                <a:lnTo>
                  <a:pt x="1551" y="318"/>
                </a:lnTo>
                <a:lnTo>
                  <a:pt x="1531" y="315"/>
                </a:lnTo>
                <a:lnTo>
                  <a:pt x="1511" y="308"/>
                </a:lnTo>
                <a:lnTo>
                  <a:pt x="1492" y="297"/>
                </a:lnTo>
                <a:lnTo>
                  <a:pt x="1477" y="285"/>
                </a:lnTo>
                <a:lnTo>
                  <a:pt x="1454" y="308"/>
                </a:lnTo>
                <a:close/>
                <a:moveTo>
                  <a:pt x="1391" y="173"/>
                </a:moveTo>
                <a:lnTo>
                  <a:pt x="1391" y="173"/>
                </a:lnTo>
                <a:lnTo>
                  <a:pt x="1393" y="156"/>
                </a:lnTo>
                <a:lnTo>
                  <a:pt x="1396" y="138"/>
                </a:lnTo>
                <a:lnTo>
                  <a:pt x="1399" y="122"/>
                </a:lnTo>
                <a:lnTo>
                  <a:pt x="1405" y="106"/>
                </a:lnTo>
                <a:lnTo>
                  <a:pt x="1413" y="90"/>
                </a:lnTo>
                <a:lnTo>
                  <a:pt x="1422" y="77"/>
                </a:lnTo>
                <a:lnTo>
                  <a:pt x="1431" y="63"/>
                </a:lnTo>
                <a:lnTo>
                  <a:pt x="1443" y="51"/>
                </a:lnTo>
                <a:lnTo>
                  <a:pt x="1456" y="40"/>
                </a:lnTo>
                <a:lnTo>
                  <a:pt x="1469" y="31"/>
                </a:lnTo>
                <a:lnTo>
                  <a:pt x="1483" y="21"/>
                </a:lnTo>
                <a:lnTo>
                  <a:pt x="1499" y="14"/>
                </a:lnTo>
                <a:lnTo>
                  <a:pt x="1516" y="8"/>
                </a:lnTo>
                <a:lnTo>
                  <a:pt x="1532" y="5"/>
                </a:lnTo>
                <a:lnTo>
                  <a:pt x="1549" y="2"/>
                </a:lnTo>
                <a:lnTo>
                  <a:pt x="1568" y="0"/>
                </a:lnTo>
                <a:lnTo>
                  <a:pt x="1568" y="0"/>
                </a:lnTo>
                <a:lnTo>
                  <a:pt x="1585" y="2"/>
                </a:lnTo>
                <a:lnTo>
                  <a:pt x="1603" y="5"/>
                </a:lnTo>
                <a:lnTo>
                  <a:pt x="1619" y="8"/>
                </a:lnTo>
                <a:lnTo>
                  <a:pt x="1635" y="14"/>
                </a:lnTo>
                <a:lnTo>
                  <a:pt x="1651" y="21"/>
                </a:lnTo>
                <a:lnTo>
                  <a:pt x="1665" y="31"/>
                </a:lnTo>
                <a:lnTo>
                  <a:pt x="1678" y="40"/>
                </a:lnTo>
                <a:lnTo>
                  <a:pt x="1691" y="51"/>
                </a:lnTo>
                <a:lnTo>
                  <a:pt x="1703" y="63"/>
                </a:lnTo>
                <a:lnTo>
                  <a:pt x="1712" y="77"/>
                </a:lnTo>
                <a:lnTo>
                  <a:pt x="1721" y="90"/>
                </a:lnTo>
                <a:lnTo>
                  <a:pt x="1729" y="106"/>
                </a:lnTo>
                <a:lnTo>
                  <a:pt x="1735" y="122"/>
                </a:lnTo>
                <a:lnTo>
                  <a:pt x="1740" y="138"/>
                </a:lnTo>
                <a:lnTo>
                  <a:pt x="1741" y="156"/>
                </a:lnTo>
                <a:lnTo>
                  <a:pt x="1743" y="173"/>
                </a:lnTo>
                <a:lnTo>
                  <a:pt x="1743" y="173"/>
                </a:lnTo>
                <a:lnTo>
                  <a:pt x="1741" y="190"/>
                </a:lnTo>
                <a:lnTo>
                  <a:pt x="1740" y="205"/>
                </a:lnTo>
                <a:lnTo>
                  <a:pt x="1737" y="220"/>
                </a:lnTo>
                <a:lnTo>
                  <a:pt x="1731" y="234"/>
                </a:lnTo>
                <a:lnTo>
                  <a:pt x="1726" y="250"/>
                </a:lnTo>
                <a:lnTo>
                  <a:pt x="1718" y="262"/>
                </a:lnTo>
                <a:lnTo>
                  <a:pt x="1709" y="276"/>
                </a:lnTo>
                <a:lnTo>
                  <a:pt x="1700" y="288"/>
                </a:lnTo>
                <a:lnTo>
                  <a:pt x="1677" y="265"/>
                </a:lnTo>
                <a:lnTo>
                  <a:pt x="1677" y="265"/>
                </a:lnTo>
                <a:lnTo>
                  <a:pt x="1685" y="254"/>
                </a:lnTo>
                <a:lnTo>
                  <a:pt x="1691" y="243"/>
                </a:lnTo>
                <a:lnTo>
                  <a:pt x="1697" y="233"/>
                </a:lnTo>
                <a:lnTo>
                  <a:pt x="1702" y="222"/>
                </a:lnTo>
                <a:lnTo>
                  <a:pt x="1705" y="210"/>
                </a:lnTo>
                <a:lnTo>
                  <a:pt x="1708" y="197"/>
                </a:lnTo>
                <a:lnTo>
                  <a:pt x="1709" y="185"/>
                </a:lnTo>
                <a:lnTo>
                  <a:pt x="1711" y="173"/>
                </a:lnTo>
                <a:lnTo>
                  <a:pt x="1711" y="173"/>
                </a:lnTo>
                <a:lnTo>
                  <a:pt x="1709" y="159"/>
                </a:lnTo>
                <a:lnTo>
                  <a:pt x="1708" y="145"/>
                </a:lnTo>
                <a:lnTo>
                  <a:pt x="1703" y="132"/>
                </a:lnTo>
                <a:lnTo>
                  <a:pt x="1698" y="118"/>
                </a:lnTo>
                <a:lnTo>
                  <a:pt x="1692" y="106"/>
                </a:lnTo>
                <a:lnTo>
                  <a:pt x="1686" y="93"/>
                </a:lnTo>
                <a:lnTo>
                  <a:pt x="1677" y="83"/>
                </a:lnTo>
                <a:lnTo>
                  <a:pt x="1668" y="72"/>
                </a:lnTo>
                <a:lnTo>
                  <a:pt x="1658" y="63"/>
                </a:lnTo>
                <a:lnTo>
                  <a:pt x="1646" y="55"/>
                </a:lnTo>
                <a:lnTo>
                  <a:pt x="1635" y="47"/>
                </a:lnTo>
                <a:lnTo>
                  <a:pt x="1623" y="41"/>
                </a:lnTo>
                <a:lnTo>
                  <a:pt x="1609" y="37"/>
                </a:lnTo>
                <a:lnTo>
                  <a:pt x="1595" y="34"/>
                </a:lnTo>
                <a:lnTo>
                  <a:pt x="1582" y="31"/>
                </a:lnTo>
                <a:lnTo>
                  <a:pt x="1568" y="31"/>
                </a:lnTo>
                <a:lnTo>
                  <a:pt x="1568" y="31"/>
                </a:lnTo>
                <a:lnTo>
                  <a:pt x="1552" y="31"/>
                </a:lnTo>
                <a:lnTo>
                  <a:pt x="1539" y="34"/>
                </a:lnTo>
                <a:lnTo>
                  <a:pt x="1525" y="37"/>
                </a:lnTo>
                <a:lnTo>
                  <a:pt x="1511" y="41"/>
                </a:lnTo>
                <a:lnTo>
                  <a:pt x="1499" y="47"/>
                </a:lnTo>
                <a:lnTo>
                  <a:pt x="1488" y="55"/>
                </a:lnTo>
                <a:lnTo>
                  <a:pt x="1477" y="63"/>
                </a:lnTo>
                <a:lnTo>
                  <a:pt x="1466" y="72"/>
                </a:lnTo>
                <a:lnTo>
                  <a:pt x="1457" y="83"/>
                </a:lnTo>
                <a:lnTo>
                  <a:pt x="1449" y="93"/>
                </a:lnTo>
                <a:lnTo>
                  <a:pt x="1442" y="106"/>
                </a:lnTo>
                <a:lnTo>
                  <a:pt x="1436" y="118"/>
                </a:lnTo>
                <a:lnTo>
                  <a:pt x="1431" y="132"/>
                </a:lnTo>
                <a:lnTo>
                  <a:pt x="1426" y="145"/>
                </a:lnTo>
                <a:lnTo>
                  <a:pt x="1425" y="159"/>
                </a:lnTo>
                <a:lnTo>
                  <a:pt x="1425" y="173"/>
                </a:lnTo>
                <a:lnTo>
                  <a:pt x="1425" y="173"/>
                </a:lnTo>
                <a:lnTo>
                  <a:pt x="1425" y="185"/>
                </a:lnTo>
                <a:lnTo>
                  <a:pt x="1426" y="197"/>
                </a:lnTo>
                <a:lnTo>
                  <a:pt x="1429" y="210"/>
                </a:lnTo>
                <a:lnTo>
                  <a:pt x="1433" y="222"/>
                </a:lnTo>
                <a:lnTo>
                  <a:pt x="1437" y="233"/>
                </a:lnTo>
                <a:lnTo>
                  <a:pt x="1443" y="243"/>
                </a:lnTo>
                <a:lnTo>
                  <a:pt x="1449" y="254"/>
                </a:lnTo>
                <a:lnTo>
                  <a:pt x="1457" y="265"/>
                </a:lnTo>
                <a:lnTo>
                  <a:pt x="1434" y="288"/>
                </a:lnTo>
                <a:lnTo>
                  <a:pt x="1434" y="288"/>
                </a:lnTo>
                <a:lnTo>
                  <a:pt x="1425" y="276"/>
                </a:lnTo>
                <a:lnTo>
                  <a:pt x="1416" y="262"/>
                </a:lnTo>
                <a:lnTo>
                  <a:pt x="1409" y="250"/>
                </a:lnTo>
                <a:lnTo>
                  <a:pt x="1403" y="234"/>
                </a:lnTo>
                <a:lnTo>
                  <a:pt x="1397" y="220"/>
                </a:lnTo>
                <a:lnTo>
                  <a:pt x="1394" y="205"/>
                </a:lnTo>
                <a:lnTo>
                  <a:pt x="1393" y="190"/>
                </a:lnTo>
                <a:lnTo>
                  <a:pt x="1391" y="173"/>
                </a:lnTo>
                <a:lnTo>
                  <a:pt x="1391" y="173"/>
                </a:lnTo>
                <a:close/>
                <a:moveTo>
                  <a:pt x="1240" y="228"/>
                </a:moveTo>
                <a:lnTo>
                  <a:pt x="1240" y="119"/>
                </a:lnTo>
                <a:lnTo>
                  <a:pt x="1270" y="119"/>
                </a:lnTo>
                <a:lnTo>
                  <a:pt x="1270" y="204"/>
                </a:lnTo>
                <a:lnTo>
                  <a:pt x="1319" y="204"/>
                </a:lnTo>
                <a:lnTo>
                  <a:pt x="1319" y="228"/>
                </a:lnTo>
                <a:lnTo>
                  <a:pt x="1240" y="228"/>
                </a:lnTo>
                <a:close/>
                <a:moveTo>
                  <a:pt x="1139" y="228"/>
                </a:moveTo>
                <a:lnTo>
                  <a:pt x="1219" y="228"/>
                </a:lnTo>
                <a:lnTo>
                  <a:pt x="1219" y="204"/>
                </a:lnTo>
                <a:lnTo>
                  <a:pt x="1167" y="204"/>
                </a:lnTo>
                <a:lnTo>
                  <a:pt x="1167" y="185"/>
                </a:lnTo>
                <a:lnTo>
                  <a:pt x="1210" y="185"/>
                </a:lnTo>
                <a:lnTo>
                  <a:pt x="1210" y="162"/>
                </a:lnTo>
                <a:lnTo>
                  <a:pt x="1167" y="162"/>
                </a:lnTo>
                <a:lnTo>
                  <a:pt x="1167" y="144"/>
                </a:lnTo>
                <a:lnTo>
                  <a:pt x="1217" y="144"/>
                </a:lnTo>
                <a:lnTo>
                  <a:pt x="1217" y="119"/>
                </a:lnTo>
                <a:lnTo>
                  <a:pt x="1139" y="119"/>
                </a:lnTo>
                <a:lnTo>
                  <a:pt x="1139" y="228"/>
                </a:lnTo>
                <a:close/>
                <a:moveTo>
                  <a:pt x="1014" y="175"/>
                </a:moveTo>
                <a:lnTo>
                  <a:pt x="1014" y="175"/>
                </a:lnTo>
                <a:lnTo>
                  <a:pt x="1016" y="162"/>
                </a:lnTo>
                <a:lnTo>
                  <a:pt x="1019" y="152"/>
                </a:lnTo>
                <a:lnTo>
                  <a:pt x="1024" y="141"/>
                </a:lnTo>
                <a:lnTo>
                  <a:pt x="1030" y="133"/>
                </a:lnTo>
                <a:lnTo>
                  <a:pt x="1038" y="126"/>
                </a:lnTo>
                <a:lnTo>
                  <a:pt x="1047" y="121"/>
                </a:lnTo>
                <a:lnTo>
                  <a:pt x="1056" y="118"/>
                </a:lnTo>
                <a:lnTo>
                  <a:pt x="1068" y="116"/>
                </a:lnTo>
                <a:lnTo>
                  <a:pt x="1068" y="116"/>
                </a:lnTo>
                <a:lnTo>
                  <a:pt x="1077" y="118"/>
                </a:lnTo>
                <a:lnTo>
                  <a:pt x="1085" y="119"/>
                </a:lnTo>
                <a:lnTo>
                  <a:pt x="1093" y="122"/>
                </a:lnTo>
                <a:lnTo>
                  <a:pt x="1099" y="126"/>
                </a:lnTo>
                <a:lnTo>
                  <a:pt x="1105" y="132"/>
                </a:lnTo>
                <a:lnTo>
                  <a:pt x="1110" y="138"/>
                </a:lnTo>
                <a:lnTo>
                  <a:pt x="1114" y="145"/>
                </a:lnTo>
                <a:lnTo>
                  <a:pt x="1116" y="155"/>
                </a:lnTo>
                <a:lnTo>
                  <a:pt x="1087" y="155"/>
                </a:lnTo>
                <a:lnTo>
                  <a:pt x="1087" y="155"/>
                </a:lnTo>
                <a:lnTo>
                  <a:pt x="1084" y="147"/>
                </a:lnTo>
                <a:lnTo>
                  <a:pt x="1081" y="144"/>
                </a:lnTo>
                <a:lnTo>
                  <a:pt x="1074" y="141"/>
                </a:lnTo>
                <a:lnTo>
                  <a:pt x="1068" y="141"/>
                </a:lnTo>
                <a:lnTo>
                  <a:pt x="1068" y="141"/>
                </a:lnTo>
                <a:lnTo>
                  <a:pt x="1064" y="141"/>
                </a:lnTo>
                <a:lnTo>
                  <a:pt x="1057" y="144"/>
                </a:lnTo>
                <a:lnTo>
                  <a:pt x="1054" y="147"/>
                </a:lnTo>
                <a:lnTo>
                  <a:pt x="1050" y="150"/>
                </a:lnTo>
                <a:lnTo>
                  <a:pt x="1048" y="155"/>
                </a:lnTo>
                <a:lnTo>
                  <a:pt x="1045" y="161"/>
                </a:lnTo>
                <a:lnTo>
                  <a:pt x="1044" y="175"/>
                </a:lnTo>
                <a:lnTo>
                  <a:pt x="1044" y="175"/>
                </a:lnTo>
                <a:lnTo>
                  <a:pt x="1045" y="188"/>
                </a:lnTo>
                <a:lnTo>
                  <a:pt x="1048" y="193"/>
                </a:lnTo>
                <a:lnTo>
                  <a:pt x="1051" y="199"/>
                </a:lnTo>
                <a:lnTo>
                  <a:pt x="1054" y="202"/>
                </a:lnTo>
                <a:lnTo>
                  <a:pt x="1059" y="205"/>
                </a:lnTo>
                <a:lnTo>
                  <a:pt x="1064" y="208"/>
                </a:lnTo>
                <a:lnTo>
                  <a:pt x="1070" y="208"/>
                </a:lnTo>
                <a:lnTo>
                  <a:pt x="1070" y="208"/>
                </a:lnTo>
                <a:lnTo>
                  <a:pt x="1081" y="207"/>
                </a:lnTo>
                <a:lnTo>
                  <a:pt x="1088" y="204"/>
                </a:lnTo>
                <a:lnTo>
                  <a:pt x="1088" y="188"/>
                </a:lnTo>
                <a:lnTo>
                  <a:pt x="1070" y="188"/>
                </a:lnTo>
                <a:lnTo>
                  <a:pt x="1070" y="168"/>
                </a:lnTo>
                <a:lnTo>
                  <a:pt x="1116" y="168"/>
                </a:lnTo>
                <a:lnTo>
                  <a:pt x="1116" y="216"/>
                </a:lnTo>
                <a:lnTo>
                  <a:pt x="1116" y="216"/>
                </a:lnTo>
                <a:lnTo>
                  <a:pt x="1105" y="223"/>
                </a:lnTo>
                <a:lnTo>
                  <a:pt x="1094" y="228"/>
                </a:lnTo>
                <a:lnTo>
                  <a:pt x="1082" y="231"/>
                </a:lnTo>
                <a:lnTo>
                  <a:pt x="1073" y="233"/>
                </a:lnTo>
                <a:lnTo>
                  <a:pt x="1073" y="233"/>
                </a:lnTo>
                <a:lnTo>
                  <a:pt x="1059" y="231"/>
                </a:lnTo>
                <a:lnTo>
                  <a:pt x="1048" y="228"/>
                </a:lnTo>
                <a:lnTo>
                  <a:pt x="1038" y="223"/>
                </a:lnTo>
                <a:lnTo>
                  <a:pt x="1030" y="217"/>
                </a:lnTo>
                <a:lnTo>
                  <a:pt x="1024" y="208"/>
                </a:lnTo>
                <a:lnTo>
                  <a:pt x="1019" y="199"/>
                </a:lnTo>
                <a:lnTo>
                  <a:pt x="1016" y="187"/>
                </a:lnTo>
                <a:lnTo>
                  <a:pt x="1014" y="175"/>
                </a:lnTo>
                <a:lnTo>
                  <a:pt x="1014" y="175"/>
                </a:lnTo>
                <a:close/>
                <a:moveTo>
                  <a:pt x="939" y="190"/>
                </a:moveTo>
                <a:lnTo>
                  <a:pt x="953" y="148"/>
                </a:lnTo>
                <a:lnTo>
                  <a:pt x="967" y="190"/>
                </a:lnTo>
                <a:lnTo>
                  <a:pt x="939" y="190"/>
                </a:lnTo>
                <a:close/>
                <a:moveTo>
                  <a:pt x="896" y="228"/>
                </a:moveTo>
                <a:lnTo>
                  <a:pt x="927" y="228"/>
                </a:lnTo>
                <a:lnTo>
                  <a:pt x="931" y="211"/>
                </a:lnTo>
                <a:lnTo>
                  <a:pt x="974" y="211"/>
                </a:lnTo>
                <a:lnTo>
                  <a:pt x="981" y="228"/>
                </a:lnTo>
                <a:lnTo>
                  <a:pt x="1010" y="228"/>
                </a:lnTo>
                <a:lnTo>
                  <a:pt x="968" y="119"/>
                </a:lnTo>
                <a:lnTo>
                  <a:pt x="938" y="119"/>
                </a:lnTo>
                <a:lnTo>
                  <a:pt x="896" y="228"/>
                </a:lnTo>
                <a:close/>
                <a:moveTo>
                  <a:pt x="789" y="228"/>
                </a:moveTo>
                <a:lnTo>
                  <a:pt x="815" y="228"/>
                </a:lnTo>
                <a:lnTo>
                  <a:pt x="815" y="164"/>
                </a:lnTo>
                <a:lnTo>
                  <a:pt x="853" y="228"/>
                </a:lnTo>
                <a:lnTo>
                  <a:pt x="884" y="228"/>
                </a:lnTo>
                <a:lnTo>
                  <a:pt x="884" y="119"/>
                </a:lnTo>
                <a:lnTo>
                  <a:pt x="856" y="119"/>
                </a:lnTo>
                <a:lnTo>
                  <a:pt x="856" y="184"/>
                </a:lnTo>
                <a:lnTo>
                  <a:pt x="818" y="119"/>
                </a:lnTo>
                <a:lnTo>
                  <a:pt x="789" y="119"/>
                </a:lnTo>
                <a:lnTo>
                  <a:pt x="789" y="228"/>
                </a:lnTo>
                <a:close/>
                <a:moveTo>
                  <a:pt x="666" y="185"/>
                </a:moveTo>
                <a:lnTo>
                  <a:pt x="666" y="171"/>
                </a:lnTo>
                <a:lnTo>
                  <a:pt x="709" y="171"/>
                </a:lnTo>
                <a:lnTo>
                  <a:pt x="709" y="127"/>
                </a:lnTo>
                <a:lnTo>
                  <a:pt x="725" y="127"/>
                </a:lnTo>
                <a:lnTo>
                  <a:pt x="725" y="171"/>
                </a:lnTo>
                <a:lnTo>
                  <a:pt x="769" y="171"/>
                </a:lnTo>
                <a:lnTo>
                  <a:pt x="769" y="185"/>
                </a:lnTo>
                <a:lnTo>
                  <a:pt x="725" y="185"/>
                </a:lnTo>
                <a:lnTo>
                  <a:pt x="725" y="228"/>
                </a:lnTo>
                <a:lnTo>
                  <a:pt x="709" y="228"/>
                </a:lnTo>
                <a:lnTo>
                  <a:pt x="709" y="185"/>
                </a:lnTo>
                <a:lnTo>
                  <a:pt x="666" y="185"/>
                </a:lnTo>
                <a:close/>
                <a:moveTo>
                  <a:pt x="572" y="228"/>
                </a:moveTo>
                <a:lnTo>
                  <a:pt x="653" y="228"/>
                </a:lnTo>
                <a:lnTo>
                  <a:pt x="653" y="204"/>
                </a:lnTo>
                <a:lnTo>
                  <a:pt x="599" y="204"/>
                </a:lnTo>
                <a:lnTo>
                  <a:pt x="599" y="185"/>
                </a:lnTo>
                <a:lnTo>
                  <a:pt x="644" y="185"/>
                </a:lnTo>
                <a:lnTo>
                  <a:pt x="644" y="162"/>
                </a:lnTo>
                <a:lnTo>
                  <a:pt x="599" y="162"/>
                </a:lnTo>
                <a:lnTo>
                  <a:pt x="599" y="144"/>
                </a:lnTo>
                <a:lnTo>
                  <a:pt x="650" y="144"/>
                </a:lnTo>
                <a:lnTo>
                  <a:pt x="650" y="119"/>
                </a:lnTo>
                <a:lnTo>
                  <a:pt x="572" y="119"/>
                </a:lnTo>
                <a:lnTo>
                  <a:pt x="572" y="228"/>
                </a:lnTo>
                <a:close/>
                <a:moveTo>
                  <a:pt x="450" y="228"/>
                </a:moveTo>
                <a:lnTo>
                  <a:pt x="478" y="228"/>
                </a:lnTo>
                <a:lnTo>
                  <a:pt x="478" y="164"/>
                </a:lnTo>
                <a:lnTo>
                  <a:pt x="516" y="228"/>
                </a:lnTo>
                <a:lnTo>
                  <a:pt x="546" y="228"/>
                </a:lnTo>
                <a:lnTo>
                  <a:pt x="546" y="119"/>
                </a:lnTo>
                <a:lnTo>
                  <a:pt x="520" y="119"/>
                </a:lnTo>
                <a:lnTo>
                  <a:pt x="520" y="184"/>
                </a:lnTo>
                <a:lnTo>
                  <a:pt x="480" y="119"/>
                </a:lnTo>
                <a:lnTo>
                  <a:pt x="450" y="119"/>
                </a:lnTo>
                <a:lnTo>
                  <a:pt x="450" y="228"/>
                </a:lnTo>
                <a:close/>
                <a:moveTo>
                  <a:pt x="329" y="228"/>
                </a:moveTo>
                <a:lnTo>
                  <a:pt x="358" y="228"/>
                </a:lnTo>
                <a:lnTo>
                  <a:pt x="358" y="187"/>
                </a:lnTo>
                <a:lnTo>
                  <a:pt x="397" y="187"/>
                </a:lnTo>
                <a:lnTo>
                  <a:pt x="397" y="228"/>
                </a:lnTo>
                <a:lnTo>
                  <a:pt x="426" y="228"/>
                </a:lnTo>
                <a:lnTo>
                  <a:pt x="426" y="119"/>
                </a:lnTo>
                <a:lnTo>
                  <a:pt x="397" y="119"/>
                </a:lnTo>
                <a:lnTo>
                  <a:pt x="397" y="161"/>
                </a:lnTo>
                <a:lnTo>
                  <a:pt x="358" y="161"/>
                </a:lnTo>
                <a:lnTo>
                  <a:pt x="358" y="119"/>
                </a:lnTo>
                <a:lnTo>
                  <a:pt x="329" y="119"/>
                </a:lnTo>
                <a:lnTo>
                  <a:pt x="329" y="228"/>
                </a:lnTo>
                <a:close/>
                <a:moveTo>
                  <a:pt x="226" y="228"/>
                </a:moveTo>
                <a:lnTo>
                  <a:pt x="307" y="228"/>
                </a:lnTo>
                <a:lnTo>
                  <a:pt x="307" y="204"/>
                </a:lnTo>
                <a:lnTo>
                  <a:pt x="254" y="204"/>
                </a:lnTo>
                <a:lnTo>
                  <a:pt x="254" y="185"/>
                </a:lnTo>
                <a:lnTo>
                  <a:pt x="298" y="185"/>
                </a:lnTo>
                <a:lnTo>
                  <a:pt x="298" y="162"/>
                </a:lnTo>
                <a:lnTo>
                  <a:pt x="254" y="162"/>
                </a:lnTo>
                <a:lnTo>
                  <a:pt x="254" y="144"/>
                </a:lnTo>
                <a:lnTo>
                  <a:pt x="304" y="144"/>
                </a:lnTo>
                <a:lnTo>
                  <a:pt x="304" y="119"/>
                </a:lnTo>
                <a:lnTo>
                  <a:pt x="226" y="119"/>
                </a:lnTo>
                <a:lnTo>
                  <a:pt x="226" y="228"/>
                </a:lnTo>
                <a:close/>
                <a:moveTo>
                  <a:pt x="108" y="184"/>
                </a:moveTo>
                <a:lnTo>
                  <a:pt x="108" y="184"/>
                </a:lnTo>
                <a:lnTo>
                  <a:pt x="108" y="196"/>
                </a:lnTo>
                <a:lnTo>
                  <a:pt x="111" y="207"/>
                </a:lnTo>
                <a:lnTo>
                  <a:pt x="115" y="214"/>
                </a:lnTo>
                <a:lnTo>
                  <a:pt x="121" y="220"/>
                </a:lnTo>
                <a:lnTo>
                  <a:pt x="129" y="227"/>
                </a:lnTo>
                <a:lnTo>
                  <a:pt x="137" y="230"/>
                </a:lnTo>
                <a:lnTo>
                  <a:pt x="144" y="231"/>
                </a:lnTo>
                <a:lnTo>
                  <a:pt x="155" y="233"/>
                </a:lnTo>
                <a:lnTo>
                  <a:pt x="155" y="233"/>
                </a:lnTo>
                <a:lnTo>
                  <a:pt x="164" y="231"/>
                </a:lnTo>
                <a:lnTo>
                  <a:pt x="172" y="230"/>
                </a:lnTo>
                <a:lnTo>
                  <a:pt x="181" y="227"/>
                </a:lnTo>
                <a:lnTo>
                  <a:pt x="188" y="220"/>
                </a:lnTo>
                <a:lnTo>
                  <a:pt x="194" y="214"/>
                </a:lnTo>
                <a:lnTo>
                  <a:pt x="198" y="207"/>
                </a:lnTo>
                <a:lnTo>
                  <a:pt x="201" y="196"/>
                </a:lnTo>
                <a:lnTo>
                  <a:pt x="201" y="184"/>
                </a:lnTo>
                <a:lnTo>
                  <a:pt x="201" y="119"/>
                </a:lnTo>
                <a:lnTo>
                  <a:pt x="172" y="119"/>
                </a:lnTo>
                <a:lnTo>
                  <a:pt x="172" y="188"/>
                </a:lnTo>
                <a:lnTo>
                  <a:pt x="172" y="188"/>
                </a:lnTo>
                <a:lnTo>
                  <a:pt x="171" y="196"/>
                </a:lnTo>
                <a:lnTo>
                  <a:pt x="168" y="202"/>
                </a:lnTo>
                <a:lnTo>
                  <a:pt x="163" y="207"/>
                </a:lnTo>
                <a:lnTo>
                  <a:pt x="155" y="207"/>
                </a:lnTo>
                <a:lnTo>
                  <a:pt x="155" y="207"/>
                </a:lnTo>
                <a:lnTo>
                  <a:pt x="146" y="207"/>
                </a:lnTo>
                <a:lnTo>
                  <a:pt x="141" y="202"/>
                </a:lnTo>
                <a:lnTo>
                  <a:pt x="137" y="196"/>
                </a:lnTo>
                <a:lnTo>
                  <a:pt x="137" y="188"/>
                </a:lnTo>
                <a:lnTo>
                  <a:pt x="137" y="119"/>
                </a:lnTo>
                <a:lnTo>
                  <a:pt x="108" y="119"/>
                </a:lnTo>
                <a:lnTo>
                  <a:pt x="108" y="184"/>
                </a:lnTo>
                <a:close/>
                <a:moveTo>
                  <a:pt x="0" y="228"/>
                </a:moveTo>
                <a:lnTo>
                  <a:pt x="29" y="228"/>
                </a:lnTo>
                <a:lnTo>
                  <a:pt x="29" y="197"/>
                </a:lnTo>
                <a:lnTo>
                  <a:pt x="38" y="185"/>
                </a:lnTo>
                <a:lnTo>
                  <a:pt x="63" y="228"/>
                </a:lnTo>
                <a:lnTo>
                  <a:pt x="97" y="228"/>
                </a:lnTo>
                <a:lnTo>
                  <a:pt x="58" y="164"/>
                </a:lnTo>
                <a:lnTo>
                  <a:pt x="92" y="119"/>
                </a:lnTo>
                <a:lnTo>
                  <a:pt x="58" y="119"/>
                </a:lnTo>
                <a:lnTo>
                  <a:pt x="29" y="159"/>
                </a:lnTo>
                <a:lnTo>
                  <a:pt x="29" y="119"/>
                </a:lnTo>
                <a:lnTo>
                  <a:pt x="0" y="119"/>
                </a:lnTo>
                <a:lnTo>
                  <a:pt x="0" y="228"/>
                </a:lnTo>
                <a:close/>
              </a:path>
            </a:pathLst>
          </a:custGeom>
          <a:solidFill>
            <a:srgbClr val="0033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8ADE6A-BD19-944F-EF2A-41CF5CAE1B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3611" y="0"/>
            <a:ext cx="8230389" cy="4577918"/>
          </a:xfrm>
          <a:custGeom>
            <a:avLst/>
            <a:gdLst>
              <a:gd name="connsiteX0" fmla="*/ 286761 w 10973852"/>
              <a:gd name="connsiteY0" fmla="*/ 0 h 4577918"/>
              <a:gd name="connsiteX1" fmla="*/ 10687091 w 10973852"/>
              <a:gd name="connsiteY1" fmla="*/ 0 h 4577918"/>
              <a:gd name="connsiteX2" fmla="*/ 10687092 w 10973852"/>
              <a:gd name="connsiteY2" fmla="*/ 0 h 4577918"/>
              <a:gd name="connsiteX3" fmla="*/ 10973851 w 10973852"/>
              <a:gd name="connsiteY3" fmla="*/ 0 h 4577918"/>
              <a:gd name="connsiteX4" fmla="*/ 10973851 w 10973852"/>
              <a:gd name="connsiteY4" fmla="*/ 1 h 4577918"/>
              <a:gd name="connsiteX5" fmla="*/ 10973852 w 10973852"/>
              <a:gd name="connsiteY5" fmla="*/ 1 h 4577918"/>
              <a:gd name="connsiteX6" fmla="*/ 10973852 w 10973852"/>
              <a:gd name="connsiteY6" fmla="*/ 286761 h 4577918"/>
              <a:gd name="connsiteX7" fmla="*/ 10973852 w 10973852"/>
              <a:gd name="connsiteY7" fmla="*/ 1989140 h 4577918"/>
              <a:gd name="connsiteX8" fmla="*/ 10973852 w 10973852"/>
              <a:gd name="connsiteY8" fmla="*/ 4291156 h 4577918"/>
              <a:gd name="connsiteX9" fmla="*/ 10973851 w 10973852"/>
              <a:gd name="connsiteY9" fmla="*/ 4291161 h 4577918"/>
              <a:gd name="connsiteX10" fmla="*/ 10973851 w 10973852"/>
              <a:gd name="connsiteY10" fmla="*/ 4577918 h 4577918"/>
              <a:gd name="connsiteX11" fmla="*/ 8221126 w 10973852"/>
              <a:gd name="connsiteY11" fmla="*/ 4577918 h 4577918"/>
              <a:gd name="connsiteX12" fmla="*/ 8221126 w 10973852"/>
              <a:gd name="connsiteY12" fmla="*/ 4577917 h 4577918"/>
              <a:gd name="connsiteX13" fmla="*/ 286761 w 10973852"/>
              <a:gd name="connsiteY13" fmla="*/ 4577917 h 4577918"/>
              <a:gd name="connsiteX14" fmla="*/ 0 w 10973852"/>
              <a:gd name="connsiteY14" fmla="*/ 4291156 h 4577918"/>
              <a:gd name="connsiteX15" fmla="*/ 0 w 10973852"/>
              <a:gd name="connsiteY15" fmla="*/ 286761 h 4577918"/>
              <a:gd name="connsiteX16" fmla="*/ 0 w 10973852"/>
              <a:gd name="connsiteY16" fmla="*/ 286760 h 4577918"/>
              <a:gd name="connsiteX17" fmla="*/ 0 w 10973852"/>
              <a:gd name="connsiteY17" fmla="*/ 1 h 4577918"/>
              <a:gd name="connsiteX18" fmla="*/ 286751 w 10973852"/>
              <a:gd name="connsiteY18" fmla="*/ 1 h 457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973852" h="4577918">
                <a:moveTo>
                  <a:pt x="286761" y="0"/>
                </a:moveTo>
                <a:lnTo>
                  <a:pt x="10687091" y="0"/>
                </a:lnTo>
                <a:lnTo>
                  <a:pt x="10687092" y="0"/>
                </a:lnTo>
                <a:lnTo>
                  <a:pt x="10973851" y="0"/>
                </a:lnTo>
                <a:lnTo>
                  <a:pt x="10973851" y="1"/>
                </a:lnTo>
                <a:lnTo>
                  <a:pt x="10973852" y="1"/>
                </a:lnTo>
                <a:lnTo>
                  <a:pt x="10973852" y="286761"/>
                </a:lnTo>
                <a:lnTo>
                  <a:pt x="10973852" y="1989140"/>
                </a:lnTo>
                <a:lnTo>
                  <a:pt x="10973852" y="4291156"/>
                </a:lnTo>
                <a:lnTo>
                  <a:pt x="10973851" y="4291161"/>
                </a:lnTo>
                <a:lnTo>
                  <a:pt x="10973851" y="4577918"/>
                </a:lnTo>
                <a:lnTo>
                  <a:pt x="8221126" y="4577918"/>
                </a:lnTo>
                <a:lnTo>
                  <a:pt x="8221126" y="4577917"/>
                </a:lnTo>
                <a:lnTo>
                  <a:pt x="286761" y="4577917"/>
                </a:lnTo>
                <a:cubicBezTo>
                  <a:pt x="128387" y="4577917"/>
                  <a:pt x="0" y="4449530"/>
                  <a:pt x="0" y="4291156"/>
                </a:cubicBezTo>
                <a:lnTo>
                  <a:pt x="0" y="286761"/>
                </a:lnTo>
                <a:lnTo>
                  <a:pt x="0" y="286760"/>
                </a:lnTo>
                <a:lnTo>
                  <a:pt x="0" y="1"/>
                </a:lnTo>
                <a:lnTo>
                  <a:pt x="286751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576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60AFD920-35EB-9985-10BF-FA32EBA26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6DE571-BA8D-0232-2D9A-7102EBF838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3611" y="5193869"/>
            <a:ext cx="4715664" cy="740538"/>
          </a:xfrm>
        </p:spPr>
        <p:txBody>
          <a:bodyPr/>
          <a:lstStyle/>
          <a:p>
            <a:pPr lvl="0"/>
            <a:r>
              <a:rPr lang="en-GB" noProof="0" dirty="0"/>
              <a:t>Presentation title and information – two lines of text 24pt</a:t>
            </a:r>
          </a:p>
        </p:txBody>
      </p:sp>
    </p:spTree>
    <p:extLst>
      <p:ext uri="{BB962C8B-B14F-4D97-AF65-F5344CB8AC3E}">
        <p14:creationId xmlns:p14="http://schemas.microsoft.com/office/powerpoint/2010/main" val="27851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hit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489F8347-7309-988C-1451-B8C21F43D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blu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3599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y-BG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2615DA-D06C-B7FD-C13C-E28514A44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C3209E0-8C1A-D3CC-09D9-A1CCA42EA0E8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147CA8-EC2D-68EC-5285-75585951E61C}"/>
              </a:ext>
            </a:extLst>
          </p:cNvPr>
          <p:cNvSpPr/>
          <p:nvPr/>
        </p:nvSpPr>
        <p:spPr>
          <a:xfrm>
            <a:off x="413145" y="0"/>
            <a:ext cx="8730854" cy="6308726"/>
          </a:xfrm>
          <a:custGeom>
            <a:avLst/>
            <a:gdLst>
              <a:gd name="connsiteX0" fmla="*/ 7145339 w 11641138"/>
              <a:gd name="connsiteY0" fmla="*/ 0 h 6308726"/>
              <a:gd name="connsiteX1" fmla="*/ 11641138 w 11641138"/>
              <a:gd name="connsiteY1" fmla="*/ 0 h 6308726"/>
              <a:gd name="connsiteX2" fmla="*/ 11641138 w 11641138"/>
              <a:gd name="connsiteY2" fmla="*/ 260929 h 6308726"/>
              <a:gd name="connsiteX3" fmla="*/ 11641138 w 11641138"/>
              <a:gd name="connsiteY3" fmla="*/ 6047797 h 6308726"/>
              <a:gd name="connsiteX4" fmla="*/ 11641138 w 11641138"/>
              <a:gd name="connsiteY4" fmla="*/ 6308726 h 6308726"/>
              <a:gd name="connsiteX5" fmla="*/ 11380209 w 11641138"/>
              <a:gd name="connsiteY5" fmla="*/ 6308726 h 6308726"/>
              <a:gd name="connsiteX6" fmla="*/ 7145339 w 11641138"/>
              <a:gd name="connsiteY6" fmla="*/ 6308726 h 6308726"/>
              <a:gd name="connsiteX7" fmla="*/ 260930 w 11641138"/>
              <a:gd name="connsiteY7" fmla="*/ 6308726 h 6308726"/>
              <a:gd name="connsiteX8" fmla="*/ 1 w 11641138"/>
              <a:gd name="connsiteY8" fmla="*/ 6047797 h 6308726"/>
              <a:gd name="connsiteX9" fmla="*/ 1 w 11641138"/>
              <a:gd name="connsiteY9" fmla="*/ 1276350 h 6308726"/>
              <a:gd name="connsiteX10" fmla="*/ 0 w 11641138"/>
              <a:gd name="connsiteY10" fmla="*/ 1276350 h 6308726"/>
              <a:gd name="connsiteX11" fmla="*/ 0 w 11641138"/>
              <a:gd name="connsiteY11" fmla="*/ 0 h 6308726"/>
              <a:gd name="connsiteX12" fmla="*/ 260930 w 11641138"/>
              <a:gd name="connsiteY12" fmla="*/ 0 h 6308726"/>
              <a:gd name="connsiteX13" fmla="*/ 7145339 w 11641138"/>
              <a:gd name="connsiteY13" fmla="*/ 0 h 630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641138" h="6308726">
                <a:moveTo>
                  <a:pt x="7145339" y="0"/>
                </a:moveTo>
                <a:lnTo>
                  <a:pt x="11641138" y="0"/>
                </a:lnTo>
                <a:lnTo>
                  <a:pt x="11641138" y="260929"/>
                </a:lnTo>
                <a:lnTo>
                  <a:pt x="11641138" y="6047797"/>
                </a:lnTo>
                <a:lnTo>
                  <a:pt x="11641138" y="6308726"/>
                </a:lnTo>
                <a:lnTo>
                  <a:pt x="11380209" y="6308726"/>
                </a:lnTo>
                <a:lnTo>
                  <a:pt x="7145339" y="6308726"/>
                </a:lnTo>
                <a:lnTo>
                  <a:pt x="260930" y="6308726"/>
                </a:lnTo>
                <a:cubicBezTo>
                  <a:pt x="116823" y="6308726"/>
                  <a:pt x="1" y="6191904"/>
                  <a:pt x="1" y="6047797"/>
                </a:cubicBezTo>
                <a:lnTo>
                  <a:pt x="1" y="1276350"/>
                </a:lnTo>
                <a:lnTo>
                  <a:pt x="0" y="1276350"/>
                </a:lnTo>
                <a:lnTo>
                  <a:pt x="0" y="0"/>
                </a:lnTo>
                <a:lnTo>
                  <a:pt x="260930" y="0"/>
                </a:lnTo>
                <a:lnTo>
                  <a:pt x="714533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013"/>
          </a:p>
        </p:txBody>
      </p:sp>
      <p:sp>
        <p:nvSpPr>
          <p:cNvPr id="2" name="Kn Logo">
            <a:extLst>
              <a:ext uri="{FF2B5EF4-FFF2-40B4-BE49-F238E27FC236}">
                <a16:creationId xmlns:a16="http://schemas.microsoft.com/office/drawing/2014/main" id="{B92061E7-2119-E8D7-BF8A-6BB00BC44D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52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-BG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2615DA-D06C-B7FD-C13C-E28514A44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C3209E0-8C1A-D3CC-09D9-A1CCA42EA0E8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147CA8-EC2D-68EC-5285-75585951E61C}"/>
              </a:ext>
            </a:extLst>
          </p:cNvPr>
          <p:cNvSpPr/>
          <p:nvPr/>
        </p:nvSpPr>
        <p:spPr>
          <a:xfrm>
            <a:off x="413145" y="0"/>
            <a:ext cx="8730854" cy="6308726"/>
          </a:xfrm>
          <a:custGeom>
            <a:avLst/>
            <a:gdLst>
              <a:gd name="connsiteX0" fmla="*/ 7145339 w 11641138"/>
              <a:gd name="connsiteY0" fmla="*/ 0 h 6308726"/>
              <a:gd name="connsiteX1" fmla="*/ 11641138 w 11641138"/>
              <a:gd name="connsiteY1" fmla="*/ 0 h 6308726"/>
              <a:gd name="connsiteX2" fmla="*/ 11641138 w 11641138"/>
              <a:gd name="connsiteY2" fmla="*/ 260929 h 6308726"/>
              <a:gd name="connsiteX3" fmla="*/ 11641138 w 11641138"/>
              <a:gd name="connsiteY3" fmla="*/ 6047797 h 6308726"/>
              <a:gd name="connsiteX4" fmla="*/ 11641138 w 11641138"/>
              <a:gd name="connsiteY4" fmla="*/ 6308726 h 6308726"/>
              <a:gd name="connsiteX5" fmla="*/ 11380209 w 11641138"/>
              <a:gd name="connsiteY5" fmla="*/ 6308726 h 6308726"/>
              <a:gd name="connsiteX6" fmla="*/ 7145339 w 11641138"/>
              <a:gd name="connsiteY6" fmla="*/ 6308726 h 6308726"/>
              <a:gd name="connsiteX7" fmla="*/ 260930 w 11641138"/>
              <a:gd name="connsiteY7" fmla="*/ 6308726 h 6308726"/>
              <a:gd name="connsiteX8" fmla="*/ 1 w 11641138"/>
              <a:gd name="connsiteY8" fmla="*/ 6047797 h 6308726"/>
              <a:gd name="connsiteX9" fmla="*/ 1 w 11641138"/>
              <a:gd name="connsiteY9" fmla="*/ 1276350 h 6308726"/>
              <a:gd name="connsiteX10" fmla="*/ 0 w 11641138"/>
              <a:gd name="connsiteY10" fmla="*/ 1276350 h 6308726"/>
              <a:gd name="connsiteX11" fmla="*/ 0 w 11641138"/>
              <a:gd name="connsiteY11" fmla="*/ 0 h 6308726"/>
              <a:gd name="connsiteX12" fmla="*/ 260930 w 11641138"/>
              <a:gd name="connsiteY12" fmla="*/ 0 h 6308726"/>
              <a:gd name="connsiteX13" fmla="*/ 7145339 w 11641138"/>
              <a:gd name="connsiteY13" fmla="*/ 0 h 630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641138" h="6308726">
                <a:moveTo>
                  <a:pt x="7145339" y="0"/>
                </a:moveTo>
                <a:lnTo>
                  <a:pt x="11641138" y="0"/>
                </a:lnTo>
                <a:lnTo>
                  <a:pt x="11641138" y="260929"/>
                </a:lnTo>
                <a:lnTo>
                  <a:pt x="11641138" y="6047797"/>
                </a:lnTo>
                <a:lnTo>
                  <a:pt x="11641138" y="6308726"/>
                </a:lnTo>
                <a:lnTo>
                  <a:pt x="11380209" y="6308726"/>
                </a:lnTo>
                <a:lnTo>
                  <a:pt x="7145339" y="6308726"/>
                </a:lnTo>
                <a:lnTo>
                  <a:pt x="260930" y="6308726"/>
                </a:lnTo>
                <a:cubicBezTo>
                  <a:pt x="116823" y="6308726"/>
                  <a:pt x="1" y="6191904"/>
                  <a:pt x="1" y="6047797"/>
                </a:cubicBezTo>
                <a:lnTo>
                  <a:pt x="1" y="1276350"/>
                </a:lnTo>
                <a:lnTo>
                  <a:pt x="0" y="1276350"/>
                </a:lnTo>
                <a:lnTo>
                  <a:pt x="0" y="0"/>
                </a:lnTo>
                <a:lnTo>
                  <a:pt x="260930" y="0"/>
                </a:lnTo>
                <a:lnTo>
                  <a:pt x="71453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 sz="1013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A4F0B008-A475-26D8-84AD-B30883412B2D}"/>
              </a:ext>
            </a:extLst>
          </p:cNvPr>
          <p:cNvSpPr>
            <a:spLocks noEditPoints="1"/>
          </p:cNvSpPr>
          <p:nvPr/>
        </p:nvSpPr>
        <p:spPr bwMode="auto">
          <a:xfrm>
            <a:off x="7292710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4043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square-no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A56F164-3933-26B7-19DB-6A26F9E711FC}"/>
              </a:ext>
            </a:extLst>
          </p:cNvPr>
          <p:cNvSpPr/>
          <p:nvPr/>
        </p:nvSpPr>
        <p:spPr>
          <a:xfrm>
            <a:off x="413148" y="550862"/>
            <a:ext cx="8317706" cy="5757862"/>
          </a:xfrm>
          <a:custGeom>
            <a:avLst/>
            <a:gdLst>
              <a:gd name="connsiteX0" fmla="*/ 262962 w 11090275"/>
              <a:gd name="connsiteY0" fmla="*/ 0 h 5757862"/>
              <a:gd name="connsiteX1" fmla="*/ 10827313 w 11090275"/>
              <a:gd name="connsiteY1" fmla="*/ 0 h 5757862"/>
              <a:gd name="connsiteX2" fmla="*/ 10827314 w 11090275"/>
              <a:gd name="connsiteY2" fmla="*/ 0 h 5757862"/>
              <a:gd name="connsiteX3" fmla="*/ 11090275 w 11090275"/>
              <a:gd name="connsiteY3" fmla="*/ 0 h 5757862"/>
              <a:gd name="connsiteX4" fmla="*/ 11090275 w 11090275"/>
              <a:gd name="connsiteY4" fmla="*/ 262962 h 5757862"/>
              <a:gd name="connsiteX5" fmla="*/ 11090275 w 11090275"/>
              <a:gd name="connsiteY5" fmla="*/ 2350679 h 5757862"/>
              <a:gd name="connsiteX6" fmla="*/ 11090275 w 11090275"/>
              <a:gd name="connsiteY6" fmla="*/ 5494900 h 5757862"/>
              <a:gd name="connsiteX7" fmla="*/ 11090275 w 11090275"/>
              <a:gd name="connsiteY7" fmla="*/ 5757862 h 5757862"/>
              <a:gd name="connsiteX8" fmla="*/ 10827313 w 11090275"/>
              <a:gd name="connsiteY8" fmla="*/ 5757862 h 5757862"/>
              <a:gd name="connsiteX9" fmla="*/ 6855778 w 11090275"/>
              <a:gd name="connsiteY9" fmla="*/ 5757862 h 5757862"/>
              <a:gd name="connsiteX10" fmla="*/ 262962 w 11090275"/>
              <a:gd name="connsiteY10" fmla="*/ 5757862 h 5757862"/>
              <a:gd name="connsiteX11" fmla="*/ 0 w 11090275"/>
              <a:gd name="connsiteY11" fmla="*/ 5494900 h 5757862"/>
              <a:gd name="connsiteX12" fmla="*/ 0 w 11090275"/>
              <a:gd name="connsiteY12" fmla="*/ 262962 h 5757862"/>
              <a:gd name="connsiteX13" fmla="*/ 0 w 11090275"/>
              <a:gd name="connsiteY13" fmla="*/ 262961 h 5757862"/>
              <a:gd name="connsiteX14" fmla="*/ 0 w 11090275"/>
              <a:gd name="connsiteY14" fmla="*/ 0 h 5757862"/>
              <a:gd name="connsiteX15" fmla="*/ 262961 w 11090275"/>
              <a:gd name="connsiteY15" fmla="*/ 0 h 5757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090275" h="5757862">
                <a:moveTo>
                  <a:pt x="262962" y="0"/>
                </a:moveTo>
                <a:lnTo>
                  <a:pt x="10827313" y="0"/>
                </a:lnTo>
                <a:lnTo>
                  <a:pt x="10827314" y="0"/>
                </a:lnTo>
                <a:lnTo>
                  <a:pt x="11090275" y="0"/>
                </a:lnTo>
                <a:lnTo>
                  <a:pt x="11090275" y="262962"/>
                </a:lnTo>
                <a:lnTo>
                  <a:pt x="11090275" y="2350679"/>
                </a:lnTo>
                <a:lnTo>
                  <a:pt x="11090275" y="5494900"/>
                </a:lnTo>
                <a:lnTo>
                  <a:pt x="11090275" y="5757862"/>
                </a:lnTo>
                <a:lnTo>
                  <a:pt x="10827313" y="5757862"/>
                </a:lnTo>
                <a:lnTo>
                  <a:pt x="6855778" y="5757862"/>
                </a:lnTo>
                <a:lnTo>
                  <a:pt x="262962" y="5757862"/>
                </a:lnTo>
                <a:cubicBezTo>
                  <a:pt x="117732" y="5757862"/>
                  <a:pt x="0" y="5640130"/>
                  <a:pt x="0" y="5494900"/>
                </a:cubicBezTo>
                <a:lnTo>
                  <a:pt x="0" y="262962"/>
                </a:lnTo>
                <a:lnTo>
                  <a:pt x="0" y="262961"/>
                </a:lnTo>
                <a:lnTo>
                  <a:pt x="0" y="0"/>
                </a:lnTo>
                <a:lnTo>
                  <a:pt x="26296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ECFDA7FF-C70C-E964-D607-F7CF038B2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6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C3C2-6AA4-ED81-6FB5-4C7786E20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53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_headline_blu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8E0F5F1-9B78-46D2-81E0-42E029BD49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339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_headline_grey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31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5087AA-5DF3-4D01-9964-46B2C4E606F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3148" y="2005014"/>
            <a:ext cx="6237684" cy="4305301"/>
          </a:xfrm>
        </p:spPr>
        <p:txBody>
          <a:bodyPr>
            <a:noAutofit/>
          </a:bodyPr>
          <a:lstStyle>
            <a:lvl1pPr>
              <a:spcBef>
                <a:spcPts val="225"/>
              </a:spcBef>
              <a:spcAft>
                <a:spcPts val="225"/>
              </a:spcAft>
              <a:defRPr/>
            </a:lvl1pPr>
            <a:lvl2pPr>
              <a:spcBef>
                <a:spcPts val="225"/>
              </a:spcBef>
              <a:spcAft>
                <a:spcPts val="225"/>
              </a:spcAft>
              <a:defRPr baseline="0"/>
            </a:lvl2pPr>
            <a:lvl3pPr>
              <a:spcBef>
                <a:spcPts val="225"/>
              </a:spcBef>
              <a:spcAft>
                <a:spcPts val="225"/>
              </a:spcAft>
              <a:defRPr baseline="0"/>
            </a:lvl3pPr>
            <a:lvl4pPr>
              <a:spcBef>
                <a:spcPts val="225"/>
              </a:spcBef>
              <a:spcAft>
                <a:spcPts val="225"/>
              </a:spcAft>
              <a:defRPr baseline="0"/>
            </a:lvl4pPr>
            <a:lvl5pPr>
              <a:spcBef>
                <a:spcPts val="225"/>
              </a:spcBef>
              <a:spcAft>
                <a:spcPts val="225"/>
              </a:spcAft>
              <a:defRPr baseline="0"/>
            </a:lvl5pPr>
          </a:lstStyle>
          <a:p>
            <a:pPr lvl="0"/>
            <a:r>
              <a:rPr lang="en-GB" noProof="0"/>
              <a:t>Master text format</a:t>
            </a:r>
          </a:p>
          <a:p>
            <a:pPr lvl="1"/>
            <a:r>
              <a:rPr lang="en-GB" noProof="0"/>
              <a:t>Level 1 bullet point</a:t>
            </a:r>
          </a:p>
          <a:p>
            <a:pPr lvl="2"/>
            <a:r>
              <a:rPr lang="en-GB" noProof="0"/>
              <a:t>Level 2 bullet point</a:t>
            </a:r>
          </a:p>
          <a:p>
            <a:pPr lvl="3"/>
            <a:r>
              <a:rPr lang="en-GB" noProof="0"/>
              <a:t>Level 3 bullet point</a:t>
            </a:r>
          </a:p>
          <a:p>
            <a:pPr lvl="4"/>
            <a:r>
              <a:rPr lang="en-GB" noProof="0"/>
              <a:t>Level 3 bullet point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FD3DB68B-B272-4424-A0EA-12B38B8ADA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52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762CF5-1EEE-52B4-2319-40A93F3D2043}"/>
              </a:ext>
            </a:extLst>
          </p:cNvPr>
          <p:cNvSpPr/>
          <p:nvPr/>
        </p:nvSpPr>
        <p:spPr>
          <a:xfrm>
            <a:off x="-1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/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13742" y="1989139"/>
            <a:ext cx="5198353" cy="39007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Section #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FA1EB11-A85E-47E0-B035-7E5551E387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2379216"/>
            <a:ext cx="5198353" cy="24896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4500" b="1" kern="1200" baseline="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Enter section title 60pt</a:t>
            </a: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677CA24D-15BD-1F09-539C-1204B71CC0C4}"/>
              </a:ext>
            </a:extLst>
          </p:cNvPr>
          <p:cNvSpPr/>
          <p:nvPr/>
        </p:nvSpPr>
        <p:spPr>
          <a:xfrm>
            <a:off x="0" y="1"/>
            <a:ext cx="9144000" cy="6308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29153612-C757-83D3-7396-F49287AE4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5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white_36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/>
            </a:lvl1pPr>
          </a:lstStyle>
          <a:p>
            <a:pPr lvl="0"/>
            <a:r>
              <a:rPr lang="en-GB"/>
              <a:t>Enter key message here 36pt</a:t>
            </a:r>
          </a:p>
        </p:txBody>
      </p:sp>
    </p:spTree>
    <p:extLst>
      <p:ext uri="{BB962C8B-B14F-4D97-AF65-F5344CB8AC3E}">
        <p14:creationId xmlns:p14="http://schemas.microsoft.com/office/powerpoint/2010/main" val="290121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BlueBG_36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key message here 36pt</a:t>
            </a:r>
          </a:p>
        </p:txBody>
      </p:sp>
    </p:spTree>
    <p:extLst>
      <p:ext uri="{BB962C8B-B14F-4D97-AF65-F5344CB8AC3E}">
        <p14:creationId xmlns:p14="http://schemas.microsoft.com/office/powerpoint/2010/main" val="114630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white_6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4500" b="1"/>
            </a:lvl1pPr>
          </a:lstStyle>
          <a:p>
            <a:pPr lvl="0"/>
            <a:r>
              <a:rPr lang="en-GB"/>
              <a:t>Enter key message here 60pt</a:t>
            </a:r>
          </a:p>
        </p:txBody>
      </p:sp>
    </p:spTree>
    <p:extLst>
      <p:ext uri="{BB962C8B-B14F-4D97-AF65-F5344CB8AC3E}">
        <p14:creationId xmlns:p14="http://schemas.microsoft.com/office/powerpoint/2010/main" val="1060505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_message_BlueBG_6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348726"/>
            <a:ext cx="6237683" cy="3960000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4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Enter key message here 60pt</a:t>
            </a:r>
          </a:p>
        </p:txBody>
      </p:sp>
    </p:spTree>
    <p:extLst>
      <p:ext uri="{BB962C8B-B14F-4D97-AF65-F5344CB8AC3E}">
        <p14:creationId xmlns:p14="http://schemas.microsoft.com/office/powerpoint/2010/main" val="389333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text_messag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/>
        </p:nvSpPr>
        <p:spPr bwMode="auto">
          <a:xfrm>
            <a:off x="588169" y="2350314"/>
            <a:ext cx="1469231" cy="1639887"/>
          </a:xfrm>
          <a:custGeom>
            <a:avLst/>
            <a:gdLst>
              <a:gd name="T0" fmla="*/ 1234 w 1234"/>
              <a:gd name="T1" fmla="*/ 517 h 1033"/>
              <a:gd name="T2" fmla="*/ 717 w 1234"/>
              <a:gd name="T3" fmla="*/ 0 h 1033"/>
              <a:gd name="T4" fmla="*/ 613 w 1234"/>
              <a:gd name="T5" fmla="*/ 104 h 1033"/>
              <a:gd name="T6" fmla="*/ 947 w 1234"/>
              <a:gd name="T7" fmla="*/ 437 h 1033"/>
              <a:gd name="T8" fmla="*/ 0 w 1234"/>
              <a:gd name="T9" fmla="*/ 437 h 1033"/>
              <a:gd name="T10" fmla="*/ 0 w 1234"/>
              <a:gd name="T11" fmla="*/ 584 h 1033"/>
              <a:gd name="T12" fmla="*/ 959 w 1234"/>
              <a:gd name="T13" fmla="*/ 584 h 1033"/>
              <a:gd name="T14" fmla="*/ 613 w 1234"/>
              <a:gd name="T15" fmla="*/ 929 h 1033"/>
              <a:gd name="T16" fmla="*/ 717 w 1234"/>
              <a:gd name="T17" fmla="*/ 1033 h 1033"/>
              <a:gd name="T18" fmla="*/ 1234 w 1234"/>
              <a:gd name="T19" fmla="*/ 517 h 1033"/>
              <a:gd name="T20" fmla="*/ 1234 w 1234"/>
              <a:gd name="T21" fmla="*/ 517 h 1033"/>
              <a:gd name="T22" fmla="*/ 1234 w 1234"/>
              <a:gd name="T23" fmla="*/ 517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34" h="1033">
                <a:moveTo>
                  <a:pt x="1234" y="517"/>
                </a:moveTo>
                <a:lnTo>
                  <a:pt x="717" y="0"/>
                </a:lnTo>
                <a:lnTo>
                  <a:pt x="613" y="104"/>
                </a:lnTo>
                <a:lnTo>
                  <a:pt x="947" y="437"/>
                </a:lnTo>
                <a:lnTo>
                  <a:pt x="0" y="437"/>
                </a:lnTo>
                <a:lnTo>
                  <a:pt x="0" y="584"/>
                </a:lnTo>
                <a:lnTo>
                  <a:pt x="959" y="584"/>
                </a:lnTo>
                <a:lnTo>
                  <a:pt x="613" y="929"/>
                </a:lnTo>
                <a:lnTo>
                  <a:pt x="717" y="1033"/>
                </a:lnTo>
                <a:lnTo>
                  <a:pt x="1234" y="517"/>
                </a:lnTo>
                <a:lnTo>
                  <a:pt x="1234" y="517"/>
                </a:lnTo>
                <a:lnTo>
                  <a:pt x="1234" y="517"/>
                </a:lnTo>
                <a:close/>
              </a:path>
            </a:pathLst>
          </a:custGeom>
          <a:solidFill>
            <a:srgbClr val="0033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492831" y="2350313"/>
            <a:ext cx="5197500" cy="3240000"/>
          </a:xfrm>
        </p:spPr>
        <p:txBody>
          <a:bodyPr anchor="t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tx2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18932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text_mess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595313" y="2350314"/>
            <a:ext cx="1454944" cy="1622425"/>
          </a:xfrm>
          <a:custGeom>
            <a:avLst/>
            <a:gdLst>
              <a:gd name="T0" fmla="*/ 1222 w 1222"/>
              <a:gd name="T1" fmla="*/ 511 h 1022"/>
              <a:gd name="T2" fmla="*/ 710 w 1222"/>
              <a:gd name="T3" fmla="*/ 0 h 1022"/>
              <a:gd name="T4" fmla="*/ 607 w 1222"/>
              <a:gd name="T5" fmla="*/ 103 h 1022"/>
              <a:gd name="T6" fmla="*/ 938 w 1222"/>
              <a:gd name="T7" fmla="*/ 433 h 1022"/>
              <a:gd name="T8" fmla="*/ 0 w 1222"/>
              <a:gd name="T9" fmla="*/ 433 h 1022"/>
              <a:gd name="T10" fmla="*/ 0 w 1222"/>
              <a:gd name="T11" fmla="*/ 577 h 1022"/>
              <a:gd name="T12" fmla="*/ 950 w 1222"/>
              <a:gd name="T13" fmla="*/ 577 h 1022"/>
              <a:gd name="T14" fmla="*/ 607 w 1222"/>
              <a:gd name="T15" fmla="*/ 919 h 1022"/>
              <a:gd name="T16" fmla="*/ 710 w 1222"/>
              <a:gd name="T17" fmla="*/ 1022 h 1022"/>
              <a:gd name="T18" fmla="*/ 1222 w 1222"/>
              <a:gd name="T19" fmla="*/ 511 h 1022"/>
              <a:gd name="T20" fmla="*/ 1222 w 1222"/>
              <a:gd name="T21" fmla="*/ 511 h 1022"/>
              <a:gd name="T22" fmla="*/ 1222 w 1222"/>
              <a:gd name="T23" fmla="*/ 511 h 10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22" h="1022">
                <a:moveTo>
                  <a:pt x="1222" y="511"/>
                </a:moveTo>
                <a:lnTo>
                  <a:pt x="710" y="0"/>
                </a:lnTo>
                <a:lnTo>
                  <a:pt x="607" y="103"/>
                </a:lnTo>
                <a:lnTo>
                  <a:pt x="938" y="433"/>
                </a:lnTo>
                <a:lnTo>
                  <a:pt x="0" y="433"/>
                </a:lnTo>
                <a:lnTo>
                  <a:pt x="0" y="577"/>
                </a:lnTo>
                <a:lnTo>
                  <a:pt x="950" y="577"/>
                </a:lnTo>
                <a:lnTo>
                  <a:pt x="607" y="919"/>
                </a:lnTo>
                <a:lnTo>
                  <a:pt x="710" y="1022"/>
                </a:lnTo>
                <a:lnTo>
                  <a:pt x="1222" y="511"/>
                </a:lnTo>
                <a:lnTo>
                  <a:pt x="1222" y="511"/>
                </a:lnTo>
                <a:lnTo>
                  <a:pt x="1222" y="5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492831" y="2350313"/>
            <a:ext cx="5197500" cy="3240000"/>
          </a:xfrm>
        </p:spPr>
        <p:txBody>
          <a:bodyPr anchor="t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260492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set_images+text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2862D58-44DF-7B7C-1539-4750511553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983391"/>
            <a:ext cx="2338388" cy="5325334"/>
          </a:xfrm>
          <a:custGeom>
            <a:avLst/>
            <a:gdLst>
              <a:gd name="connsiteX0" fmla="*/ 1 w 3117850"/>
              <a:gd name="connsiteY0" fmla="*/ 0 h 5325334"/>
              <a:gd name="connsiteX1" fmla="*/ 3117850 w 3117850"/>
              <a:gd name="connsiteY1" fmla="*/ 0 h 5325334"/>
              <a:gd name="connsiteX2" fmla="*/ 3117850 w 3117850"/>
              <a:gd name="connsiteY2" fmla="*/ 5044806 h 5325334"/>
              <a:gd name="connsiteX3" fmla="*/ 3112233 w 3117850"/>
              <a:gd name="connsiteY3" fmla="*/ 5100526 h 5325334"/>
              <a:gd name="connsiteX4" fmla="*/ 2945994 w 3117850"/>
              <a:gd name="connsiteY4" fmla="*/ 5303210 h 5325334"/>
              <a:gd name="connsiteX5" fmla="*/ 2836407 w 3117850"/>
              <a:gd name="connsiteY5" fmla="*/ 5325334 h 5325334"/>
              <a:gd name="connsiteX6" fmla="*/ 281546 w 3117850"/>
              <a:gd name="connsiteY6" fmla="*/ 5325334 h 5325334"/>
              <a:gd name="connsiteX7" fmla="*/ 0 w 3117850"/>
              <a:gd name="connsiteY7" fmla="*/ 5325334 h 5325334"/>
              <a:gd name="connsiteX8" fmla="*/ 0 w 3117850"/>
              <a:gd name="connsiteY8" fmla="*/ 274637 h 5325334"/>
              <a:gd name="connsiteX9" fmla="*/ 1 w 3117850"/>
              <a:gd name="connsiteY9" fmla="*/ 274637 h 532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17850" h="5325334">
                <a:moveTo>
                  <a:pt x="1" y="0"/>
                </a:moveTo>
                <a:lnTo>
                  <a:pt x="3117850" y="0"/>
                </a:lnTo>
                <a:lnTo>
                  <a:pt x="3117850" y="5044806"/>
                </a:lnTo>
                <a:lnTo>
                  <a:pt x="3112233" y="5100526"/>
                </a:lnTo>
                <a:cubicBezTo>
                  <a:pt x="3093480" y="5192168"/>
                  <a:pt x="3030205" y="5267591"/>
                  <a:pt x="2945994" y="5303210"/>
                </a:cubicBezTo>
                <a:lnTo>
                  <a:pt x="2836407" y="5325334"/>
                </a:lnTo>
                <a:lnTo>
                  <a:pt x="281546" y="5325334"/>
                </a:lnTo>
                <a:lnTo>
                  <a:pt x="0" y="5325334"/>
                </a:lnTo>
                <a:lnTo>
                  <a:pt x="0" y="274637"/>
                </a:lnTo>
                <a:lnTo>
                  <a:pt x="1" y="27463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5E3DF12-3E8B-B785-6668-172B74D49E6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7112" y="2"/>
            <a:ext cx="2836889" cy="3428999"/>
          </a:xfrm>
          <a:custGeom>
            <a:avLst/>
            <a:gdLst>
              <a:gd name="connsiteX0" fmla="*/ 0 w 3782519"/>
              <a:gd name="connsiteY0" fmla="*/ 0 h 3428999"/>
              <a:gd name="connsiteX1" fmla="*/ 3782519 w 3782519"/>
              <a:gd name="connsiteY1" fmla="*/ 0 h 3428999"/>
              <a:gd name="connsiteX2" fmla="*/ 3782519 w 3782519"/>
              <a:gd name="connsiteY2" fmla="*/ 266707 h 3428999"/>
              <a:gd name="connsiteX3" fmla="*/ 3782519 w 3782519"/>
              <a:gd name="connsiteY3" fmla="*/ 1989138 h 3428999"/>
              <a:gd name="connsiteX4" fmla="*/ 3782519 w 3782519"/>
              <a:gd name="connsiteY4" fmla="*/ 3162291 h 3428999"/>
              <a:gd name="connsiteX5" fmla="*/ 3782519 w 3782519"/>
              <a:gd name="connsiteY5" fmla="*/ 3428999 h 3428999"/>
              <a:gd name="connsiteX6" fmla="*/ 3515811 w 3782519"/>
              <a:gd name="connsiteY6" fmla="*/ 3428999 h 3428999"/>
              <a:gd name="connsiteX7" fmla="*/ 2468069 w 3782519"/>
              <a:gd name="connsiteY7" fmla="*/ 3428999 h 3428999"/>
              <a:gd name="connsiteX8" fmla="*/ 266708 w 3782519"/>
              <a:gd name="connsiteY8" fmla="*/ 3428999 h 3428999"/>
              <a:gd name="connsiteX9" fmla="*/ 0 w 3782519"/>
              <a:gd name="connsiteY9" fmla="*/ 3162291 h 3428999"/>
              <a:gd name="connsiteX10" fmla="*/ 0 w 3782519"/>
              <a:gd name="connsiteY10" fmla="*/ 1989138 h 3428999"/>
              <a:gd name="connsiteX11" fmla="*/ 0 w 3782519"/>
              <a:gd name="connsiteY11" fmla="*/ 266707 h 3428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82519" h="3428999">
                <a:moveTo>
                  <a:pt x="0" y="0"/>
                </a:moveTo>
                <a:lnTo>
                  <a:pt x="3782519" y="0"/>
                </a:lnTo>
                <a:lnTo>
                  <a:pt x="3782519" y="266707"/>
                </a:lnTo>
                <a:lnTo>
                  <a:pt x="3782519" y="1989138"/>
                </a:lnTo>
                <a:lnTo>
                  <a:pt x="3782519" y="3162291"/>
                </a:lnTo>
                <a:lnTo>
                  <a:pt x="3782519" y="3428999"/>
                </a:lnTo>
                <a:lnTo>
                  <a:pt x="3515811" y="3428999"/>
                </a:lnTo>
                <a:lnTo>
                  <a:pt x="2468069" y="3428999"/>
                </a:lnTo>
                <a:lnTo>
                  <a:pt x="266708" y="3428999"/>
                </a:lnTo>
                <a:cubicBezTo>
                  <a:pt x="119409" y="3428999"/>
                  <a:pt x="0" y="3309590"/>
                  <a:pt x="0" y="3162291"/>
                </a:cubicBezTo>
                <a:lnTo>
                  <a:pt x="0" y="1989138"/>
                </a:lnTo>
                <a:lnTo>
                  <a:pt x="0" y="26670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12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D4841382-026C-6687-ABB0-1979659BD3B7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921376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2C3C71C-0A91-AB2C-23BF-F0EEEC7A63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6889" y="2004627"/>
            <a:ext cx="2915468" cy="2887664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344644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fset_images+text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2862D58-44DF-7B7C-1539-4750511553F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564224"/>
            <a:ext cx="2716744" cy="5724000"/>
          </a:xfrm>
          <a:custGeom>
            <a:avLst/>
            <a:gdLst>
              <a:gd name="connsiteX0" fmla="*/ 1 w 3117850"/>
              <a:gd name="connsiteY0" fmla="*/ 0 h 5325334"/>
              <a:gd name="connsiteX1" fmla="*/ 3117850 w 3117850"/>
              <a:gd name="connsiteY1" fmla="*/ 0 h 5325334"/>
              <a:gd name="connsiteX2" fmla="*/ 3117850 w 3117850"/>
              <a:gd name="connsiteY2" fmla="*/ 5044806 h 5325334"/>
              <a:gd name="connsiteX3" fmla="*/ 3112233 w 3117850"/>
              <a:gd name="connsiteY3" fmla="*/ 5100526 h 5325334"/>
              <a:gd name="connsiteX4" fmla="*/ 2945994 w 3117850"/>
              <a:gd name="connsiteY4" fmla="*/ 5303210 h 5325334"/>
              <a:gd name="connsiteX5" fmla="*/ 2836407 w 3117850"/>
              <a:gd name="connsiteY5" fmla="*/ 5325334 h 5325334"/>
              <a:gd name="connsiteX6" fmla="*/ 281546 w 3117850"/>
              <a:gd name="connsiteY6" fmla="*/ 5325334 h 5325334"/>
              <a:gd name="connsiteX7" fmla="*/ 0 w 3117850"/>
              <a:gd name="connsiteY7" fmla="*/ 5325334 h 5325334"/>
              <a:gd name="connsiteX8" fmla="*/ 0 w 3117850"/>
              <a:gd name="connsiteY8" fmla="*/ 274637 h 5325334"/>
              <a:gd name="connsiteX9" fmla="*/ 1 w 3117850"/>
              <a:gd name="connsiteY9" fmla="*/ 274637 h 532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17850" h="5325334">
                <a:moveTo>
                  <a:pt x="1" y="0"/>
                </a:moveTo>
                <a:lnTo>
                  <a:pt x="3117850" y="0"/>
                </a:lnTo>
                <a:lnTo>
                  <a:pt x="3117850" y="5044806"/>
                </a:lnTo>
                <a:lnTo>
                  <a:pt x="3112233" y="5100526"/>
                </a:lnTo>
                <a:cubicBezTo>
                  <a:pt x="3093480" y="5192168"/>
                  <a:pt x="3030205" y="5267591"/>
                  <a:pt x="2945994" y="5303210"/>
                </a:cubicBezTo>
                <a:lnTo>
                  <a:pt x="2836407" y="5325334"/>
                </a:lnTo>
                <a:lnTo>
                  <a:pt x="281546" y="5325334"/>
                </a:lnTo>
                <a:lnTo>
                  <a:pt x="0" y="5325334"/>
                </a:lnTo>
                <a:lnTo>
                  <a:pt x="0" y="274637"/>
                </a:lnTo>
                <a:lnTo>
                  <a:pt x="1" y="27463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AB45EAB-927E-55C6-0378-0E49AFE336B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4627" y="2830803"/>
            <a:ext cx="1849373" cy="3486150"/>
          </a:xfrm>
          <a:custGeom>
            <a:avLst/>
            <a:gdLst>
              <a:gd name="connsiteX0" fmla="*/ 0 w 2465830"/>
              <a:gd name="connsiteY0" fmla="*/ 0 h 3486150"/>
              <a:gd name="connsiteX1" fmla="*/ 2465830 w 2465830"/>
              <a:gd name="connsiteY1" fmla="*/ 0 h 3486150"/>
              <a:gd name="connsiteX2" fmla="*/ 2465830 w 2465830"/>
              <a:gd name="connsiteY2" fmla="*/ 3486150 h 3486150"/>
              <a:gd name="connsiteX3" fmla="*/ 2182079 w 2465830"/>
              <a:gd name="connsiteY3" fmla="*/ 3486150 h 3486150"/>
              <a:gd name="connsiteX4" fmla="*/ 1698398 w 2465830"/>
              <a:gd name="connsiteY4" fmla="*/ 3486150 h 3486150"/>
              <a:gd name="connsiteX5" fmla="*/ 287845 w 2465830"/>
              <a:gd name="connsiteY5" fmla="*/ 3486150 h 3486150"/>
              <a:gd name="connsiteX6" fmla="*/ 0 w 2465830"/>
              <a:gd name="connsiteY6" fmla="*/ 3198305 h 3486150"/>
              <a:gd name="connsiteX7" fmla="*/ 0 w 2465830"/>
              <a:gd name="connsiteY7" fmla="*/ 598197 h 3486150"/>
              <a:gd name="connsiteX8" fmla="*/ 0 w 2465830"/>
              <a:gd name="connsiteY8" fmla="*/ 284153 h 3486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65830" h="3486150">
                <a:moveTo>
                  <a:pt x="0" y="0"/>
                </a:moveTo>
                <a:lnTo>
                  <a:pt x="2465830" y="0"/>
                </a:lnTo>
                <a:lnTo>
                  <a:pt x="2465830" y="3486150"/>
                </a:lnTo>
                <a:lnTo>
                  <a:pt x="2182079" y="3486150"/>
                </a:lnTo>
                <a:lnTo>
                  <a:pt x="1698398" y="3486150"/>
                </a:lnTo>
                <a:lnTo>
                  <a:pt x="287845" y="3486150"/>
                </a:lnTo>
                <a:cubicBezTo>
                  <a:pt x="128873" y="3486150"/>
                  <a:pt x="0" y="3357277"/>
                  <a:pt x="0" y="3198305"/>
                </a:cubicBezTo>
                <a:lnTo>
                  <a:pt x="0" y="598197"/>
                </a:lnTo>
                <a:lnTo>
                  <a:pt x="0" y="284153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bIns="612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67857F6D-69AE-599F-5238-BE8F66F09F2D}"/>
              </a:ext>
            </a:extLst>
          </p:cNvPr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234D0FB-9AD0-2DDB-2533-14FB4290FD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5032" y="2004627"/>
            <a:ext cx="3365799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172703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dark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FFEEC22-512B-285E-CFC2-28FE671615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04627"/>
            <a:ext cx="3365799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accent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417380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light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085448A-621E-F38F-3D08-63AA10473F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13680"/>
            <a:ext cx="3102261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accent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199823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light+text_blue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5B8030B-F222-8F67-C64F-41A09595C15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13680"/>
            <a:ext cx="3102261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77893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image_dark+text_blue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C7E1D26-392C-439E-5E89-C2C55B5F1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608" y="2013680"/>
            <a:ext cx="3102261" cy="2864237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key message 36pt</a:t>
            </a:r>
          </a:p>
        </p:txBody>
      </p:sp>
    </p:spTree>
    <p:extLst>
      <p:ext uri="{BB962C8B-B14F-4D97-AF65-F5344CB8AC3E}">
        <p14:creationId xmlns:p14="http://schemas.microsoft.com/office/powerpoint/2010/main" val="324806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mockup-imag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-3085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3240000" tIns="0" anchor="ctr"/>
          <a:lstStyle>
            <a:lvl1pPr marL="0" indent="0" algn="l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84630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mockup-imag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-3085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3240000" tIns="0" anchor="ctr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5611501" y="1639758"/>
            <a:ext cx="3112286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177479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7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right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269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+right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00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+right_half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48835D9B-F18E-92AF-7FB4-0F03A1374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827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+right_half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accent6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859770DA-1E90-989E-E7A8-726FCCC8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00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+Left_half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56637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202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592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2593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_text+BlueB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1D6798-1D0C-5A45-BD8D-5A408649AEE2}"/>
              </a:ext>
            </a:extLst>
          </p:cNvPr>
          <p:cNvSpPr/>
          <p:nvPr/>
        </p:nvSpPr>
        <p:spPr>
          <a:xfrm>
            <a:off x="3014269" y="0"/>
            <a:ext cx="612973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8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1D87EA0D-A6C4-41A6-AAB9-2CEB0B7B0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380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_text+GreyB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2B17B3-2816-E44E-9EBC-CB2786835C76}"/>
              </a:ext>
            </a:extLst>
          </p:cNvPr>
          <p:cNvSpPr/>
          <p:nvPr/>
        </p:nvSpPr>
        <p:spPr>
          <a:xfrm>
            <a:off x="3014268" y="0"/>
            <a:ext cx="612973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7291387" y="563563"/>
            <a:ext cx="1431000" cy="378000"/>
          </a:xfrm>
          <a:custGeom>
            <a:avLst/>
            <a:gdLst>
              <a:gd name="T0" fmla="*/ 3244 w 3609"/>
              <a:gd name="T1" fmla="*/ 212 h 723"/>
              <a:gd name="T2" fmla="*/ 3281 w 3609"/>
              <a:gd name="T3" fmla="*/ 247 h 723"/>
              <a:gd name="T4" fmla="*/ 3237 w 3609"/>
              <a:gd name="T5" fmla="*/ 283 h 723"/>
              <a:gd name="T6" fmla="*/ 3012 w 3609"/>
              <a:gd name="T7" fmla="*/ 638 h 723"/>
              <a:gd name="T8" fmla="*/ 3150 w 3609"/>
              <a:gd name="T9" fmla="*/ 710 h 723"/>
              <a:gd name="T10" fmla="*/ 3293 w 3609"/>
              <a:gd name="T11" fmla="*/ 720 h 723"/>
              <a:gd name="T12" fmla="*/ 3440 w 3609"/>
              <a:gd name="T13" fmla="*/ 665 h 723"/>
              <a:gd name="T14" fmla="*/ 3342 w 3609"/>
              <a:gd name="T15" fmla="*/ 645 h 723"/>
              <a:gd name="T16" fmla="*/ 3288 w 3609"/>
              <a:gd name="T17" fmla="*/ 316 h 723"/>
              <a:gd name="T18" fmla="*/ 3326 w 3609"/>
              <a:gd name="T19" fmla="*/ 232 h 723"/>
              <a:gd name="T20" fmla="*/ 3277 w 3609"/>
              <a:gd name="T21" fmla="*/ 173 h 723"/>
              <a:gd name="T22" fmla="*/ 3205 w 3609"/>
              <a:gd name="T23" fmla="*/ 176 h 723"/>
              <a:gd name="T24" fmla="*/ 3162 w 3609"/>
              <a:gd name="T25" fmla="*/ 240 h 723"/>
              <a:gd name="T26" fmla="*/ 3213 w 3609"/>
              <a:gd name="T27" fmla="*/ 320 h 723"/>
              <a:gd name="T28" fmla="*/ 3129 w 3609"/>
              <a:gd name="T29" fmla="*/ 638 h 723"/>
              <a:gd name="T30" fmla="*/ 2886 w 3609"/>
              <a:gd name="T31" fmla="*/ 304 h 723"/>
              <a:gd name="T32" fmla="*/ 2953 w 3609"/>
              <a:gd name="T33" fmla="*/ 144 h 723"/>
              <a:gd name="T34" fmla="*/ 3088 w 3609"/>
              <a:gd name="T35" fmla="*/ 35 h 723"/>
              <a:gd name="T36" fmla="*/ 3245 w 3609"/>
              <a:gd name="T37" fmla="*/ 0 h 723"/>
              <a:gd name="T38" fmla="*/ 3418 w 3609"/>
              <a:gd name="T39" fmla="*/ 43 h 723"/>
              <a:gd name="T40" fmla="*/ 3547 w 3609"/>
              <a:gd name="T41" fmla="*/ 157 h 723"/>
              <a:gd name="T42" fmla="*/ 3607 w 3609"/>
              <a:gd name="T43" fmla="*/ 322 h 723"/>
              <a:gd name="T44" fmla="*/ 3591 w 3609"/>
              <a:gd name="T45" fmla="*/ 471 h 723"/>
              <a:gd name="T46" fmla="*/ 3474 w 3609"/>
              <a:gd name="T47" fmla="*/ 548 h 723"/>
              <a:gd name="T48" fmla="*/ 3541 w 3609"/>
              <a:gd name="T49" fmla="*/ 358 h 723"/>
              <a:gd name="T50" fmla="*/ 3505 w 3609"/>
              <a:gd name="T51" fmla="*/ 217 h 723"/>
              <a:gd name="T52" fmla="*/ 3410 w 3609"/>
              <a:gd name="T53" fmla="*/ 112 h 723"/>
              <a:gd name="T54" fmla="*/ 3275 w 3609"/>
              <a:gd name="T55" fmla="*/ 63 h 723"/>
              <a:gd name="T56" fmla="*/ 3144 w 3609"/>
              <a:gd name="T57" fmla="*/ 80 h 723"/>
              <a:gd name="T58" fmla="*/ 3027 w 3609"/>
              <a:gd name="T59" fmla="*/ 160 h 723"/>
              <a:gd name="T60" fmla="*/ 2959 w 3609"/>
              <a:gd name="T61" fmla="*/ 285 h 723"/>
              <a:gd name="T62" fmla="*/ 2967 w 3609"/>
              <a:gd name="T63" fmla="*/ 459 h 723"/>
              <a:gd name="T64" fmla="*/ 2932 w 3609"/>
              <a:gd name="T65" fmla="*/ 543 h 723"/>
              <a:gd name="T66" fmla="*/ 2882 w 3609"/>
              <a:gd name="T67" fmla="*/ 393 h 723"/>
              <a:gd name="T68" fmla="*/ 2569 w 3609"/>
              <a:gd name="T69" fmla="*/ 472 h 723"/>
              <a:gd name="T70" fmla="*/ 2520 w 3609"/>
              <a:gd name="T71" fmla="*/ 297 h 723"/>
              <a:gd name="T72" fmla="*/ 2115 w 3609"/>
              <a:gd name="T73" fmla="*/ 302 h 723"/>
              <a:gd name="T74" fmla="*/ 2200 w 3609"/>
              <a:gd name="T75" fmla="*/ 242 h 723"/>
              <a:gd name="T76" fmla="*/ 2283 w 3609"/>
              <a:gd name="T77" fmla="*/ 266 h 723"/>
              <a:gd name="T78" fmla="*/ 2249 w 3609"/>
              <a:gd name="T79" fmla="*/ 310 h 723"/>
              <a:gd name="T80" fmla="*/ 2201 w 3609"/>
              <a:gd name="T81" fmla="*/ 293 h 723"/>
              <a:gd name="T82" fmla="*/ 2162 w 3609"/>
              <a:gd name="T83" fmla="*/ 360 h 723"/>
              <a:gd name="T84" fmla="*/ 2210 w 3609"/>
              <a:gd name="T85" fmla="*/ 430 h 723"/>
              <a:gd name="T86" fmla="*/ 2311 w 3609"/>
              <a:gd name="T87" fmla="*/ 347 h 723"/>
              <a:gd name="T88" fmla="*/ 2220 w 3609"/>
              <a:gd name="T89" fmla="*/ 480 h 723"/>
              <a:gd name="T90" fmla="*/ 2126 w 3609"/>
              <a:gd name="T91" fmla="*/ 440 h 723"/>
              <a:gd name="T92" fmla="*/ 1974 w 3609"/>
              <a:gd name="T93" fmla="*/ 307 h 723"/>
              <a:gd name="T94" fmla="*/ 1942 w 3609"/>
              <a:gd name="T95" fmla="*/ 248 h 723"/>
              <a:gd name="T96" fmla="*/ 1692 w 3609"/>
              <a:gd name="T97" fmla="*/ 248 h 723"/>
              <a:gd name="T98" fmla="*/ 1592 w 3609"/>
              <a:gd name="T99" fmla="*/ 383 h 723"/>
              <a:gd name="T100" fmla="*/ 1241 w 3609"/>
              <a:gd name="T101" fmla="*/ 383 h 723"/>
              <a:gd name="T102" fmla="*/ 990 w 3609"/>
              <a:gd name="T103" fmla="*/ 472 h 723"/>
              <a:gd name="T104" fmla="*/ 681 w 3609"/>
              <a:gd name="T105" fmla="*/ 472 h 723"/>
              <a:gd name="T106" fmla="*/ 740 w 3609"/>
              <a:gd name="T107" fmla="*/ 248 h 723"/>
              <a:gd name="T108" fmla="*/ 526 w 3609"/>
              <a:gd name="T109" fmla="*/ 336 h 723"/>
              <a:gd name="T110" fmla="*/ 226 w 3609"/>
              <a:gd name="T111" fmla="*/ 417 h 723"/>
              <a:gd name="T112" fmla="*/ 292 w 3609"/>
              <a:gd name="T113" fmla="*/ 478 h 723"/>
              <a:gd name="T114" fmla="*/ 374 w 3609"/>
              <a:gd name="T115" fmla="*/ 468 h 723"/>
              <a:gd name="T116" fmla="*/ 418 w 3609"/>
              <a:gd name="T117" fmla="*/ 380 h 723"/>
              <a:gd name="T118" fmla="*/ 336 w 3609"/>
              <a:gd name="T119" fmla="*/ 427 h 723"/>
              <a:gd name="T120" fmla="*/ 283 w 3609"/>
              <a:gd name="T121" fmla="*/ 398 h 723"/>
              <a:gd name="T122" fmla="*/ 201 w 3609"/>
              <a:gd name="T123" fmla="*/ 472 h 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609" h="723">
                <a:moveTo>
                  <a:pt x="3208" y="247"/>
                </a:moveTo>
                <a:lnTo>
                  <a:pt x="3208" y="247"/>
                </a:lnTo>
                <a:lnTo>
                  <a:pt x="3210" y="240"/>
                </a:lnTo>
                <a:lnTo>
                  <a:pt x="3212" y="233"/>
                </a:lnTo>
                <a:lnTo>
                  <a:pt x="3215" y="227"/>
                </a:lnTo>
                <a:lnTo>
                  <a:pt x="3220" y="222"/>
                </a:lnTo>
                <a:lnTo>
                  <a:pt x="3225" y="217"/>
                </a:lnTo>
                <a:lnTo>
                  <a:pt x="3231" y="214"/>
                </a:lnTo>
                <a:lnTo>
                  <a:pt x="3237" y="212"/>
                </a:lnTo>
                <a:lnTo>
                  <a:pt x="3244" y="212"/>
                </a:lnTo>
                <a:lnTo>
                  <a:pt x="3244" y="212"/>
                </a:lnTo>
                <a:lnTo>
                  <a:pt x="3252" y="212"/>
                </a:lnTo>
                <a:lnTo>
                  <a:pt x="3258" y="214"/>
                </a:lnTo>
                <a:lnTo>
                  <a:pt x="3265" y="217"/>
                </a:lnTo>
                <a:lnTo>
                  <a:pt x="3271" y="222"/>
                </a:lnTo>
                <a:lnTo>
                  <a:pt x="3275" y="227"/>
                </a:lnTo>
                <a:lnTo>
                  <a:pt x="3278" y="233"/>
                </a:lnTo>
                <a:lnTo>
                  <a:pt x="3281" y="240"/>
                </a:lnTo>
                <a:lnTo>
                  <a:pt x="3281" y="247"/>
                </a:lnTo>
                <a:lnTo>
                  <a:pt x="3281" y="247"/>
                </a:lnTo>
                <a:lnTo>
                  <a:pt x="3281" y="255"/>
                </a:lnTo>
                <a:lnTo>
                  <a:pt x="3278" y="262"/>
                </a:lnTo>
                <a:lnTo>
                  <a:pt x="3275" y="268"/>
                </a:lnTo>
                <a:lnTo>
                  <a:pt x="3271" y="273"/>
                </a:lnTo>
                <a:lnTo>
                  <a:pt x="3265" y="277"/>
                </a:lnTo>
                <a:lnTo>
                  <a:pt x="3258" y="281"/>
                </a:lnTo>
                <a:lnTo>
                  <a:pt x="3252" y="283"/>
                </a:lnTo>
                <a:lnTo>
                  <a:pt x="3244" y="284"/>
                </a:lnTo>
                <a:lnTo>
                  <a:pt x="3244" y="284"/>
                </a:lnTo>
                <a:lnTo>
                  <a:pt x="3237" y="283"/>
                </a:lnTo>
                <a:lnTo>
                  <a:pt x="3231" y="281"/>
                </a:lnTo>
                <a:lnTo>
                  <a:pt x="3225" y="277"/>
                </a:lnTo>
                <a:lnTo>
                  <a:pt x="3220" y="273"/>
                </a:lnTo>
                <a:lnTo>
                  <a:pt x="3215" y="268"/>
                </a:lnTo>
                <a:lnTo>
                  <a:pt x="3212" y="262"/>
                </a:lnTo>
                <a:lnTo>
                  <a:pt x="3210" y="255"/>
                </a:lnTo>
                <a:lnTo>
                  <a:pt x="3208" y="247"/>
                </a:lnTo>
                <a:lnTo>
                  <a:pt x="3208" y="247"/>
                </a:lnTo>
                <a:close/>
                <a:moveTo>
                  <a:pt x="3012" y="638"/>
                </a:moveTo>
                <a:lnTo>
                  <a:pt x="3012" y="638"/>
                </a:lnTo>
                <a:lnTo>
                  <a:pt x="3024" y="648"/>
                </a:lnTo>
                <a:lnTo>
                  <a:pt x="3037" y="656"/>
                </a:lnTo>
                <a:lnTo>
                  <a:pt x="3050" y="665"/>
                </a:lnTo>
                <a:lnTo>
                  <a:pt x="3063" y="674"/>
                </a:lnTo>
                <a:lnTo>
                  <a:pt x="3076" y="682"/>
                </a:lnTo>
                <a:lnTo>
                  <a:pt x="3091" y="689"/>
                </a:lnTo>
                <a:lnTo>
                  <a:pt x="3105" y="695"/>
                </a:lnTo>
                <a:lnTo>
                  <a:pt x="3120" y="701"/>
                </a:lnTo>
                <a:lnTo>
                  <a:pt x="3134" y="705"/>
                </a:lnTo>
                <a:lnTo>
                  <a:pt x="3150" y="710"/>
                </a:lnTo>
                <a:lnTo>
                  <a:pt x="3165" y="714"/>
                </a:lnTo>
                <a:lnTo>
                  <a:pt x="3181" y="717"/>
                </a:lnTo>
                <a:lnTo>
                  <a:pt x="3196" y="720"/>
                </a:lnTo>
                <a:lnTo>
                  <a:pt x="3213" y="721"/>
                </a:lnTo>
                <a:lnTo>
                  <a:pt x="3228" y="722"/>
                </a:lnTo>
                <a:lnTo>
                  <a:pt x="3245" y="723"/>
                </a:lnTo>
                <a:lnTo>
                  <a:pt x="3245" y="723"/>
                </a:lnTo>
                <a:lnTo>
                  <a:pt x="3261" y="722"/>
                </a:lnTo>
                <a:lnTo>
                  <a:pt x="3277" y="721"/>
                </a:lnTo>
                <a:lnTo>
                  <a:pt x="3293" y="720"/>
                </a:lnTo>
                <a:lnTo>
                  <a:pt x="3309" y="717"/>
                </a:lnTo>
                <a:lnTo>
                  <a:pt x="3325" y="714"/>
                </a:lnTo>
                <a:lnTo>
                  <a:pt x="3341" y="710"/>
                </a:lnTo>
                <a:lnTo>
                  <a:pt x="3355" y="705"/>
                </a:lnTo>
                <a:lnTo>
                  <a:pt x="3370" y="701"/>
                </a:lnTo>
                <a:lnTo>
                  <a:pt x="3385" y="695"/>
                </a:lnTo>
                <a:lnTo>
                  <a:pt x="3399" y="689"/>
                </a:lnTo>
                <a:lnTo>
                  <a:pt x="3414" y="682"/>
                </a:lnTo>
                <a:lnTo>
                  <a:pt x="3427" y="674"/>
                </a:lnTo>
                <a:lnTo>
                  <a:pt x="3440" y="665"/>
                </a:lnTo>
                <a:lnTo>
                  <a:pt x="3454" y="656"/>
                </a:lnTo>
                <a:lnTo>
                  <a:pt x="3466" y="648"/>
                </a:lnTo>
                <a:lnTo>
                  <a:pt x="3477" y="638"/>
                </a:lnTo>
                <a:lnTo>
                  <a:pt x="3433" y="590"/>
                </a:lnTo>
                <a:lnTo>
                  <a:pt x="3433" y="590"/>
                </a:lnTo>
                <a:lnTo>
                  <a:pt x="3416" y="604"/>
                </a:lnTo>
                <a:lnTo>
                  <a:pt x="3398" y="617"/>
                </a:lnTo>
                <a:lnTo>
                  <a:pt x="3380" y="628"/>
                </a:lnTo>
                <a:lnTo>
                  <a:pt x="3362" y="638"/>
                </a:lnTo>
                <a:lnTo>
                  <a:pt x="3342" y="645"/>
                </a:lnTo>
                <a:lnTo>
                  <a:pt x="3321" y="652"/>
                </a:lnTo>
                <a:lnTo>
                  <a:pt x="3299" y="658"/>
                </a:lnTo>
                <a:lnTo>
                  <a:pt x="3277" y="660"/>
                </a:lnTo>
                <a:lnTo>
                  <a:pt x="3277" y="406"/>
                </a:lnTo>
                <a:lnTo>
                  <a:pt x="3339" y="406"/>
                </a:lnTo>
                <a:lnTo>
                  <a:pt x="3339" y="358"/>
                </a:lnTo>
                <a:lnTo>
                  <a:pt x="3277" y="358"/>
                </a:lnTo>
                <a:lnTo>
                  <a:pt x="3277" y="320"/>
                </a:lnTo>
                <a:lnTo>
                  <a:pt x="3277" y="320"/>
                </a:lnTo>
                <a:lnTo>
                  <a:pt x="3288" y="316"/>
                </a:lnTo>
                <a:lnTo>
                  <a:pt x="3297" y="309"/>
                </a:lnTo>
                <a:lnTo>
                  <a:pt x="3306" y="302"/>
                </a:lnTo>
                <a:lnTo>
                  <a:pt x="3314" y="293"/>
                </a:lnTo>
                <a:lnTo>
                  <a:pt x="3319" y="284"/>
                </a:lnTo>
                <a:lnTo>
                  <a:pt x="3324" y="273"/>
                </a:lnTo>
                <a:lnTo>
                  <a:pt x="3327" y="261"/>
                </a:lnTo>
                <a:lnTo>
                  <a:pt x="3328" y="248"/>
                </a:lnTo>
                <a:lnTo>
                  <a:pt x="3328" y="248"/>
                </a:lnTo>
                <a:lnTo>
                  <a:pt x="3327" y="240"/>
                </a:lnTo>
                <a:lnTo>
                  <a:pt x="3326" y="232"/>
                </a:lnTo>
                <a:lnTo>
                  <a:pt x="3324" y="224"/>
                </a:lnTo>
                <a:lnTo>
                  <a:pt x="3322" y="216"/>
                </a:lnTo>
                <a:lnTo>
                  <a:pt x="3318" y="208"/>
                </a:lnTo>
                <a:lnTo>
                  <a:pt x="3314" y="202"/>
                </a:lnTo>
                <a:lnTo>
                  <a:pt x="3309" y="195"/>
                </a:lnTo>
                <a:lnTo>
                  <a:pt x="3304" y="190"/>
                </a:lnTo>
                <a:lnTo>
                  <a:pt x="3298" y="185"/>
                </a:lnTo>
                <a:lnTo>
                  <a:pt x="3292" y="180"/>
                </a:lnTo>
                <a:lnTo>
                  <a:pt x="3285" y="176"/>
                </a:lnTo>
                <a:lnTo>
                  <a:pt x="3277" y="173"/>
                </a:lnTo>
                <a:lnTo>
                  <a:pt x="3270" y="170"/>
                </a:lnTo>
                <a:lnTo>
                  <a:pt x="3262" y="167"/>
                </a:lnTo>
                <a:lnTo>
                  <a:pt x="3254" y="166"/>
                </a:lnTo>
                <a:lnTo>
                  <a:pt x="3245" y="166"/>
                </a:lnTo>
                <a:lnTo>
                  <a:pt x="3245" y="166"/>
                </a:lnTo>
                <a:lnTo>
                  <a:pt x="3236" y="166"/>
                </a:lnTo>
                <a:lnTo>
                  <a:pt x="3228" y="167"/>
                </a:lnTo>
                <a:lnTo>
                  <a:pt x="3221" y="170"/>
                </a:lnTo>
                <a:lnTo>
                  <a:pt x="3213" y="173"/>
                </a:lnTo>
                <a:lnTo>
                  <a:pt x="3205" y="176"/>
                </a:lnTo>
                <a:lnTo>
                  <a:pt x="3199" y="180"/>
                </a:lnTo>
                <a:lnTo>
                  <a:pt x="3192" y="185"/>
                </a:lnTo>
                <a:lnTo>
                  <a:pt x="3186" y="190"/>
                </a:lnTo>
                <a:lnTo>
                  <a:pt x="3181" y="195"/>
                </a:lnTo>
                <a:lnTo>
                  <a:pt x="3176" y="202"/>
                </a:lnTo>
                <a:lnTo>
                  <a:pt x="3172" y="208"/>
                </a:lnTo>
                <a:lnTo>
                  <a:pt x="3169" y="216"/>
                </a:lnTo>
                <a:lnTo>
                  <a:pt x="3165" y="224"/>
                </a:lnTo>
                <a:lnTo>
                  <a:pt x="3163" y="232"/>
                </a:lnTo>
                <a:lnTo>
                  <a:pt x="3162" y="240"/>
                </a:lnTo>
                <a:lnTo>
                  <a:pt x="3162" y="248"/>
                </a:lnTo>
                <a:lnTo>
                  <a:pt x="3162" y="248"/>
                </a:lnTo>
                <a:lnTo>
                  <a:pt x="3163" y="261"/>
                </a:lnTo>
                <a:lnTo>
                  <a:pt x="3165" y="273"/>
                </a:lnTo>
                <a:lnTo>
                  <a:pt x="3170" y="284"/>
                </a:lnTo>
                <a:lnTo>
                  <a:pt x="3176" y="293"/>
                </a:lnTo>
                <a:lnTo>
                  <a:pt x="3183" y="302"/>
                </a:lnTo>
                <a:lnTo>
                  <a:pt x="3192" y="309"/>
                </a:lnTo>
                <a:lnTo>
                  <a:pt x="3202" y="316"/>
                </a:lnTo>
                <a:lnTo>
                  <a:pt x="3213" y="320"/>
                </a:lnTo>
                <a:lnTo>
                  <a:pt x="3213" y="358"/>
                </a:lnTo>
                <a:lnTo>
                  <a:pt x="3151" y="358"/>
                </a:lnTo>
                <a:lnTo>
                  <a:pt x="3151" y="406"/>
                </a:lnTo>
                <a:lnTo>
                  <a:pt x="3213" y="406"/>
                </a:lnTo>
                <a:lnTo>
                  <a:pt x="3213" y="660"/>
                </a:lnTo>
                <a:lnTo>
                  <a:pt x="3213" y="660"/>
                </a:lnTo>
                <a:lnTo>
                  <a:pt x="3191" y="658"/>
                </a:lnTo>
                <a:lnTo>
                  <a:pt x="3170" y="652"/>
                </a:lnTo>
                <a:lnTo>
                  <a:pt x="3149" y="645"/>
                </a:lnTo>
                <a:lnTo>
                  <a:pt x="3129" y="638"/>
                </a:lnTo>
                <a:lnTo>
                  <a:pt x="3110" y="628"/>
                </a:lnTo>
                <a:lnTo>
                  <a:pt x="3091" y="617"/>
                </a:lnTo>
                <a:lnTo>
                  <a:pt x="3074" y="604"/>
                </a:lnTo>
                <a:lnTo>
                  <a:pt x="3058" y="590"/>
                </a:lnTo>
                <a:lnTo>
                  <a:pt x="3012" y="638"/>
                </a:lnTo>
                <a:close/>
                <a:moveTo>
                  <a:pt x="2881" y="358"/>
                </a:moveTo>
                <a:lnTo>
                  <a:pt x="2881" y="358"/>
                </a:lnTo>
                <a:lnTo>
                  <a:pt x="2881" y="340"/>
                </a:lnTo>
                <a:lnTo>
                  <a:pt x="2883" y="322"/>
                </a:lnTo>
                <a:lnTo>
                  <a:pt x="2886" y="304"/>
                </a:lnTo>
                <a:lnTo>
                  <a:pt x="2889" y="286"/>
                </a:lnTo>
                <a:lnTo>
                  <a:pt x="2892" y="269"/>
                </a:lnTo>
                <a:lnTo>
                  <a:pt x="2898" y="252"/>
                </a:lnTo>
                <a:lnTo>
                  <a:pt x="2903" y="235"/>
                </a:lnTo>
                <a:lnTo>
                  <a:pt x="2910" y="218"/>
                </a:lnTo>
                <a:lnTo>
                  <a:pt x="2917" y="203"/>
                </a:lnTo>
                <a:lnTo>
                  <a:pt x="2926" y="187"/>
                </a:lnTo>
                <a:lnTo>
                  <a:pt x="2933" y="173"/>
                </a:lnTo>
                <a:lnTo>
                  <a:pt x="2943" y="157"/>
                </a:lnTo>
                <a:lnTo>
                  <a:pt x="2953" y="144"/>
                </a:lnTo>
                <a:lnTo>
                  <a:pt x="2964" y="131"/>
                </a:lnTo>
                <a:lnTo>
                  <a:pt x="2976" y="118"/>
                </a:lnTo>
                <a:lnTo>
                  <a:pt x="2988" y="104"/>
                </a:lnTo>
                <a:lnTo>
                  <a:pt x="3001" y="93"/>
                </a:lnTo>
                <a:lnTo>
                  <a:pt x="3013" y="82"/>
                </a:lnTo>
                <a:lnTo>
                  <a:pt x="3028" y="71"/>
                </a:lnTo>
                <a:lnTo>
                  <a:pt x="3042" y="61"/>
                </a:lnTo>
                <a:lnTo>
                  <a:pt x="3057" y="51"/>
                </a:lnTo>
                <a:lnTo>
                  <a:pt x="3072" y="43"/>
                </a:lnTo>
                <a:lnTo>
                  <a:pt x="3088" y="35"/>
                </a:lnTo>
                <a:lnTo>
                  <a:pt x="3103" y="28"/>
                </a:lnTo>
                <a:lnTo>
                  <a:pt x="3120" y="21"/>
                </a:lnTo>
                <a:lnTo>
                  <a:pt x="3137" y="16"/>
                </a:lnTo>
                <a:lnTo>
                  <a:pt x="3154" y="11"/>
                </a:lnTo>
                <a:lnTo>
                  <a:pt x="3172" y="7"/>
                </a:lnTo>
                <a:lnTo>
                  <a:pt x="3190" y="3"/>
                </a:lnTo>
                <a:lnTo>
                  <a:pt x="3207" y="1"/>
                </a:lnTo>
                <a:lnTo>
                  <a:pt x="3226" y="0"/>
                </a:lnTo>
                <a:lnTo>
                  <a:pt x="3245" y="0"/>
                </a:lnTo>
                <a:lnTo>
                  <a:pt x="3245" y="0"/>
                </a:lnTo>
                <a:lnTo>
                  <a:pt x="3264" y="0"/>
                </a:lnTo>
                <a:lnTo>
                  <a:pt x="3282" y="1"/>
                </a:lnTo>
                <a:lnTo>
                  <a:pt x="3301" y="3"/>
                </a:lnTo>
                <a:lnTo>
                  <a:pt x="3318" y="7"/>
                </a:lnTo>
                <a:lnTo>
                  <a:pt x="3336" y="11"/>
                </a:lnTo>
                <a:lnTo>
                  <a:pt x="3353" y="16"/>
                </a:lnTo>
                <a:lnTo>
                  <a:pt x="3369" y="21"/>
                </a:lnTo>
                <a:lnTo>
                  <a:pt x="3386" y="28"/>
                </a:lnTo>
                <a:lnTo>
                  <a:pt x="3403" y="35"/>
                </a:lnTo>
                <a:lnTo>
                  <a:pt x="3418" y="43"/>
                </a:lnTo>
                <a:lnTo>
                  <a:pt x="3434" y="51"/>
                </a:lnTo>
                <a:lnTo>
                  <a:pt x="3448" y="61"/>
                </a:lnTo>
                <a:lnTo>
                  <a:pt x="3463" y="71"/>
                </a:lnTo>
                <a:lnTo>
                  <a:pt x="3476" y="82"/>
                </a:lnTo>
                <a:lnTo>
                  <a:pt x="3489" y="93"/>
                </a:lnTo>
                <a:lnTo>
                  <a:pt x="3502" y="104"/>
                </a:lnTo>
                <a:lnTo>
                  <a:pt x="3515" y="118"/>
                </a:lnTo>
                <a:lnTo>
                  <a:pt x="3526" y="131"/>
                </a:lnTo>
                <a:lnTo>
                  <a:pt x="3537" y="144"/>
                </a:lnTo>
                <a:lnTo>
                  <a:pt x="3547" y="157"/>
                </a:lnTo>
                <a:lnTo>
                  <a:pt x="3556" y="173"/>
                </a:lnTo>
                <a:lnTo>
                  <a:pt x="3565" y="187"/>
                </a:lnTo>
                <a:lnTo>
                  <a:pt x="3572" y="203"/>
                </a:lnTo>
                <a:lnTo>
                  <a:pt x="3580" y="218"/>
                </a:lnTo>
                <a:lnTo>
                  <a:pt x="3587" y="235"/>
                </a:lnTo>
                <a:lnTo>
                  <a:pt x="3592" y="252"/>
                </a:lnTo>
                <a:lnTo>
                  <a:pt x="3598" y="269"/>
                </a:lnTo>
                <a:lnTo>
                  <a:pt x="3601" y="286"/>
                </a:lnTo>
                <a:lnTo>
                  <a:pt x="3605" y="304"/>
                </a:lnTo>
                <a:lnTo>
                  <a:pt x="3607" y="322"/>
                </a:lnTo>
                <a:lnTo>
                  <a:pt x="3608" y="340"/>
                </a:lnTo>
                <a:lnTo>
                  <a:pt x="3609" y="358"/>
                </a:lnTo>
                <a:lnTo>
                  <a:pt x="3609" y="358"/>
                </a:lnTo>
                <a:lnTo>
                  <a:pt x="3609" y="376"/>
                </a:lnTo>
                <a:lnTo>
                  <a:pt x="3608" y="393"/>
                </a:lnTo>
                <a:lnTo>
                  <a:pt x="3606" y="408"/>
                </a:lnTo>
                <a:lnTo>
                  <a:pt x="3602" y="425"/>
                </a:lnTo>
                <a:lnTo>
                  <a:pt x="3599" y="440"/>
                </a:lnTo>
                <a:lnTo>
                  <a:pt x="3596" y="456"/>
                </a:lnTo>
                <a:lnTo>
                  <a:pt x="3591" y="471"/>
                </a:lnTo>
                <a:lnTo>
                  <a:pt x="3586" y="487"/>
                </a:lnTo>
                <a:lnTo>
                  <a:pt x="3579" y="501"/>
                </a:lnTo>
                <a:lnTo>
                  <a:pt x="3572" y="516"/>
                </a:lnTo>
                <a:lnTo>
                  <a:pt x="3566" y="530"/>
                </a:lnTo>
                <a:lnTo>
                  <a:pt x="3558" y="543"/>
                </a:lnTo>
                <a:lnTo>
                  <a:pt x="3549" y="557"/>
                </a:lnTo>
                <a:lnTo>
                  <a:pt x="3540" y="570"/>
                </a:lnTo>
                <a:lnTo>
                  <a:pt x="3531" y="583"/>
                </a:lnTo>
                <a:lnTo>
                  <a:pt x="3520" y="595"/>
                </a:lnTo>
                <a:lnTo>
                  <a:pt x="3474" y="548"/>
                </a:lnTo>
                <a:lnTo>
                  <a:pt x="3474" y="548"/>
                </a:lnTo>
                <a:lnTo>
                  <a:pt x="3489" y="528"/>
                </a:lnTo>
                <a:lnTo>
                  <a:pt x="3502" y="506"/>
                </a:lnTo>
                <a:lnTo>
                  <a:pt x="3514" y="483"/>
                </a:lnTo>
                <a:lnTo>
                  <a:pt x="3524" y="459"/>
                </a:lnTo>
                <a:lnTo>
                  <a:pt x="3531" y="435"/>
                </a:lnTo>
                <a:lnTo>
                  <a:pt x="3537" y="410"/>
                </a:lnTo>
                <a:lnTo>
                  <a:pt x="3540" y="385"/>
                </a:lnTo>
                <a:lnTo>
                  <a:pt x="3541" y="358"/>
                </a:lnTo>
                <a:lnTo>
                  <a:pt x="3541" y="358"/>
                </a:lnTo>
                <a:lnTo>
                  <a:pt x="3540" y="344"/>
                </a:lnTo>
                <a:lnTo>
                  <a:pt x="3539" y="328"/>
                </a:lnTo>
                <a:lnTo>
                  <a:pt x="3538" y="314"/>
                </a:lnTo>
                <a:lnTo>
                  <a:pt x="3535" y="299"/>
                </a:lnTo>
                <a:lnTo>
                  <a:pt x="3531" y="285"/>
                </a:lnTo>
                <a:lnTo>
                  <a:pt x="3528" y="271"/>
                </a:lnTo>
                <a:lnTo>
                  <a:pt x="3522" y="257"/>
                </a:lnTo>
                <a:lnTo>
                  <a:pt x="3518" y="244"/>
                </a:lnTo>
                <a:lnTo>
                  <a:pt x="3511" y="231"/>
                </a:lnTo>
                <a:lnTo>
                  <a:pt x="3505" y="217"/>
                </a:lnTo>
                <a:lnTo>
                  <a:pt x="3498" y="205"/>
                </a:lnTo>
                <a:lnTo>
                  <a:pt x="3490" y="193"/>
                </a:lnTo>
                <a:lnTo>
                  <a:pt x="3481" y="182"/>
                </a:lnTo>
                <a:lnTo>
                  <a:pt x="3473" y="170"/>
                </a:lnTo>
                <a:lnTo>
                  <a:pt x="3464" y="160"/>
                </a:lnTo>
                <a:lnTo>
                  <a:pt x="3454" y="149"/>
                </a:lnTo>
                <a:lnTo>
                  <a:pt x="3444" y="139"/>
                </a:lnTo>
                <a:lnTo>
                  <a:pt x="3433" y="130"/>
                </a:lnTo>
                <a:lnTo>
                  <a:pt x="3422" y="121"/>
                </a:lnTo>
                <a:lnTo>
                  <a:pt x="3410" y="112"/>
                </a:lnTo>
                <a:lnTo>
                  <a:pt x="3398" y="104"/>
                </a:lnTo>
                <a:lnTo>
                  <a:pt x="3386" y="98"/>
                </a:lnTo>
                <a:lnTo>
                  <a:pt x="3373" y="91"/>
                </a:lnTo>
                <a:lnTo>
                  <a:pt x="3359" y="84"/>
                </a:lnTo>
                <a:lnTo>
                  <a:pt x="3346" y="80"/>
                </a:lnTo>
                <a:lnTo>
                  <a:pt x="3333" y="74"/>
                </a:lnTo>
                <a:lnTo>
                  <a:pt x="3318" y="71"/>
                </a:lnTo>
                <a:lnTo>
                  <a:pt x="3304" y="68"/>
                </a:lnTo>
                <a:lnTo>
                  <a:pt x="3289" y="64"/>
                </a:lnTo>
                <a:lnTo>
                  <a:pt x="3275" y="63"/>
                </a:lnTo>
                <a:lnTo>
                  <a:pt x="3261" y="62"/>
                </a:lnTo>
                <a:lnTo>
                  <a:pt x="3245" y="61"/>
                </a:lnTo>
                <a:lnTo>
                  <a:pt x="3245" y="61"/>
                </a:lnTo>
                <a:lnTo>
                  <a:pt x="3230" y="62"/>
                </a:lnTo>
                <a:lnTo>
                  <a:pt x="3215" y="63"/>
                </a:lnTo>
                <a:lnTo>
                  <a:pt x="3201" y="64"/>
                </a:lnTo>
                <a:lnTo>
                  <a:pt x="3185" y="68"/>
                </a:lnTo>
                <a:lnTo>
                  <a:pt x="3172" y="71"/>
                </a:lnTo>
                <a:lnTo>
                  <a:pt x="3157" y="74"/>
                </a:lnTo>
                <a:lnTo>
                  <a:pt x="3144" y="80"/>
                </a:lnTo>
                <a:lnTo>
                  <a:pt x="3130" y="84"/>
                </a:lnTo>
                <a:lnTo>
                  <a:pt x="3118" y="91"/>
                </a:lnTo>
                <a:lnTo>
                  <a:pt x="3104" y="98"/>
                </a:lnTo>
                <a:lnTo>
                  <a:pt x="3092" y="104"/>
                </a:lnTo>
                <a:lnTo>
                  <a:pt x="3080" y="112"/>
                </a:lnTo>
                <a:lnTo>
                  <a:pt x="3069" y="121"/>
                </a:lnTo>
                <a:lnTo>
                  <a:pt x="3058" y="130"/>
                </a:lnTo>
                <a:lnTo>
                  <a:pt x="3047" y="139"/>
                </a:lnTo>
                <a:lnTo>
                  <a:pt x="3037" y="149"/>
                </a:lnTo>
                <a:lnTo>
                  <a:pt x="3027" y="160"/>
                </a:lnTo>
                <a:lnTo>
                  <a:pt x="3017" y="170"/>
                </a:lnTo>
                <a:lnTo>
                  <a:pt x="3008" y="182"/>
                </a:lnTo>
                <a:lnTo>
                  <a:pt x="3000" y="193"/>
                </a:lnTo>
                <a:lnTo>
                  <a:pt x="2992" y="205"/>
                </a:lnTo>
                <a:lnTo>
                  <a:pt x="2985" y="217"/>
                </a:lnTo>
                <a:lnTo>
                  <a:pt x="2979" y="231"/>
                </a:lnTo>
                <a:lnTo>
                  <a:pt x="2972" y="244"/>
                </a:lnTo>
                <a:lnTo>
                  <a:pt x="2967" y="257"/>
                </a:lnTo>
                <a:lnTo>
                  <a:pt x="2962" y="271"/>
                </a:lnTo>
                <a:lnTo>
                  <a:pt x="2959" y="285"/>
                </a:lnTo>
                <a:lnTo>
                  <a:pt x="2956" y="299"/>
                </a:lnTo>
                <a:lnTo>
                  <a:pt x="2952" y="314"/>
                </a:lnTo>
                <a:lnTo>
                  <a:pt x="2951" y="328"/>
                </a:lnTo>
                <a:lnTo>
                  <a:pt x="2949" y="344"/>
                </a:lnTo>
                <a:lnTo>
                  <a:pt x="2949" y="358"/>
                </a:lnTo>
                <a:lnTo>
                  <a:pt x="2949" y="358"/>
                </a:lnTo>
                <a:lnTo>
                  <a:pt x="2950" y="385"/>
                </a:lnTo>
                <a:lnTo>
                  <a:pt x="2953" y="410"/>
                </a:lnTo>
                <a:lnTo>
                  <a:pt x="2959" y="435"/>
                </a:lnTo>
                <a:lnTo>
                  <a:pt x="2967" y="459"/>
                </a:lnTo>
                <a:lnTo>
                  <a:pt x="2976" y="483"/>
                </a:lnTo>
                <a:lnTo>
                  <a:pt x="2988" y="506"/>
                </a:lnTo>
                <a:lnTo>
                  <a:pt x="3001" y="528"/>
                </a:lnTo>
                <a:lnTo>
                  <a:pt x="3017" y="548"/>
                </a:lnTo>
                <a:lnTo>
                  <a:pt x="2969" y="595"/>
                </a:lnTo>
                <a:lnTo>
                  <a:pt x="2969" y="595"/>
                </a:lnTo>
                <a:lnTo>
                  <a:pt x="2959" y="583"/>
                </a:lnTo>
                <a:lnTo>
                  <a:pt x="2950" y="570"/>
                </a:lnTo>
                <a:lnTo>
                  <a:pt x="2941" y="557"/>
                </a:lnTo>
                <a:lnTo>
                  <a:pt x="2932" y="543"/>
                </a:lnTo>
                <a:lnTo>
                  <a:pt x="2924" y="530"/>
                </a:lnTo>
                <a:lnTo>
                  <a:pt x="2917" y="516"/>
                </a:lnTo>
                <a:lnTo>
                  <a:pt x="2910" y="501"/>
                </a:lnTo>
                <a:lnTo>
                  <a:pt x="2905" y="487"/>
                </a:lnTo>
                <a:lnTo>
                  <a:pt x="2899" y="471"/>
                </a:lnTo>
                <a:lnTo>
                  <a:pt x="2895" y="456"/>
                </a:lnTo>
                <a:lnTo>
                  <a:pt x="2890" y="440"/>
                </a:lnTo>
                <a:lnTo>
                  <a:pt x="2887" y="425"/>
                </a:lnTo>
                <a:lnTo>
                  <a:pt x="2885" y="408"/>
                </a:lnTo>
                <a:lnTo>
                  <a:pt x="2882" y="393"/>
                </a:lnTo>
                <a:lnTo>
                  <a:pt x="2881" y="376"/>
                </a:lnTo>
                <a:lnTo>
                  <a:pt x="2881" y="358"/>
                </a:lnTo>
                <a:lnTo>
                  <a:pt x="2881" y="358"/>
                </a:lnTo>
                <a:close/>
                <a:moveTo>
                  <a:pt x="2569" y="472"/>
                </a:moveTo>
                <a:lnTo>
                  <a:pt x="2569" y="248"/>
                </a:lnTo>
                <a:lnTo>
                  <a:pt x="2630" y="248"/>
                </a:lnTo>
                <a:lnTo>
                  <a:pt x="2630" y="421"/>
                </a:lnTo>
                <a:lnTo>
                  <a:pt x="2733" y="421"/>
                </a:lnTo>
                <a:lnTo>
                  <a:pt x="2733" y="472"/>
                </a:lnTo>
                <a:lnTo>
                  <a:pt x="2569" y="472"/>
                </a:lnTo>
                <a:close/>
                <a:moveTo>
                  <a:pt x="2359" y="472"/>
                </a:moveTo>
                <a:lnTo>
                  <a:pt x="2525" y="472"/>
                </a:lnTo>
                <a:lnTo>
                  <a:pt x="2525" y="421"/>
                </a:lnTo>
                <a:lnTo>
                  <a:pt x="2415" y="421"/>
                </a:lnTo>
                <a:lnTo>
                  <a:pt x="2415" y="383"/>
                </a:lnTo>
                <a:lnTo>
                  <a:pt x="2506" y="383"/>
                </a:lnTo>
                <a:lnTo>
                  <a:pt x="2506" y="336"/>
                </a:lnTo>
                <a:lnTo>
                  <a:pt x="2415" y="336"/>
                </a:lnTo>
                <a:lnTo>
                  <a:pt x="2415" y="297"/>
                </a:lnTo>
                <a:lnTo>
                  <a:pt x="2520" y="297"/>
                </a:lnTo>
                <a:lnTo>
                  <a:pt x="2520" y="248"/>
                </a:lnTo>
                <a:lnTo>
                  <a:pt x="2359" y="248"/>
                </a:lnTo>
                <a:lnTo>
                  <a:pt x="2359" y="472"/>
                </a:lnTo>
                <a:close/>
                <a:moveTo>
                  <a:pt x="2102" y="360"/>
                </a:moveTo>
                <a:lnTo>
                  <a:pt x="2102" y="360"/>
                </a:lnTo>
                <a:lnTo>
                  <a:pt x="2102" y="347"/>
                </a:lnTo>
                <a:lnTo>
                  <a:pt x="2105" y="335"/>
                </a:lnTo>
                <a:lnTo>
                  <a:pt x="2107" y="324"/>
                </a:lnTo>
                <a:lnTo>
                  <a:pt x="2110" y="313"/>
                </a:lnTo>
                <a:lnTo>
                  <a:pt x="2115" y="302"/>
                </a:lnTo>
                <a:lnTo>
                  <a:pt x="2119" y="292"/>
                </a:lnTo>
                <a:lnTo>
                  <a:pt x="2125" y="283"/>
                </a:lnTo>
                <a:lnTo>
                  <a:pt x="2132" y="275"/>
                </a:lnTo>
                <a:lnTo>
                  <a:pt x="2139" y="267"/>
                </a:lnTo>
                <a:lnTo>
                  <a:pt x="2148" y="261"/>
                </a:lnTo>
                <a:lnTo>
                  <a:pt x="2157" y="255"/>
                </a:lnTo>
                <a:lnTo>
                  <a:pt x="2167" y="251"/>
                </a:lnTo>
                <a:lnTo>
                  <a:pt x="2177" y="246"/>
                </a:lnTo>
                <a:lnTo>
                  <a:pt x="2188" y="244"/>
                </a:lnTo>
                <a:lnTo>
                  <a:pt x="2200" y="242"/>
                </a:lnTo>
                <a:lnTo>
                  <a:pt x="2212" y="242"/>
                </a:lnTo>
                <a:lnTo>
                  <a:pt x="2212" y="242"/>
                </a:lnTo>
                <a:lnTo>
                  <a:pt x="2231" y="243"/>
                </a:lnTo>
                <a:lnTo>
                  <a:pt x="2239" y="244"/>
                </a:lnTo>
                <a:lnTo>
                  <a:pt x="2248" y="246"/>
                </a:lnTo>
                <a:lnTo>
                  <a:pt x="2255" y="250"/>
                </a:lnTo>
                <a:lnTo>
                  <a:pt x="2263" y="253"/>
                </a:lnTo>
                <a:lnTo>
                  <a:pt x="2271" y="256"/>
                </a:lnTo>
                <a:lnTo>
                  <a:pt x="2278" y="261"/>
                </a:lnTo>
                <a:lnTo>
                  <a:pt x="2283" y="266"/>
                </a:lnTo>
                <a:lnTo>
                  <a:pt x="2289" y="272"/>
                </a:lnTo>
                <a:lnTo>
                  <a:pt x="2294" y="278"/>
                </a:lnTo>
                <a:lnTo>
                  <a:pt x="2299" y="285"/>
                </a:lnTo>
                <a:lnTo>
                  <a:pt x="2303" y="293"/>
                </a:lnTo>
                <a:lnTo>
                  <a:pt x="2307" y="301"/>
                </a:lnTo>
                <a:lnTo>
                  <a:pt x="2309" y="309"/>
                </a:lnTo>
                <a:lnTo>
                  <a:pt x="2311" y="318"/>
                </a:lnTo>
                <a:lnTo>
                  <a:pt x="2251" y="318"/>
                </a:lnTo>
                <a:lnTo>
                  <a:pt x="2251" y="318"/>
                </a:lnTo>
                <a:lnTo>
                  <a:pt x="2249" y="310"/>
                </a:lnTo>
                <a:lnTo>
                  <a:pt x="2246" y="305"/>
                </a:lnTo>
                <a:lnTo>
                  <a:pt x="2241" y="301"/>
                </a:lnTo>
                <a:lnTo>
                  <a:pt x="2237" y="296"/>
                </a:lnTo>
                <a:lnTo>
                  <a:pt x="2231" y="294"/>
                </a:lnTo>
                <a:lnTo>
                  <a:pt x="2226" y="292"/>
                </a:lnTo>
                <a:lnTo>
                  <a:pt x="2220" y="292"/>
                </a:lnTo>
                <a:lnTo>
                  <a:pt x="2213" y="291"/>
                </a:lnTo>
                <a:lnTo>
                  <a:pt x="2213" y="291"/>
                </a:lnTo>
                <a:lnTo>
                  <a:pt x="2207" y="292"/>
                </a:lnTo>
                <a:lnTo>
                  <a:pt x="2201" y="293"/>
                </a:lnTo>
                <a:lnTo>
                  <a:pt x="2196" y="294"/>
                </a:lnTo>
                <a:lnTo>
                  <a:pt x="2191" y="296"/>
                </a:lnTo>
                <a:lnTo>
                  <a:pt x="2187" y="299"/>
                </a:lnTo>
                <a:lnTo>
                  <a:pt x="2182" y="303"/>
                </a:lnTo>
                <a:lnTo>
                  <a:pt x="2174" y="312"/>
                </a:lnTo>
                <a:lnTo>
                  <a:pt x="2169" y="322"/>
                </a:lnTo>
                <a:lnTo>
                  <a:pt x="2166" y="333"/>
                </a:lnTo>
                <a:lnTo>
                  <a:pt x="2163" y="346"/>
                </a:lnTo>
                <a:lnTo>
                  <a:pt x="2162" y="360"/>
                </a:lnTo>
                <a:lnTo>
                  <a:pt x="2162" y="360"/>
                </a:lnTo>
                <a:lnTo>
                  <a:pt x="2163" y="375"/>
                </a:lnTo>
                <a:lnTo>
                  <a:pt x="2166" y="388"/>
                </a:lnTo>
                <a:lnTo>
                  <a:pt x="2170" y="400"/>
                </a:lnTo>
                <a:lnTo>
                  <a:pt x="2176" y="410"/>
                </a:lnTo>
                <a:lnTo>
                  <a:pt x="2183" y="419"/>
                </a:lnTo>
                <a:lnTo>
                  <a:pt x="2188" y="422"/>
                </a:lnTo>
                <a:lnTo>
                  <a:pt x="2192" y="426"/>
                </a:lnTo>
                <a:lnTo>
                  <a:pt x="2198" y="428"/>
                </a:lnTo>
                <a:lnTo>
                  <a:pt x="2203" y="430"/>
                </a:lnTo>
                <a:lnTo>
                  <a:pt x="2210" y="430"/>
                </a:lnTo>
                <a:lnTo>
                  <a:pt x="2217" y="431"/>
                </a:lnTo>
                <a:lnTo>
                  <a:pt x="2217" y="431"/>
                </a:lnTo>
                <a:lnTo>
                  <a:pt x="2228" y="430"/>
                </a:lnTo>
                <a:lnTo>
                  <a:pt x="2238" y="428"/>
                </a:lnTo>
                <a:lnTo>
                  <a:pt x="2247" y="425"/>
                </a:lnTo>
                <a:lnTo>
                  <a:pt x="2254" y="420"/>
                </a:lnTo>
                <a:lnTo>
                  <a:pt x="2254" y="391"/>
                </a:lnTo>
                <a:lnTo>
                  <a:pt x="2214" y="391"/>
                </a:lnTo>
                <a:lnTo>
                  <a:pt x="2214" y="347"/>
                </a:lnTo>
                <a:lnTo>
                  <a:pt x="2311" y="347"/>
                </a:lnTo>
                <a:lnTo>
                  <a:pt x="2311" y="448"/>
                </a:lnTo>
                <a:lnTo>
                  <a:pt x="2311" y="448"/>
                </a:lnTo>
                <a:lnTo>
                  <a:pt x="2300" y="456"/>
                </a:lnTo>
                <a:lnTo>
                  <a:pt x="2289" y="462"/>
                </a:lnTo>
                <a:lnTo>
                  <a:pt x="2277" y="468"/>
                </a:lnTo>
                <a:lnTo>
                  <a:pt x="2264" y="472"/>
                </a:lnTo>
                <a:lnTo>
                  <a:pt x="2253" y="476"/>
                </a:lnTo>
                <a:lnTo>
                  <a:pt x="2241" y="479"/>
                </a:lnTo>
                <a:lnTo>
                  <a:pt x="2230" y="480"/>
                </a:lnTo>
                <a:lnTo>
                  <a:pt x="2220" y="480"/>
                </a:lnTo>
                <a:lnTo>
                  <a:pt x="2220" y="480"/>
                </a:lnTo>
                <a:lnTo>
                  <a:pt x="2207" y="480"/>
                </a:lnTo>
                <a:lnTo>
                  <a:pt x="2193" y="478"/>
                </a:lnTo>
                <a:lnTo>
                  <a:pt x="2181" y="476"/>
                </a:lnTo>
                <a:lnTo>
                  <a:pt x="2170" y="472"/>
                </a:lnTo>
                <a:lnTo>
                  <a:pt x="2159" y="468"/>
                </a:lnTo>
                <a:lnTo>
                  <a:pt x="2150" y="462"/>
                </a:lnTo>
                <a:lnTo>
                  <a:pt x="2141" y="456"/>
                </a:lnTo>
                <a:lnTo>
                  <a:pt x="2132" y="449"/>
                </a:lnTo>
                <a:lnTo>
                  <a:pt x="2126" y="440"/>
                </a:lnTo>
                <a:lnTo>
                  <a:pt x="2119" y="431"/>
                </a:lnTo>
                <a:lnTo>
                  <a:pt x="2115" y="421"/>
                </a:lnTo>
                <a:lnTo>
                  <a:pt x="2110" y="411"/>
                </a:lnTo>
                <a:lnTo>
                  <a:pt x="2107" y="399"/>
                </a:lnTo>
                <a:lnTo>
                  <a:pt x="2105" y="387"/>
                </a:lnTo>
                <a:lnTo>
                  <a:pt x="2102" y="374"/>
                </a:lnTo>
                <a:lnTo>
                  <a:pt x="2102" y="360"/>
                </a:lnTo>
                <a:lnTo>
                  <a:pt x="2102" y="360"/>
                </a:lnTo>
                <a:close/>
                <a:moveTo>
                  <a:pt x="1945" y="393"/>
                </a:moveTo>
                <a:lnTo>
                  <a:pt x="1974" y="307"/>
                </a:lnTo>
                <a:lnTo>
                  <a:pt x="2004" y="393"/>
                </a:lnTo>
                <a:lnTo>
                  <a:pt x="1945" y="393"/>
                </a:lnTo>
                <a:close/>
                <a:moveTo>
                  <a:pt x="1857" y="472"/>
                </a:moveTo>
                <a:lnTo>
                  <a:pt x="1918" y="472"/>
                </a:lnTo>
                <a:lnTo>
                  <a:pt x="1929" y="439"/>
                </a:lnTo>
                <a:lnTo>
                  <a:pt x="2019" y="439"/>
                </a:lnTo>
                <a:lnTo>
                  <a:pt x="2030" y="472"/>
                </a:lnTo>
                <a:lnTo>
                  <a:pt x="2091" y="472"/>
                </a:lnTo>
                <a:lnTo>
                  <a:pt x="2006" y="248"/>
                </a:lnTo>
                <a:lnTo>
                  <a:pt x="1942" y="248"/>
                </a:lnTo>
                <a:lnTo>
                  <a:pt x="1857" y="472"/>
                </a:lnTo>
                <a:close/>
                <a:moveTo>
                  <a:pt x="1632" y="472"/>
                </a:moveTo>
                <a:lnTo>
                  <a:pt x="1687" y="472"/>
                </a:lnTo>
                <a:lnTo>
                  <a:pt x="1687" y="338"/>
                </a:lnTo>
                <a:lnTo>
                  <a:pt x="1766" y="472"/>
                </a:lnTo>
                <a:lnTo>
                  <a:pt x="1828" y="472"/>
                </a:lnTo>
                <a:lnTo>
                  <a:pt x="1828" y="248"/>
                </a:lnTo>
                <a:lnTo>
                  <a:pt x="1773" y="248"/>
                </a:lnTo>
                <a:lnTo>
                  <a:pt x="1773" y="380"/>
                </a:lnTo>
                <a:lnTo>
                  <a:pt x="1692" y="248"/>
                </a:lnTo>
                <a:lnTo>
                  <a:pt x="1632" y="248"/>
                </a:lnTo>
                <a:lnTo>
                  <a:pt x="1632" y="472"/>
                </a:lnTo>
                <a:close/>
                <a:moveTo>
                  <a:pt x="1378" y="383"/>
                </a:moveTo>
                <a:lnTo>
                  <a:pt x="1378" y="354"/>
                </a:lnTo>
                <a:lnTo>
                  <a:pt x="1468" y="354"/>
                </a:lnTo>
                <a:lnTo>
                  <a:pt x="1468" y="263"/>
                </a:lnTo>
                <a:lnTo>
                  <a:pt x="1501" y="263"/>
                </a:lnTo>
                <a:lnTo>
                  <a:pt x="1501" y="354"/>
                </a:lnTo>
                <a:lnTo>
                  <a:pt x="1592" y="354"/>
                </a:lnTo>
                <a:lnTo>
                  <a:pt x="1592" y="383"/>
                </a:lnTo>
                <a:lnTo>
                  <a:pt x="1501" y="383"/>
                </a:lnTo>
                <a:lnTo>
                  <a:pt x="1501" y="472"/>
                </a:lnTo>
                <a:lnTo>
                  <a:pt x="1468" y="472"/>
                </a:lnTo>
                <a:lnTo>
                  <a:pt x="1468" y="383"/>
                </a:lnTo>
                <a:lnTo>
                  <a:pt x="1378" y="383"/>
                </a:lnTo>
                <a:close/>
                <a:moveTo>
                  <a:pt x="1185" y="472"/>
                </a:moveTo>
                <a:lnTo>
                  <a:pt x="1351" y="472"/>
                </a:lnTo>
                <a:lnTo>
                  <a:pt x="1351" y="421"/>
                </a:lnTo>
                <a:lnTo>
                  <a:pt x="1241" y="421"/>
                </a:lnTo>
                <a:lnTo>
                  <a:pt x="1241" y="383"/>
                </a:lnTo>
                <a:lnTo>
                  <a:pt x="1332" y="383"/>
                </a:lnTo>
                <a:lnTo>
                  <a:pt x="1332" y="336"/>
                </a:lnTo>
                <a:lnTo>
                  <a:pt x="1241" y="336"/>
                </a:lnTo>
                <a:lnTo>
                  <a:pt x="1241" y="297"/>
                </a:lnTo>
                <a:lnTo>
                  <a:pt x="1346" y="297"/>
                </a:lnTo>
                <a:lnTo>
                  <a:pt x="1346" y="248"/>
                </a:lnTo>
                <a:lnTo>
                  <a:pt x="1185" y="248"/>
                </a:lnTo>
                <a:lnTo>
                  <a:pt x="1185" y="472"/>
                </a:lnTo>
                <a:close/>
                <a:moveTo>
                  <a:pt x="934" y="472"/>
                </a:moveTo>
                <a:lnTo>
                  <a:pt x="990" y="472"/>
                </a:lnTo>
                <a:lnTo>
                  <a:pt x="990" y="338"/>
                </a:lnTo>
                <a:lnTo>
                  <a:pt x="1068" y="472"/>
                </a:lnTo>
                <a:lnTo>
                  <a:pt x="1132" y="472"/>
                </a:lnTo>
                <a:lnTo>
                  <a:pt x="1132" y="248"/>
                </a:lnTo>
                <a:lnTo>
                  <a:pt x="1075" y="248"/>
                </a:lnTo>
                <a:lnTo>
                  <a:pt x="1075" y="380"/>
                </a:lnTo>
                <a:lnTo>
                  <a:pt x="995" y="248"/>
                </a:lnTo>
                <a:lnTo>
                  <a:pt x="934" y="248"/>
                </a:lnTo>
                <a:lnTo>
                  <a:pt x="934" y="472"/>
                </a:lnTo>
                <a:close/>
                <a:moveTo>
                  <a:pt x="681" y="472"/>
                </a:moveTo>
                <a:lnTo>
                  <a:pt x="740" y="472"/>
                </a:lnTo>
                <a:lnTo>
                  <a:pt x="740" y="386"/>
                </a:lnTo>
                <a:lnTo>
                  <a:pt x="821" y="386"/>
                </a:lnTo>
                <a:lnTo>
                  <a:pt x="821" y="472"/>
                </a:lnTo>
                <a:lnTo>
                  <a:pt x="881" y="472"/>
                </a:lnTo>
                <a:lnTo>
                  <a:pt x="881" y="248"/>
                </a:lnTo>
                <a:lnTo>
                  <a:pt x="821" y="248"/>
                </a:lnTo>
                <a:lnTo>
                  <a:pt x="821" y="333"/>
                </a:lnTo>
                <a:lnTo>
                  <a:pt x="740" y="333"/>
                </a:lnTo>
                <a:lnTo>
                  <a:pt x="740" y="248"/>
                </a:lnTo>
                <a:lnTo>
                  <a:pt x="681" y="248"/>
                </a:lnTo>
                <a:lnTo>
                  <a:pt x="681" y="472"/>
                </a:lnTo>
                <a:close/>
                <a:moveTo>
                  <a:pt x="469" y="472"/>
                </a:moveTo>
                <a:lnTo>
                  <a:pt x="636" y="472"/>
                </a:lnTo>
                <a:lnTo>
                  <a:pt x="636" y="421"/>
                </a:lnTo>
                <a:lnTo>
                  <a:pt x="526" y="421"/>
                </a:lnTo>
                <a:lnTo>
                  <a:pt x="526" y="383"/>
                </a:lnTo>
                <a:lnTo>
                  <a:pt x="617" y="383"/>
                </a:lnTo>
                <a:lnTo>
                  <a:pt x="617" y="336"/>
                </a:lnTo>
                <a:lnTo>
                  <a:pt x="526" y="336"/>
                </a:lnTo>
                <a:lnTo>
                  <a:pt x="526" y="297"/>
                </a:lnTo>
                <a:lnTo>
                  <a:pt x="630" y="297"/>
                </a:lnTo>
                <a:lnTo>
                  <a:pt x="630" y="248"/>
                </a:lnTo>
                <a:lnTo>
                  <a:pt x="469" y="248"/>
                </a:lnTo>
                <a:lnTo>
                  <a:pt x="469" y="472"/>
                </a:lnTo>
                <a:close/>
                <a:moveTo>
                  <a:pt x="222" y="380"/>
                </a:moveTo>
                <a:lnTo>
                  <a:pt x="222" y="380"/>
                </a:lnTo>
                <a:lnTo>
                  <a:pt x="222" y="394"/>
                </a:lnTo>
                <a:lnTo>
                  <a:pt x="224" y="406"/>
                </a:lnTo>
                <a:lnTo>
                  <a:pt x="226" y="417"/>
                </a:lnTo>
                <a:lnTo>
                  <a:pt x="230" y="427"/>
                </a:lnTo>
                <a:lnTo>
                  <a:pt x="234" y="436"/>
                </a:lnTo>
                <a:lnTo>
                  <a:pt x="239" y="444"/>
                </a:lnTo>
                <a:lnTo>
                  <a:pt x="245" y="451"/>
                </a:lnTo>
                <a:lnTo>
                  <a:pt x="251" y="458"/>
                </a:lnTo>
                <a:lnTo>
                  <a:pt x="258" y="464"/>
                </a:lnTo>
                <a:lnTo>
                  <a:pt x="266" y="468"/>
                </a:lnTo>
                <a:lnTo>
                  <a:pt x="274" y="471"/>
                </a:lnTo>
                <a:lnTo>
                  <a:pt x="283" y="475"/>
                </a:lnTo>
                <a:lnTo>
                  <a:pt x="292" y="478"/>
                </a:lnTo>
                <a:lnTo>
                  <a:pt x="301" y="479"/>
                </a:lnTo>
                <a:lnTo>
                  <a:pt x="311" y="480"/>
                </a:lnTo>
                <a:lnTo>
                  <a:pt x="321" y="480"/>
                </a:lnTo>
                <a:lnTo>
                  <a:pt x="321" y="480"/>
                </a:lnTo>
                <a:lnTo>
                  <a:pt x="330" y="480"/>
                </a:lnTo>
                <a:lnTo>
                  <a:pt x="339" y="479"/>
                </a:lnTo>
                <a:lnTo>
                  <a:pt x="348" y="478"/>
                </a:lnTo>
                <a:lnTo>
                  <a:pt x="357" y="475"/>
                </a:lnTo>
                <a:lnTo>
                  <a:pt x="366" y="471"/>
                </a:lnTo>
                <a:lnTo>
                  <a:pt x="374" y="468"/>
                </a:lnTo>
                <a:lnTo>
                  <a:pt x="382" y="464"/>
                </a:lnTo>
                <a:lnTo>
                  <a:pt x="388" y="458"/>
                </a:lnTo>
                <a:lnTo>
                  <a:pt x="395" y="451"/>
                </a:lnTo>
                <a:lnTo>
                  <a:pt x="401" y="444"/>
                </a:lnTo>
                <a:lnTo>
                  <a:pt x="406" y="436"/>
                </a:lnTo>
                <a:lnTo>
                  <a:pt x="409" y="427"/>
                </a:lnTo>
                <a:lnTo>
                  <a:pt x="414" y="417"/>
                </a:lnTo>
                <a:lnTo>
                  <a:pt x="416" y="406"/>
                </a:lnTo>
                <a:lnTo>
                  <a:pt x="417" y="394"/>
                </a:lnTo>
                <a:lnTo>
                  <a:pt x="418" y="380"/>
                </a:lnTo>
                <a:lnTo>
                  <a:pt x="418" y="248"/>
                </a:lnTo>
                <a:lnTo>
                  <a:pt x="357" y="248"/>
                </a:lnTo>
                <a:lnTo>
                  <a:pt x="357" y="389"/>
                </a:lnTo>
                <a:lnTo>
                  <a:pt x="357" y="389"/>
                </a:lnTo>
                <a:lnTo>
                  <a:pt x="356" y="398"/>
                </a:lnTo>
                <a:lnTo>
                  <a:pt x="355" y="407"/>
                </a:lnTo>
                <a:lnTo>
                  <a:pt x="352" y="414"/>
                </a:lnTo>
                <a:lnTo>
                  <a:pt x="348" y="419"/>
                </a:lnTo>
                <a:lnTo>
                  <a:pt x="343" y="424"/>
                </a:lnTo>
                <a:lnTo>
                  <a:pt x="336" y="427"/>
                </a:lnTo>
                <a:lnTo>
                  <a:pt x="328" y="429"/>
                </a:lnTo>
                <a:lnTo>
                  <a:pt x="321" y="429"/>
                </a:lnTo>
                <a:lnTo>
                  <a:pt x="321" y="429"/>
                </a:lnTo>
                <a:lnTo>
                  <a:pt x="312" y="429"/>
                </a:lnTo>
                <a:lnTo>
                  <a:pt x="304" y="427"/>
                </a:lnTo>
                <a:lnTo>
                  <a:pt x="297" y="424"/>
                </a:lnTo>
                <a:lnTo>
                  <a:pt x="292" y="419"/>
                </a:lnTo>
                <a:lnTo>
                  <a:pt x="287" y="414"/>
                </a:lnTo>
                <a:lnTo>
                  <a:pt x="285" y="407"/>
                </a:lnTo>
                <a:lnTo>
                  <a:pt x="283" y="398"/>
                </a:lnTo>
                <a:lnTo>
                  <a:pt x="283" y="389"/>
                </a:lnTo>
                <a:lnTo>
                  <a:pt x="283" y="248"/>
                </a:lnTo>
                <a:lnTo>
                  <a:pt x="222" y="248"/>
                </a:lnTo>
                <a:lnTo>
                  <a:pt x="222" y="380"/>
                </a:lnTo>
                <a:close/>
                <a:moveTo>
                  <a:pt x="0" y="472"/>
                </a:moveTo>
                <a:lnTo>
                  <a:pt x="60" y="472"/>
                </a:lnTo>
                <a:lnTo>
                  <a:pt x="60" y="409"/>
                </a:lnTo>
                <a:lnTo>
                  <a:pt x="80" y="384"/>
                </a:lnTo>
                <a:lnTo>
                  <a:pt x="131" y="472"/>
                </a:lnTo>
                <a:lnTo>
                  <a:pt x="201" y="472"/>
                </a:lnTo>
                <a:lnTo>
                  <a:pt x="120" y="340"/>
                </a:lnTo>
                <a:lnTo>
                  <a:pt x="192" y="248"/>
                </a:lnTo>
                <a:lnTo>
                  <a:pt x="122" y="248"/>
                </a:lnTo>
                <a:lnTo>
                  <a:pt x="60" y="328"/>
                </a:lnTo>
                <a:lnTo>
                  <a:pt x="60" y="248"/>
                </a:lnTo>
                <a:lnTo>
                  <a:pt x="0" y="248"/>
                </a:lnTo>
                <a:lnTo>
                  <a:pt x="0" y="472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B0BEF629-C30A-40FD-B660-5C8163547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401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_BlueBG+large_right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532668" y="0"/>
            <a:ext cx="561223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-1" y="0"/>
            <a:ext cx="35326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2CA20B3-5EA8-41DD-4181-C2AAA2FE09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698406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3" name="Titel 4">
            <a:extLst>
              <a:ext uri="{FF2B5EF4-FFF2-40B4-BE49-F238E27FC236}">
                <a16:creationId xmlns:a16="http://schemas.microsoft.com/office/drawing/2014/main" id="{E5A9A6A1-2124-18BA-E819-5514A4A2C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696016" cy="1438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94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_blueBG+large_right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532668" y="0"/>
            <a:ext cx="56122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-1" y="0"/>
            <a:ext cx="35326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CE7FAC4-69C3-A7A5-B45A-8277C4412F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698406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18pt</a:t>
            </a: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27EAF31-B678-6D7E-AB45-122E5400C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696016" cy="1438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13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graphy_slide_text+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3511202" y="0"/>
            <a:ext cx="562627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202" y="0"/>
            <a:ext cx="3510000" cy="6858000"/>
          </a:xfrm>
          <a:prstGeom prst="rect">
            <a:avLst/>
          </a:prstGeom>
          <a:solidFill>
            <a:schemeClr val="bg2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047712" y="1989138"/>
            <a:ext cx="3742082" cy="1260000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slide message up to 2 lines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047712" y="3438933"/>
            <a:ext cx="3742082" cy="427383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name of person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047712" y="3856378"/>
            <a:ext cx="3742082" cy="1449802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title and contact details</a:t>
            </a:r>
          </a:p>
        </p:txBody>
      </p:sp>
    </p:spTree>
    <p:extLst>
      <p:ext uri="{BB962C8B-B14F-4D97-AF65-F5344CB8AC3E}">
        <p14:creationId xmlns:p14="http://schemas.microsoft.com/office/powerpoint/2010/main" val="166701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righ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3240000" anchor="ctr"/>
          <a:lstStyle>
            <a:lvl1pPr marL="0" indent="0" algn="l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CD0A218-8DA0-485B-FA3C-50A4079AA8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59000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273161 w 5580000"/>
              <a:gd name="connsiteY1" fmla="*/ 0 h 3960000"/>
              <a:gd name="connsiteX2" fmla="*/ 273162 w 5580000"/>
              <a:gd name="connsiteY2" fmla="*/ 0 h 3960000"/>
              <a:gd name="connsiteX3" fmla="*/ 5306840 w 5580000"/>
              <a:gd name="connsiteY3" fmla="*/ 0 h 3960000"/>
              <a:gd name="connsiteX4" fmla="*/ 5306841 w 5580000"/>
              <a:gd name="connsiteY4" fmla="*/ 0 h 3960000"/>
              <a:gd name="connsiteX5" fmla="*/ 5580000 w 5580000"/>
              <a:gd name="connsiteY5" fmla="*/ 0 h 3960000"/>
              <a:gd name="connsiteX6" fmla="*/ 5580000 w 5580000"/>
              <a:gd name="connsiteY6" fmla="*/ 3960000 h 3960000"/>
              <a:gd name="connsiteX7" fmla="*/ 5306840 w 5580000"/>
              <a:gd name="connsiteY7" fmla="*/ 3960000 h 3960000"/>
              <a:gd name="connsiteX8" fmla="*/ 3938954 w 5580000"/>
              <a:gd name="connsiteY8" fmla="*/ 3960000 h 3960000"/>
              <a:gd name="connsiteX9" fmla="*/ 273162 w 5580000"/>
              <a:gd name="connsiteY9" fmla="*/ 3960000 h 3960000"/>
              <a:gd name="connsiteX10" fmla="*/ 1 w 5580000"/>
              <a:gd name="connsiteY10" fmla="*/ 3686839 h 3960000"/>
              <a:gd name="connsiteX11" fmla="*/ 1 w 5580000"/>
              <a:gd name="connsiteY11" fmla="*/ 1148863 h 3960000"/>
              <a:gd name="connsiteX12" fmla="*/ 0 w 5580000"/>
              <a:gd name="connsiteY12" fmla="*/ 1148863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273161" y="0"/>
                </a:lnTo>
                <a:lnTo>
                  <a:pt x="273162" y="0"/>
                </a:lnTo>
                <a:lnTo>
                  <a:pt x="5306840" y="0"/>
                </a:lnTo>
                <a:lnTo>
                  <a:pt x="5306841" y="0"/>
                </a:lnTo>
                <a:lnTo>
                  <a:pt x="5580000" y="0"/>
                </a:lnTo>
                <a:lnTo>
                  <a:pt x="5580000" y="3960000"/>
                </a:lnTo>
                <a:lnTo>
                  <a:pt x="5306840" y="3960000"/>
                </a:lnTo>
                <a:lnTo>
                  <a:pt x="3938954" y="3960000"/>
                </a:lnTo>
                <a:lnTo>
                  <a:pt x="273162" y="3960000"/>
                </a:lnTo>
                <a:cubicBezTo>
                  <a:pt x="122299" y="3960000"/>
                  <a:pt x="1" y="3837702"/>
                  <a:pt x="1" y="3686839"/>
                </a:cubicBezTo>
                <a:lnTo>
                  <a:pt x="1" y="1148863"/>
                </a:lnTo>
                <a:lnTo>
                  <a:pt x="0" y="114886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10834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righ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3240000" anchor="ctr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E6FEC7-BCEA-28DF-4883-D7E0A04BDD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59000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273161 w 5580000"/>
              <a:gd name="connsiteY1" fmla="*/ 0 h 3960000"/>
              <a:gd name="connsiteX2" fmla="*/ 273162 w 5580000"/>
              <a:gd name="connsiteY2" fmla="*/ 0 h 3960000"/>
              <a:gd name="connsiteX3" fmla="*/ 5306840 w 5580000"/>
              <a:gd name="connsiteY3" fmla="*/ 0 h 3960000"/>
              <a:gd name="connsiteX4" fmla="*/ 5306841 w 5580000"/>
              <a:gd name="connsiteY4" fmla="*/ 0 h 3960000"/>
              <a:gd name="connsiteX5" fmla="*/ 5580000 w 5580000"/>
              <a:gd name="connsiteY5" fmla="*/ 0 h 3960000"/>
              <a:gd name="connsiteX6" fmla="*/ 5580000 w 5580000"/>
              <a:gd name="connsiteY6" fmla="*/ 3960000 h 3960000"/>
              <a:gd name="connsiteX7" fmla="*/ 5306840 w 5580000"/>
              <a:gd name="connsiteY7" fmla="*/ 3960000 h 3960000"/>
              <a:gd name="connsiteX8" fmla="*/ 3938954 w 5580000"/>
              <a:gd name="connsiteY8" fmla="*/ 3960000 h 3960000"/>
              <a:gd name="connsiteX9" fmla="*/ 273162 w 5580000"/>
              <a:gd name="connsiteY9" fmla="*/ 3960000 h 3960000"/>
              <a:gd name="connsiteX10" fmla="*/ 1 w 5580000"/>
              <a:gd name="connsiteY10" fmla="*/ 3686839 h 3960000"/>
              <a:gd name="connsiteX11" fmla="*/ 1 w 5580000"/>
              <a:gd name="connsiteY11" fmla="*/ 1148863 h 3960000"/>
              <a:gd name="connsiteX12" fmla="*/ 0 w 5580000"/>
              <a:gd name="connsiteY12" fmla="*/ 1148863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273161" y="0"/>
                </a:lnTo>
                <a:lnTo>
                  <a:pt x="273162" y="0"/>
                </a:lnTo>
                <a:lnTo>
                  <a:pt x="5306840" y="0"/>
                </a:lnTo>
                <a:lnTo>
                  <a:pt x="5306841" y="0"/>
                </a:lnTo>
                <a:lnTo>
                  <a:pt x="5580000" y="0"/>
                </a:lnTo>
                <a:lnTo>
                  <a:pt x="5580000" y="3960000"/>
                </a:lnTo>
                <a:lnTo>
                  <a:pt x="5306840" y="3960000"/>
                </a:lnTo>
                <a:lnTo>
                  <a:pt x="3938954" y="3960000"/>
                </a:lnTo>
                <a:lnTo>
                  <a:pt x="273162" y="3960000"/>
                </a:lnTo>
                <a:cubicBezTo>
                  <a:pt x="122299" y="3960000"/>
                  <a:pt x="1" y="3837702"/>
                  <a:pt x="1" y="3686839"/>
                </a:cubicBezTo>
                <a:lnTo>
                  <a:pt x="1" y="1148863"/>
                </a:lnTo>
                <a:lnTo>
                  <a:pt x="0" y="114886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223248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ef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4E8381-0C62-41BE-35D9-61D10FF60B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948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308325 w 5580000"/>
              <a:gd name="connsiteY1" fmla="*/ 0 h 3960000"/>
              <a:gd name="connsiteX2" fmla="*/ 308326 w 5580000"/>
              <a:gd name="connsiteY2" fmla="*/ 0 h 3960000"/>
              <a:gd name="connsiteX3" fmla="*/ 5271674 w 5580000"/>
              <a:gd name="connsiteY3" fmla="*/ 0 h 3960000"/>
              <a:gd name="connsiteX4" fmla="*/ 5271675 w 5580000"/>
              <a:gd name="connsiteY4" fmla="*/ 0 h 3960000"/>
              <a:gd name="connsiteX5" fmla="*/ 5578736 w 5580000"/>
              <a:gd name="connsiteY5" fmla="*/ 0 h 3960000"/>
              <a:gd name="connsiteX6" fmla="*/ 5578736 w 5580000"/>
              <a:gd name="connsiteY6" fmla="*/ 295787 h 3960000"/>
              <a:gd name="connsiteX7" fmla="*/ 5580000 w 5580000"/>
              <a:gd name="connsiteY7" fmla="*/ 308326 h 3960000"/>
              <a:gd name="connsiteX8" fmla="*/ 5580000 w 5580000"/>
              <a:gd name="connsiteY8" fmla="*/ 3651674 h 3960000"/>
              <a:gd name="connsiteX9" fmla="*/ 5271674 w 5580000"/>
              <a:gd name="connsiteY9" fmla="*/ 3960000 h 3960000"/>
              <a:gd name="connsiteX10" fmla="*/ 308326 w 5580000"/>
              <a:gd name="connsiteY10" fmla="*/ 3960000 h 3960000"/>
              <a:gd name="connsiteX11" fmla="*/ 308316 w 5580000"/>
              <a:gd name="connsiteY11" fmla="*/ 3959999 h 3960000"/>
              <a:gd name="connsiteX12" fmla="*/ 0 w 5580000"/>
              <a:gd name="connsiteY12" fmla="*/ 3959999 h 3960000"/>
              <a:gd name="connsiteX13" fmla="*/ 0 w 5580000"/>
              <a:gd name="connsiteY13" fmla="*/ 3651674 h 3960000"/>
              <a:gd name="connsiteX14" fmla="*/ 0 w 5580000"/>
              <a:gd name="connsiteY14" fmla="*/ 990328 h 3960000"/>
              <a:gd name="connsiteX15" fmla="*/ 0 w 5580000"/>
              <a:gd name="connsiteY15" fmla="*/ 914400 h 3960000"/>
              <a:gd name="connsiteX16" fmla="*/ 0 w 5580000"/>
              <a:gd name="connsiteY16" fmla="*/ 308326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308325" y="0"/>
                </a:lnTo>
                <a:lnTo>
                  <a:pt x="308326" y="0"/>
                </a:lnTo>
                <a:lnTo>
                  <a:pt x="5271674" y="0"/>
                </a:lnTo>
                <a:lnTo>
                  <a:pt x="5271675" y="0"/>
                </a:lnTo>
                <a:lnTo>
                  <a:pt x="5578736" y="0"/>
                </a:lnTo>
                <a:lnTo>
                  <a:pt x="5578736" y="295787"/>
                </a:lnTo>
                <a:lnTo>
                  <a:pt x="5580000" y="308326"/>
                </a:lnTo>
                <a:lnTo>
                  <a:pt x="5580000" y="3651674"/>
                </a:lnTo>
                <a:cubicBezTo>
                  <a:pt x="5580000" y="3821958"/>
                  <a:pt x="5441958" y="3960000"/>
                  <a:pt x="5271674" y="3960000"/>
                </a:cubicBezTo>
                <a:lnTo>
                  <a:pt x="308326" y="3960000"/>
                </a:lnTo>
                <a:lnTo>
                  <a:pt x="308316" y="3959999"/>
                </a:lnTo>
                <a:lnTo>
                  <a:pt x="0" y="3959999"/>
                </a:lnTo>
                <a:lnTo>
                  <a:pt x="0" y="3651674"/>
                </a:lnTo>
                <a:lnTo>
                  <a:pt x="0" y="990328"/>
                </a:lnTo>
                <a:lnTo>
                  <a:pt x="0" y="914400"/>
                </a:lnTo>
                <a:lnTo>
                  <a:pt x="0" y="30832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185758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ef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E2E6E-8E38-1D33-13C2-C5CAE010B7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948" y="1629137"/>
            <a:ext cx="4185000" cy="3960000"/>
          </a:xfrm>
          <a:custGeom>
            <a:avLst/>
            <a:gdLst>
              <a:gd name="connsiteX0" fmla="*/ 0 w 5580000"/>
              <a:gd name="connsiteY0" fmla="*/ 0 h 3960000"/>
              <a:gd name="connsiteX1" fmla="*/ 308325 w 5580000"/>
              <a:gd name="connsiteY1" fmla="*/ 0 h 3960000"/>
              <a:gd name="connsiteX2" fmla="*/ 308326 w 5580000"/>
              <a:gd name="connsiteY2" fmla="*/ 0 h 3960000"/>
              <a:gd name="connsiteX3" fmla="*/ 5271674 w 5580000"/>
              <a:gd name="connsiteY3" fmla="*/ 0 h 3960000"/>
              <a:gd name="connsiteX4" fmla="*/ 5271675 w 5580000"/>
              <a:gd name="connsiteY4" fmla="*/ 0 h 3960000"/>
              <a:gd name="connsiteX5" fmla="*/ 5578736 w 5580000"/>
              <a:gd name="connsiteY5" fmla="*/ 0 h 3960000"/>
              <a:gd name="connsiteX6" fmla="*/ 5578736 w 5580000"/>
              <a:gd name="connsiteY6" fmla="*/ 295787 h 3960000"/>
              <a:gd name="connsiteX7" fmla="*/ 5580000 w 5580000"/>
              <a:gd name="connsiteY7" fmla="*/ 308326 h 3960000"/>
              <a:gd name="connsiteX8" fmla="*/ 5580000 w 5580000"/>
              <a:gd name="connsiteY8" fmla="*/ 3651674 h 3960000"/>
              <a:gd name="connsiteX9" fmla="*/ 5271674 w 5580000"/>
              <a:gd name="connsiteY9" fmla="*/ 3960000 h 3960000"/>
              <a:gd name="connsiteX10" fmla="*/ 308326 w 5580000"/>
              <a:gd name="connsiteY10" fmla="*/ 3960000 h 3960000"/>
              <a:gd name="connsiteX11" fmla="*/ 308316 w 5580000"/>
              <a:gd name="connsiteY11" fmla="*/ 3959999 h 3960000"/>
              <a:gd name="connsiteX12" fmla="*/ 0 w 5580000"/>
              <a:gd name="connsiteY12" fmla="*/ 3959999 h 3960000"/>
              <a:gd name="connsiteX13" fmla="*/ 0 w 5580000"/>
              <a:gd name="connsiteY13" fmla="*/ 3651674 h 3960000"/>
              <a:gd name="connsiteX14" fmla="*/ 0 w 5580000"/>
              <a:gd name="connsiteY14" fmla="*/ 990328 h 3960000"/>
              <a:gd name="connsiteX15" fmla="*/ 0 w 5580000"/>
              <a:gd name="connsiteY15" fmla="*/ 914400 h 3960000"/>
              <a:gd name="connsiteX16" fmla="*/ 0 w 5580000"/>
              <a:gd name="connsiteY16" fmla="*/ 308326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80000" h="3960000">
                <a:moveTo>
                  <a:pt x="0" y="0"/>
                </a:moveTo>
                <a:lnTo>
                  <a:pt x="308325" y="0"/>
                </a:lnTo>
                <a:lnTo>
                  <a:pt x="308326" y="0"/>
                </a:lnTo>
                <a:lnTo>
                  <a:pt x="5271674" y="0"/>
                </a:lnTo>
                <a:lnTo>
                  <a:pt x="5271675" y="0"/>
                </a:lnTo>
                <a:lnTo>
                  <a:pt x="5578736" y="0"/>
                </a:lnTo>
                <a:lnTo>
                  <a:pt x="5578736" y="295787"/>
                </a:lnTo>
                <a:lnTo>
                  <a:pt x="5580000" y="308326"/>
                </a:lnTo>
                <a:lnTo>
                  <a:pt x="5580000" y="3651674"/>
                </a:lnTo>
                <a:cubicBezTo>
                  <a:pt x="5580000" y="3821958"/>
                  <a:pt x="5441958" y="3960000"/>
                  <a:pt x="5271674" y="3960000"/>
                </a:cubicBezTo>
                <a:lnTo>
                  <a:pt x="308326" y="3960000"/>
                </a:lnTo>
                <a:lnTo>
                  <a:pt x="308316" y="3959999"/>
                </a:lnTo>
                <a:lnTo>
                  <a:pt x="0" y="3959999"/>
                </a:lnTo>
                <a:lnTo>
                  <a:pt x="0" y="3651674"/>
                </a:lnTo>
                <a:lnTo>
                  <a:pt x="0" y="990328"/>
                </a:lnTo>
                <a:lnTo>
                  <a:pt x="0" y="914400"/>
                </a:lnTo>
                <a:lnTo>
                  <a:pt x="0" y="308326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51572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righ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3240000" rIns="0" anchor="ctr"/>
          <a:lstStyle>
            <a:lvl1pPr marL="0" indent="0" algn="l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5F363B-EE94-762D-1D10-DC3B05CDA6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1856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304156 w 4996800"/>
              <a:gd name="connsiteY1" fmla="*/ 0 h 2880000"/>
              <a:gd name="connsiteX2" fmla="*/ 4692642 w 4996800"/>
              <a:gd name="connsiteY2" fmla="*/ 0 h 2880000"/>
              <a:gd name="connsiteX3" fmla="*/ 4692643 w 4996800"/>
              <a:gd name="connsiteY3" fmla="*/ 0 h 2880000"/>
              <a:gd name="connsiteX4" fmla="*/ 4996799 w 4996800"/>
              <a:gd name="connsiteY4" fmla="*/ 0 h 2880000"/>
              <a:gd name="connsiteX5" fmla="*/ 4996799 w 4996800"/>
              <a:gd name="connsiteY5" fmla="*/ 304157 h 2880000"/>
              <a:gd name="connsiteX6" fmla="*/ 4996799 w 4996800"/>
              <a:gd name="connsiteY6" fmla="*/ 803415 h 2880000"/>
              <a:gd name="connsiteX7" fmla="*/ 4996799 w 4996800"/>
              <a:gd name="connsiteY7" fmla="*/ 1311865 h 2880000"/>
              <a:gd name="connsiteX8" fmla="*/ 4996800 w 4996800"/>
              <a:gd name="connsiteY8" fmla="*/ 1311865 h 2880000"/>
              <a:gd name="connsiteX9" fmla="*/ 4996800 w 4996800"/>
              <a:gd name="connsiteY9" fmla="*/ 2880000 h 2880000"/>
              <a:gd name="connsiteX10" fmla="*/ 4692642 w 4996800"/>
              <a:gd name="connsiteY10" fmla="*/ 2880000 h 2880000"/>
              <a:gd name="connsiteX11" fmla="*/ 3282460 w 4996800"/>
              <a:gd name="connsiteY11" fmla="*/ 2880000 h 2880000"/>
              <a:gd name="connsiteX12" fmla="*/ 304156 w 4996800"/>
              <a:gd name="connsiteY12" fmla="*/ 2880000 h 2880000"/>
              <a:gd name="connsiteX13" fmla="*/ 23902 w 4996800"/>
              <a:gd name="connsiteY13" fmla="*/ 2694235 h 2880000"/>
              <a:gd name="connsiteX14" fmla="*/ 0 w 4996800"/>
              <a:gd name="connsiteY14" fmla="*/ 2575848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304156" y="0"/>
                </a:lnTo>
                <a:lnTo>
                  <a:pt x="4692642" y="0"/>
                </a:lnTo>
                <a:lnTo>
                  <a:pt x="4692643" y="0"/>
                </a:lnTo>
                <a:lnTo>
                  <a:pt x="4996799" y="0"/>
                </a:lnTo>
                <a:lnTo>
                  <a:pt x="4996799" y="304157"/>
                </a:lnTo>
                <a:lnTo>
                  <a:pt x="4996799" y="803415"/>
                </a:lnTo>
                <a:lnTo>
                  <a:pt x="4996799" y="1311865"/>
                </a:lnTo>
                <a:lnTo>
                  <a:pt x="4996800" y="1311865"/>
                </a:lnTo>
                <a:lnTo>
                  <a:pt x="4996800" y="2880000"/>
                </a:lnTo>
                <a:lnTo>
                  <a:pt x="4692642" y="2880000"/>
                </a:lnTo>
                <a:lnTo>
                  <a:pt x="3282460" y="2880000"/>
                </a:lnTo>
                <a:lnTo>
                  <a:pt x="304156" y="2880000"/>
                </a:lnTo>
                <a:cubicBezTo>
                  <a:pt x="178171" y="2880000"/>
                  <a:pt x="70075" y="2803401"/>
                  <a:pt x="23902" y="2694235"/>
                </a:cubicBezTo>
                <a:lnTo>
                  <a:pt x="0" y="257584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46655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righ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3240000" rIns="0" anchor="ctr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B25DB4-7765-C0D6-667F-D35E68D2A8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11856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304156 w 4996800"/>
              <a:gd name="connsiteY1" fmla="*/ 0 h 2880000"/>
              <a:gd name="connsiteX2" fmla="*/ 4692642 w 4996800"/>
              <a:gd name="connsiteY2" fmla="*/ 0 h 2880000"/>
              <a:gd name="connsiteX3" fmla="*/ 4692643 w 4996800"/>
              <a:gd name="connsiteY3" fmla="*/ 0 h 2880000"/>
              <a:gd name="connsiteX4" fmla="*/ 4996799 w 4996800"/>
              <a:gd name="connsiteY4" fmla="*/ 0 h 2880000"/>
              <a:gd name="connsiteX5" fmla="*/ 4996799 w 4996800"/>
              <a:gd name="connsiteY5" fmla="*/ 304157 h 2880000"/>
              <a:gd name="connsiteX6" fmla="*/ 4996799 w 4996800"/>
              <a:gd name="connsiteY6" fmla="*/ 803415 h 2880000"/>
              <a:gd name="connsiteX7" fmla="*/ 4996799 w 4996800"/>
              <a:gd name="connsiteY7" fmla="*/ 1311865 h 2880000"/>
              <a:gd name="connsiteX8" fmla="*/ 4996800 w 4996800"/>
              <a:gd name="connsiteY8" fmla="*/ 1311865 h 2880000"/>
              <a:gd name="connsiteX9" fmla="*/ 4996800 w 4996800"/>
              <a:gd name="connsiteY9" fmla="*/ 2880000 h 2880000"/>
              <a:gd name="connsiteX10" fmla="*/ 4692642 w 4996800"/>
              <a:gd name="connsiteY10" fmla="*/ 2880000 h 2880000"/>
              <a:gd name="connsiteX11" fmla="*/ 3282460 w 4996800"/>
              <a:gd name="connsiteY11" fmla="*/ 2880000 h 2880000"/>
              <a:gd name="connsiteX12" fmla="*/ 304156 w 4996800"/>
              <a:gd name="connsiteY12" fmla="*/ 2880000 h 2880000"/>
              <a:gd name="connsiteX13" fmla="*/ 23902 w 4996800"/>
              <a:gd name="connsiteY13" fmla="*/ 2694235 h 2880000"/>
              <a:gd name="connsiteX14" fmla="*/ 0 w 4996800"/>
              <a:gd name="connsiteY14" fmla="*/ 2575848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304156" y="0"/>
                </a:lnTo>
                <a:lnTo>
                  <a:pt x="4692642" y="0"/>
                </a:lnTo>
                <a:lnTo>
                  <a:pt x="4692643" y="0"/>
                </a:lnTo>
                <a:lnTo>
                  <a:pt x="4996799" y="0"/>
                </a:lnTo>
                <a:lnTo>
                  <a:pt x="4996799" y="304157"/>
                </a:lnTo>
                <a:lnTo>
                  <a:pt x="4996799" y="803415"/>
                </a:lnTo>
                <a:lnTo>
                  <a:pt x="4996799" y="1311865"/>
                </a:lnTo>
                <a:lnTo>
                  <a:pt x="4996800" y="1311865"/>
                </a:lnTo>
                <a:lnTo>
                  <a:pt x="4996800" y="2880000"/>
                </a:lnTo>
                <a:lnTo>
                  <a:pt x="4692642" y="2880000"/>
                </a:lnTo>
                <a:lnTo>
                  <a:pt x="3282460" y="2880000"/>
                </a:lnTo>
                <a:lnTo>
                  <a:pt x="304156" y="2880000"/>
                </a:lnTo>
                <a:cubicBezTo>
                  <a:pt x="178171" y="2880000"/>
                  <a:pt x="70075" y="2803401"/>
                  <a:pt x="23902" y="2694235"/>
                </a:cubicBezTo>
                <a:lnTo>
                  <a:pt x="0" y="2575848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152361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left+Full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bg2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59DC07-A65A-36A7-F002-0BB2B4DF77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280714 w 4996800"/>
              <a:gd name="connsiteY1" fmla="*/ 0 h 2880000"/>
              <a:gd name="connsiteX2" fmla="*/ 4716086 w 4996800"/>
              <a:gd name="connsiteY2" fmla="*/ 0 h 2880000"/>
              <a:gd name="connsiteX3" fmla="*/ 4716087 w 4996800"/>
              <a:gd name="connsiteY3" fmla="*/ 0 h 2880000"/>
              <a:gd name="connsiteX4" fmla="*/ 4996800 w 4996800"/>
              <a:gd name="connsiteY4" fmla="*/ 0 h 2880000"/>
              <a:gd name="connsiteX5" fmla="*/ 4996800 w 4996800"/>
              <a:gd name="connsiteY5" fmla="*/ 280714 h 2880000"/>
              <a:gd name="connsiteX6" fmla="*/ 4996800 w 4996800"/>
              <a:gd name="connsiteY6" fmla="*/ 808039 h 2880000"/>
              <a:gd name="connsiteX7" fmla="*/ 4996800 w 4996800"/>
              <a:gd name="connsiteY7" fmla="*/ 2599286 h 2880000"/>
              <a:gd name="connsiteX8" fmla="*/ 4716086 w 4996800"/>
              <a:gd name="connsiteY8" fmla="*/ 2880000 h 2880000"/>
              <a:gd name="connsiteX9" fmla="*/ 1207477 w 4996800"/>
              <a:gd name="connsiteY9" fmla="*/ 2880000 h 2880000"/>
              <a:gd name="connsiteX10" fmla="*/ 280714 w 4996800"/>
              <a:gd name="connsiteY10" fmla="*/ 2880000 h 2880000"/>
              <a:gd name="connsiteX11" fmla="*/ 0 w 4996800"/>
              <a:gd name="connsiteY11" fmla="*/ 2880000 h 2880000"/>
              <a:gd name="connsiteX12" fmla="*/ 0 w 4996800"/>
              <a:gd name="connsiteY12" fmla="*/ 2599286 h 2880000"/>
              <a:gd name="connsiteX13" fmla="*/ 0 w 4996800"/>
              <a:gd name="connsiteY13" fmla="*/ 808039 h 2880000"/>
              <a:gd name="connsiteX14" fmla="*/ 0 w 4996800"/>
              <a:gd name="connsiteY14" fmla="*/ 531981 h 2880000"/>
              <a:gd name="connsiteX15" fmla="*/ 0 w 4996800"/>
              <a:gd name="connsiteY15" fmla="*/ 280714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280714" y="0"/>
                </a:lnTo>
                <a:lnTo>
                  <a:pt x="4716086" y="0"/>
                </a:lnTo>
                <a:lnTo>
                  <a:pt x="4716087" y="0"/>
                </a:lnTo>
                <a:lnTo>
                  <a:pt x="4996800" y="0"/>
                </a:lnTo>
                <a:lnTo>
                  <a:pt x="4996800" y="280714"/>
                </a:lnTo>
                <a:lnTo>
                  <a:pt x="4996800" y="808039"/>
                </a:lnTo>
                <a:lnTo>
                  <a:pt x="4996800" y="2599286"/>
                </a:lnTo>
                <a:cubicBezTo>
                  <a:pt x="4996800" y="2754320"/>
                  <a:pt x="4871120" y="2880000"/>
                  <a:pt x="4716086" y="2880000"/>
                </a:cubicBezTo>
                <a:lnTo>
                  <a:pt x="1207477" y="2880000"/>
                </a:lnTo>
                <a:lnTo>
                  <a:pt x="280714" y="2880000"/>
                </a:lnTo>
                <a:lnTo>
                  <a:pt x="0" y="2880000"/>
                </a:lnTo>
                <a:lnTo>
                  <a:pt x="0" y="2599286"/>
                </a:lnTo>
                <a:lnTo>
                  <a:pt x="0" y="808039"/>
                </a:lnTo>
                <a:lnTo>
                  <a:pt x="0" y="531981"/>
                </a:lnTo>
                <a:lnTo>
                  <a:pt x="0" y="28071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405624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Msg_BlueBG_lower_left+Full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900" cy="6858000"/>
          </a:xfrm>
          <a:prstGeom prst="rect">
            <a:avLst/>
          </a:prstGeom>
          <a:solidFill>
            <a:schemeClr val="accent6"/>
          </a:solidFill>
        </p:spPr>
        <p:txBody>
          <a:bodyPr lIns="0" rIns="324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D1DA67-0DC7-B2D7-E8DC-A693FB3935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429000"/>
            <a:ext cx="3747600" cy="2880000"/>
          </a:xfrm>
          <a:custGeom>
            <a:avLst/>
            <a:gdLst>
              <a:gd name="connsiteX0" fmla="*/ 0 w 4996800"/>
              <a:gd name="connsiteY0" fmla="*/ 0 h 2880000"/>
              <a:gd name="connsiteX1" fmla="*/ 280714 w 4996800"/>
              <a:gd name="connsiteY1" fmla="*/ 0 h 2880000"/>
              <a:gd name="connsiteX2" fmla="*/ 4716086 w 4996800"/>
              <a:gd name="connsiteY2" fmla="*/ 0 h 2880000"/>
              <a:gd name="connsiteX3" fmla="*/ 4716087 w 4996800"/>
              <a:gd name="connsiteY3" fmla="*/ 0 h 2880000"/>
              <a:gd name="connsiteX4" fmla="*/ 4996800 w 4996800"/>
              <a:gd name="connsiteY4" fmla="*/ 0 h 2880000"/>
              <a:gd name="connsiteX5" fmla="*/ 4996800 w 4996800"/>
              <a:gd name="connsiteY5" fmla="*/ 280714 h 2880000"/>
              <a:gd name="connsiteX6" fmla="*/ 4996800 w 4996800"/>
              <a:gd name="connsiteY6" fmla="*/ 808039 h 2880000"/>
              <a:gd name="connsiteX7" fmla="*/ 4996800 w 4996800"/>
              <a:gd name="connsiteY7" fmla="*/ 2599286 h 2880000"/>
              <a:gd name="connsiteX8" fmla="*/ 4716086 w 4996800"/>
              <a:gd name="connsiteY8" fmla="*/ 2880000 h 2880000"/>
              <a:gd name="connsiteX9" fmla="*/ 1207477 w 4996800"/>
              <a:gd name="connsiteY9" fmla="*/ 2880000 h 2880000"/>
              <a:gd name="connsiteX10" fmla="*/ 280714 w 4996800"/>
              <a:gd name="connsiteY10" fmla="*/ 2880000 h 2880000"/>
              <a:gd name="connsiteX11" fmla="*/ 0 w 4996800"/>
              <a:gd name="connsiteY11" fmla="*/ 2880000 h 2880000"/>
              <a:gd name="connsiteX12" fmla="*/ 0 w 4996800"/>
              <a:gd name="connsiteY12" fmla="*/ 2599286 h 2880000"/>
              <a:gd name="connsiteX13" fmla="*/ 0 w 4996800"/>
              <a:gd name="connsiteY13" fmla="*/ 808039 h 2880000"/>
              <a:gd name="connsiteX14" fmla="*/ 0 w 4996800"/>
              <a:gd name="connsiteY14" fmla="*/ 531981 h 2880000"/>
              <a:gd name="connsiteX15" fmla="*/ 0 w 4996800"/>
              <a:gd name="connsiteY15" fmla="*/ 280714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96800" h="2880000">
                <a:moveTo>
                  <a:pt x="0" y="0"/>
                </a:moveTo>
                <a:lnTo>
                  <a:pt x="280714" y="0"/>
                </a:lnTo>
                <a:lnTo>
                  <a:pt x="4716086" y="0"/>
                </a:lnTo>
                <a:lnTo>
                  <a:pt x="4716087" y="0"/>
                </a:lnTo>
                <a:lnTo>
                  <a:pt x="4996800" y="0"/>
                </a:lnTo>
                <a:lnTo>
                  <a:pt x="4996800" y="280714"/>
                </a:lnTo>
                <a:lnTo>
                  <a:pt x="4996800" y="808039"/>
                </a:lnTo>
                <a:lnTo>
                  <a:pt x="4996800" y="2599286"/>
                </a:lnTo>
                <a:cubicBezTo>
                  <a:pt x="4996800" y="2754320"/>
                  <a:pt x="4871120" y="2880000"/>
                  <a:pt x="4716086" y="2880000"/>
                </a:cubicBezTo>
                <a:lnTo>
                  <a:pt x="1207477" y="2880000"/>
                </a:lnTo>
                <a:lnTo>
                  <a:pt x="280714" y="2880000"/>
                </a:lnTo>
                <a:lnTo>
                  <a:pt x="0" y="2880000"/>
                </a:lnTo>
                <a:lnTo>
                  <a:pt x="0" y="2599286"/>
                </a:lnTo>
                <a:lnTo>
                  <a:pt x="0" y="808039"/>
                </a:lnTo>
                <a:lnTo>
                  <a:pt x="0" y="531981"/>
                </a:lnTo>
                <a:lnTo>
                  <a:pt x="0" y="28071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540000" tIns="180000" rIns="540000" bIns="180000"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16547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forward_Text_colou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96C0A7B-73E2-FAB4-4310-2A4BACB45D64}"/>
              </a:ext>
            </a:extLst>
          </p:cNvPr>
          <p:cNvSpPr/>
          <p:nvPr/>
        </p:nvSpPr>
        <p:spPr>
          <a:xfrm>
            <a:off x="1652772" y="3439406"/>
            <a:ext cx="7491229" cy="2880001"/>
          </a:xfrm>
          <a:custGeom>
            <a:avLst/>
            <a:gdLst>
              <a:gd name="connsiteX0" fmla="*/ 8846925 w 9988305"/>
              <a:gd name="connsiteY0" fmla="*/ 0 h 2880001"/>
              <a:gd name="connsiteX1" fmla="*/ 9988305 w 9988305"/>
              <a:gd name="connsiteY1" fmla="*/ 0 h 2880001"/>
              <a:gd name="connsiteX2" fmla="*/ 9988305 w 9988305"/>
              <a:gd name="connsiteY2" fmla="*/ 304907 h 2880001"/>
              <a:gd name="connsiteX3" fmla="*/ 9988305 w 9988305"/>
              <a:gd name="connsiteY3" fmla="*/ 2575095 h 2880001"/>
              <a:gd name="connsiteX4" fmla="*/ 9988305 w 9988305"/>
              <a:gd name="connsiteY4" fmla="*/ 2880000 h 2880001"/>
              <a:gd name="connsiteX5" fmla="*/ 9988303 w 9988305"/>
              <a:gd name="connsiteY5" fmla="*/ 2880000 h 2880001"/>
              <a:gd name="connsiteX6" fmla="*/ 9683409 w 9988305"/>
              <a:gd name="connsiteY6" fmla="*/ 2880000 h 2880001"/>
              <a:gd name="connsiteX7" fmla="*/ 9683399 w 9988305"/>
              <a:gd name="connsiteY7" fmla="*/ 2880001 h 2880001"/>
              <a:gd name="connsiteX8" fmla="*/ 304906 w 9988305"/>
              <a:gd name="connsiteY8" fmla="*/ 2880001 h 2880001"/>
              <a:gd name="connsiteX9" fmla="*/ 304896 w 9988305"/>
              <a:gd name="connsiteY9" fmla="*/ 2880000 h 2880001"/>
              <a:gd name="connsiteX10" fmla="*/ 0 w 9988305"/>
              <a:gd name="connsiteY10" fmla="*/ 2880000 h 2880001"/>
              <a:gd name="connsiteX11" fmla="*/ 0 w 9988305"/>
              <a:gd name="connsiteY11" fmla="*/ 2575095 h 2880001"/>
              <a:gd name="connsiteX12" fmla="*/ 0 w 9988305"/>
              <a:gd name="connsiteY12" fmla="*/ 2183181 h 2880001"/>
              <a:gd name="connsiteX13" fmla="*/ 0 w 9988305"/>
              <a:gd name="connsiteY13" fmla="*/ 304907 h 2880001"/>
              <a:gd name="connsiteX14" fmla="*/ 304906 w 9988305"/>
              <a:gd name="connsiteY14" fmla="*/ 1 h 2880001"/>
              <a:gd name="connsiteX15" fmla="*/ 8846925 w 9988305"/>
              <a:gd name="connsiteY15" fmla="*/ 1 h 28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988305" h="2880001">
                <a:moveTo>
                  <a:pt x="8846925" y="0"/>
                </a:moveTo>
                <a:lnTo>
                  <a:pt x="9988305" y="0"/>
                </a:lnTo>
                <a:lnTo>
                  <a:pt x="9988305" y="304907"/>
                </a:lnTo>
                <a:lnTo>
                  <a:pt x="9988305" y="2575095"/>
                </a:lnTo>
                <a:lnTo>
                  <a:pt x="9988305" y="2880000"/>
                </a:lnTo>
                <a:lnTo>
                  <a:pt x="9988303" y="2880000"/>
                </a:lnTo>
                <a:lnTo>
                  <a:pt x="9683409" y="2880000"/>
                </a:lnTo>
                <a:lnTo>
                  <a:pt x="9683399" y="2880001"/>
                </a:lnTo>
                <a:lnTo>
                  <a:pt x="304906" y="2880001"/>
                </a:lnTo>
                <a:lnTo>
                  <a:pt x="304896" y="2880000"/>
                </a:lnTo>
                <a:lnTo>
                  <a:pt x="0" y="2880000"/>
                </a:lnTo>
                <a:lnTo>
                  <a:pt x="0" y="2575095"/>
                </a:lnTo>
                <a:lnTo>
                  <a:pt x="0" y="2183181"/>
                </a:lnTo>
                <a:lnTo>
                  <a:pt x="0" y="304907"/>
                </a:lnTo>
                <a:cubicBezTo>
                  <a:pt x="0" y="136512"/>
                  <a:pt x="136511" y="1"/>
                  <a:pt x="304906" y="1"/>
                </a:cubicBezTo>
                <a:lnTo>
                  <a:pt x="8846925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013"/>
          </a:p>
        </p:txBody>
      </p:sp>
      <p:sp>
        <p:nvSpPr>
          <p:cNvPr id="7" name="Rectangle 6"/>
          <p:cNvSpPr/>
          <p:nvPr/>
        </p:nvSpPr>
        <p:spPr>
          <a:xfrm>
            <a:off x="1" y="560390"/>
            <a:ext cx="4157217" cy="28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11" name="Text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60390"/>
            <a:ext cx="4145973" cy="287901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6331744" y="3854451"/>
            <a:ext cx="1835944" cy="2049463"/>
          </a:xfrm>
          <a:custGeom>
            <a:avLst/>
            <a:gdLst>
              <a:gd name="T0" fmla="*/ 1542 w 1542"/>
              <a:gd name="T1" fmla="*/ 646 h 1291"/>
              <a:gd name="T2" fmla="*/ 896 w 1542"/>
              <a:gd name="T3" fmla="*/ 0 h 1291"/>
              <a:gd name="T4" fmla="*/ 766 w 1542"/>
              <a:gd name="T5" fmla="*/ 130 h 1291"/>
              <a:gd name="T6" fmla="*/ 1183 w 1542"/>
              <a:gd name="T7" fmla="*/ 546 h 1291"/>
              <a:gd name="T8" fmla="*/ 0 w 1542"/>
              <a:gd name="T9" fmla="*/ 546 h 1291"/>
              <a:gd name="T10" fmla="*/ 0 w 1542"/>
              <a:gd name="T11" fmla="*/ 729 h 1291"/>
              <a:gd name="T12" fmla="*/ 1198 w 1542"/>
              <a:gd name="T13" fmla="*/ 729 h 1291"/>
              <a:gd name="T14" fmla="*/ 766 w 1542"/>
              <a:gd name="T15" fmla="*/ 1161 h 1291"/>
              <a:gd name="T16" fmla="*/ 896 w 1542"/>
              <a:gd name="T17" fmla="*/ 1291 h 1291"/>
              <a:gd name="T18" fmla="*/ 1542 w 1542"/>
              <a:gd name="T19" fmla="*/ 646 h 1291"/>
              <a:gd name="T20" fmla="*/ 1542 w 1542"/>
              <a:gd name="T21" fmla="*/ 646 h 1291"/>
              <a:gd name="T22" fmla="*/ 1542 w 1542"/>
              <a:gd name="T23" fmla="*/ 646 h 1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42" h="1291">
                <a:moveTo>
                  <a:pt x="1542" y="646"/>
                </a:moveTo>
                <a:lnTo>
                  <a:pt x="896" y="0"/>
                </a:lnTo>
                <a:lnTo>
                  <a:pt x="766" y="130"/>
                </a:lnTo>
                <a:lnTo>
                  <a:pt x="1183" y="546"/>
                </a:lnTo>
                <a:lnTo>
                  <a:pt x="0" y="546"/>
                </a:lnTo>
                <a:lnTo>
                  <a:pt x="0" y="729"/>
                </a:lnTo>
                <a:lnTo>
                  <a:pt x="1198" y="729"/>
                </a:lnTo>
                <a:lnTo>
                  <a:pt x="766" y="1161"/>
                </a:lnTo>
                <a:lnTo>
                  <a:pt x="896" y="1291"/>
                </a:lnTo>
                <a:lnTo>
                  <a:pt x="1542" y="646"/>
                </a:lnTo>
                <a:lnTo>
                  <a:pt x="1542" y="646"/>
                </a:lnTo>
                <a:lnTo>
                  <a:pt x="1542" y="6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071566" y="3439406"/>
            <a:ext cx="3931200" cy="288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378396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_forward_Text_colou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3F0AF14-5FCF-489D-3C6B-10D0BF0F4616}"/>
              </a:ext>
            </a:extLst>
          </p:cNvPr>
          <p:cNvSpPr/>
          <p:nvPr/>
        </p:nvSpPr>
        <p:spPr>
          <a:xfrm>
            <a:off x="1652772" y="3439406"/>
            <a:ext cx="7491229" cy="2880001"/>
          </a:xfrm>
          <a:custGeom>
            <a:avLst/>
            <a:gdLst>
              <a:gd name="connsiteX0" fmla="*/ 8846925 w 9988305"/>
              <a:gd name="connsiteY0" fmla="*/ 0 h 2880001"/>
              <a:gd name="connsiteX1" fmla="*/ 9988305 w 9988305"/>
              <a:gd name="connsiteY1" fmla="*/ 0 h 2880001"/>
              <a:gd name="connsiteX2" fmla="*/ 9988305 w 9988305"/>
              <a:gd name="connsiteY2" fmla="*/ 304907 h 2880001"/>
              <a:gd name="connsiteX3" fmla="*/ 9988305 w 9988305"/>
              <a:gd name="connsiteY3" fmla="*/ 2575095 h 2880001"/>
              <a:gd name="connsiteX4" fmla="*/ 9988305 w 9988305"/>
              <a:gd name="connsiteY4" fmla="*/ 2880000 h 2880001"/>
              <a:gd name="connsiteX5" fmla="*/ 9988303 w 9988305"/>
              <a:gd name="connsiteY5" fmla="*/ 2880000 h 2880001"/>
              <a:gd name="connsiteX6" fmla="*/ 9683409 w 9988305"/>
              <a:gd name="connsiteY6" fmla="*/ 2880000 h 2880001"/>
              <a:gd name="connsiteX7" fmla="*/ 9683399 w 9988305"/>
              <a:gd name="connsiteY7" fmla="*/ 2880001 h 2880001"/>
              <a:gd name="connsiteX8" fmla="*/ 304906 w 9988305"/>
              <a:gd name="connsiteY8" fmla="*/ 2880001 h 2880001"/>
              <a:gd name="connsiteX9" fmla="*/ 304896 w 9988305"/>
              <a:gd name="connsiteY9" fmla="*/ 2880000 h 2880001"/>
              <a:gd name="connsiteX10" fmla="*/ 0 w 9988305"/>
              <a:gd name="connsiteY10" fmla="*/ 2880000 h 2880001"/>
              <a:gd name="connsiteX11" fmla="*/ 0 w 9988305"/>
              <a:gd name="connsiteY11" fmla="*/ 2575095 h 2880001"/>
              <a:gd name="connsiteX12" fmla="*/ 0 w 9988305"/>
              <a:gd name="connsiteY12" fmla="*/ 2183181 h 2880001"/>
              <a:gd name="connsiteX13" fmla="*/ 0 w 9988305"/>
              <a:gd name="connsiteY13" fmla="*/ 304907 h 2880001"/>
              <a:gd name="connsiteX14" fmla="*/ 304906 w 9988305"/>
              <a:gd name="connsiteY14" fmla="*/ 1 h 2880001"/>
              <a:gd name="connsiteX15" fmla="*/ 8846925 w 9988305"/>
              <a:gd name="connsiteY15" fmla="*/ 1 h 28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988305" h="2880001">
                <a:moveTo>
                  <a:pt x="8846925" y="0"/>
                </a:moveTo>
                <a:lnTo>
                  <a:pt x="9988305" y="0"/>
                </a:lnTo>
                <a:lnTo>
                  <a:pt x="9988305" y="304907"/>
                </a:lnTo>
                <a:lnTo>
                  <a:pt x="9988305" y="2575095"/>
                </a:lnTo>
                <a:lnTo>
                  <a:pt x="9988305" y="2880000"/>
                </a:lnTo>
                <a:lnTo>
                  <a:pt x="9988303" y="2880000"/>
                </a:lnTo>
                <a:lnTo>
                  <a:pt x="9683409" y="2880000"/>
                </a:lnTo>
                <a:lnTo>
                  <a:pt x="9683399" y="2880001"/>
                </a:lnTo>
                <a:lnTo>
                  <a:pt x="304906" y="2880001"/>
                </a:lnTo>
                <a:lnTo>
                  <a:pt x="304896" y="2880000"/>
                </a:lnTo>
                <a:lnTo>
                  <a:pt x="0" y="2880000"/>
                </a:lnTo>
                <a:lnTo>
                  <a:pt x="0" y="2575095"/>
                </a:lnTo>
                <a:lnTo>
                  <a:pt x="0" y="2183181"/>
                </a:lnTo>
                <a:lnTo>
                  <a:pt x="0" y="304907"/>
                </a:lnTo>
                <a:cubicBezTo>
                  <a:pt x="0" y="136512"/>
                  <a:pt x="136511" y="1"/>
                  <a:pt x="304906" y="1"/>
                </a:cubicBezTo>
                <a:lnTo>
                  <a:pt x="884692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sz="1013"/>
          </a:p>
        </p:txBody>
      </p:sp>
      <p:sp>
        <p:nvSpPr>
          <p:cNvPr id="7" name="Rectangle 6"/>
          <p:cNvSpPr/>
          <p:nvPr/>
        </p:nvSpPr>
        <p:spPr>
          <a:xfrm>
            <a:off x="1" y="560390"/>
            <a:ext cx="4157217" cy="28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8" name="Freeform 5"/>
          <p:cNvSpPr>
            <a:spLocks/>
          </p:cNvSpPr>
          <p:nvPr/>
        </p:nvSpPr>
        <p:spPr bwMode="auto">
          <a:xfrm>
            <a:off x="6322219" y="3844926"/>
            <a:ext cx="1854994" cy="2068513"/>
          </a:xfrm>
          <a:custGeom>
            <a:avLst/>
            <a:gdLst>
              <a:gd name="T0" fmla="*/ 1558 w 1558"/>
              <a:gd name="T1" fmla="*/ 652 h 1303"/>
              <a:gd name="T2" fmla="*/ 905 w 1558"/>
              <a:gd name="T3" fmla="*/ 0 h 1303"/>
              <a:gd name="T4" fmla="*/ 774 w 1558"/>
              <a:gd name="T5" fmla="*/ 131 h 1303"/>
              <a:gd name="T6" fmla="*/ 1195 w 1558"/>
              <a:gd name="T7" fmla="*/ 551 h 1303"/>
              <a:gd name="T8" fmla="*/ 0 w 1558"/>
              <a:gd name="T9" fmla="*/ 551 h 1303"/>
              <a:gd name="T10" fmla="*/ 0 w 1558"/>
              <a:gd name="T11" fmla="*/ 736 h 1303"/>
              <a:gd name="T12" fmla="*/ 1211 w 1558"/>
              <a:gd name="T13" fmla="*/ 736 h 1303"/>
              <a:gd name="T14" fmla="*/ 774 w 1558"/>
              <a:gd name="T15" fmla="*/ 1172 h 1303"/>
              <a:gd name="T16" fmla="*/ 905 w 1558"/>
              <a:gd name="T17" fmla="*/ 1303 h 1303"/>
              <a:gd name="T18" fmla="*/ 1558 w 1558"/>
              <a:gd name="T19" fmla="*/ 652 h 1303"/>
              <a:gd name="T20" fmla="*/ 1558 w 1558"/>
              <a:gd name="T21" fmla="*/ 652 h 1303"/>
              <a:gd name="T22" fmla="*/ 1558 w 1558"/>
              <a:gd name="T23" fmla="*/ 652 h 1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58" h="1303">
                <a:moveTo>
                  <a:pt x="1558" y="652"/>
                </a:moveTo>
                <a:lnTo>
                  <a:pt x="905" y="0"/>
                </a:lnTo>
                <a:lnTo>
                  <a:pt x="774" y="131"/>
                </a:lnTo>
                <a:lnTo>
                  <a:pt x="1195" y="551"/>
                </a:lnTo>
                <a:lnTo>
                  <a:pt x="0" y="551"/>
                </a:lnTo>
                <a:lnTo>
                  <a:pt x="0" y="736"/>
                </a:lnTo>
                <a:lnTo>
                  <a:pt x="1211" y="736"/>
                </a:lnTo>
                <a:lnTo>
                  <a:pt x="774" y="1172"/>
                </a:lnTo>
                <a:lnTo>
                  <a:pt x="905" y="1303"/>
                </a:lnTo>
                <a:lnTo>
                  <a:pt x="1558" y="652"/>
                </a:lnTo>
                <a:lnTo>
                  <a:pt x="1558" y="652"/>
                </a:lnTo>
                <a:lnTo>
                  <a:pt x="1558" y="652"/>
                </a:lnTo>
                <a:close/>
              </a:path>
            </a:pathLst>
          </a:custGeom>
          <a:solidFill>
            <a:srgbClr val="0033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560390"/>
            <a:ext cx="4145973" cy="2879016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2071566" y="3439406"/>
            <a:ext cx="3931200" cy="288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/>
              <a:t>Enter message 36pt</a:t>
            </a:r>
          </a:p>
        </p:txBody>
      </p:sp>
    </p:spTree>
    <p:extLst>
      <p:ext uri="{BB962C8B-B14F-4D97-AF65-F5344CB8AC3E}">
        <p14:creationId xmlns:p14="http://schemas.microsoft.com/office/powerpoint/2010/main" val="6916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_boxes_Blue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B4B0F3B-DF17-EA00-AE5B-64F1BBB3E859}"/>
              </a:ext>
            </a:extLst>
          </p:cNvPr>
          <p:cNvSpPr/>
          <p:nvPr/>
        </p:nvSpPr>
        <p:spPr>
          <a:xfrm>
            <a:off x="4683527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852107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4852106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bullet points in this text box</a:t>
            </a:r>
          </a:p>
          <a:p>
            <a:pPr lvl="0"/>
            <a:r>
              <a:rPr lang="en-GB" noProof="0"/>
              <a:t>Up to a maximum of 8 lines (paragraph breaks count as 1 line)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8EAA30-B9FE-C9D8-5BC9-E674943AAB19}"/>
              </a:ext>
            </a:extLst>
          </p:cNvPr>
          <p:cNvSpPr/>
          <p:nvPr/>
        </p:nvSpPr>
        <p:spPr>
          <a:xfrm>
            <a:off x="413147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7A1870F-A861-2A83-97EF-21EF8E494B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1727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1EE68061-DFD0-BF21-E46E-BB1DA779D8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1727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Enter bullet points in this text box</a:t>
            </a:r>
          </a:p>
          <a:p>
            <a:pPr lvl="0"/>
            <a:r>
              <a:rPr lang="en-GB" noProof="0"/>
              <a:t>Up to a maximum of 8 lines (paragraph breaks count as 1 line)</a:t>
            </a:r>
          </a:p>
        </p:txBody>
      </p:sp>
    </p:spTree>
    <p:extLst>
      <p:ext uri="{BB962C8B-B14F-4D97-AF65-F5344CB8AC3E}">
        <p14:creationId xmlns:p14="http://schemas.microsoft.com/office/powerpoint/2010/main" val="362165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text_boxes_BlueGrey+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16FCF5-60B4-F75F-EDD3-50A2420A6E6C}"/>
              </a:ext>
            </a:extLst>
          </p:cNvPr>
          <p:cNvSpPr/>
          <p:nvPr/>
        </p:nvSpPr>
        <p:spPr>
          <a:xfrm>
            <a:off x="5724769" y="2000423"/>
            <a:ext cx="3004733" cy="4308303"/>
          </a:xfrm>
          <a:custGeom>
            <a:avLst/>
            <a:gdLst>
              <a:gd name="connsiteX0" fmla="*/ 276916 w 4006310"/>
              <a:gd name="connsiteY0" fmla="*/ 0 h 4308303"/>
              <a:gd name="connsiteX1" fmla="*/ 3729394 w 4006310"/>
              <a:gd name="connsiteY1" fmla="*/ 0 h 4308303"/>
              <a:gd name="connsiteX2" fmla="*/ 3729395 w 4006310"/>
              <a:gd name="connsiteY2" fmla="*/ 0 h 4308303"/>
              <a:gd name="connsiteX3" fmla="*/ 4006310 w 4006310"/>
              <a:gd name="connsiteY3" fmla="*/ 0 h 4308303"/>
              <a:gd name="connsiteX4" fmla="*/ 4006310 w 4006310"/>
              <a:gd name="connsiteY4" fmla="*/ 276916 h 4308303"/>
              <a:gd name="connsiteX5" fmla="*/ 4006310 w 4006310"/>
              <a:gd name="connsiteY5" fmla="*/ 690672 h 4308303"/>
              <a:gd name="connsiteX6" fmla="*/ 4006310 w 4006310"/>
              <a:gd name="connsiteY6" fmla="*/ 4031387 h 4308303"/>
              <a:gd name="connsiteX7" fmla="*/ 3729394 w 4006310"/>
              <a:gd name="connsiteY7" fmla="*/ 4308303 h 4308303"/>
              <a:gd name="connsiteX8" fmla="*/ 673870 w 4006310"/>
              <a:gd name="connsiteY8" fmla="*/ 4308303 h 4308303"/>
              <a:gd name="connsiteX9" fmla="*/ 276916 w 4006310"/>
              <a:gd name="connsiteY9" fmla="*/ 4308303 h 4308303"/>
              <a:gd name="connsiteX10" fmla="*/ 0 w 4006310"/>
              <a:gd name="connsiteY10" fmla="*/ 4308303 h 4308303"/>
              <a:gd name="connsiteX11" fmla="*/ 0 w 4006310"/>
              <a:gd name="connsiteY11" fmla="*/ 4031387 h 4308303"/>
              <a:gd name="connsiteX12" fmla="*/ 0 w 4006310"/>
              <a:gd name="connsiteY12" fmla="*/ 690672 h 4308303"/>
              <a:gd name="connsiteX13" fmla="*/ 0 w 4006310"/>
              <a:gd name="connsiteY13" fmla="*/ 276916 h 4308303"/>
              <a:gd name="connsiteX14" fmla="*/ 0 w 4006310"/>
              <a:gd name="connsiteY14" fmla="*/ 0 h 4308303"/>
              <a:gd name="connsiteX15" fmla="*/ 276915 w 4006310"/>
              <a:gd name="connsiteY15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06310" h="4308303">
                <a:moveTo>
                  <a:pt x="276916" y="0"/>
                </a:moveTo>
                <a:lnTo>
                  <a:pt x="3729394" y="0"/>
                </a:lnTo>
                <a:lnTo>
                  <a:pt x="3729395" y="0"/>
                </a:lnTo>
                <a:lnTo>
                  <a:pt x="4006310" y="0"/>
                </a:lnTo>
                <a:lnTo>
                  <a:pt x="4006310" y="276916"/>
                </a:lnTo>
                <a:lnTo>
                  <a:pt x="4006310" y="690672"/>
                </a:lnTo>
                <a:lnTo>
                  <a:pt x="4006310" y="4031387"/>
                </a:lnTo>
                <a:cubicBezTo>
                  <a:pt x="4006310" y="4184323"/>
                  <a:pt x="3882330" y="4308303"/>
                  <a:pt x="3729394" y="4308303"/>
                </a:cubicBezTo>
                <a:lnTo>
                  <a:pt x="673870" y="4308303"/>
                </a:lnTo>
                <a:lnTo>
                  <a:pt x="276916" y="4308303"/>
                </a:lnTo>
                <a:lnTo>
                  <a:pt x="0" y="4308303"/>
                </a:lnTo>
                <a:lnTo>
                  <a:pt x="0" y="4031387"/>
                </a:lnTo>
                <a:lnTo>
                  <a:pt x="0" y="690672"/>
                </a:lnTo>
                <a:lnTo>
                  <a:pt x="0" y="276916"/>
                </a:lnTo>
                <a:lnTo>
                  <a:pt x="0" y="0"/>
                </a:lnTo>
                <a:lnTo>
                  <a:pt x="2769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2AFA9EF-DE38-53AC-AB36-F7E0AA02D8B4}"/>
              </a:ext>
            </a:extLst>
          </p:cNvPr>
          <p:cNvSpPr/>
          <p:nvPr/>
        </p:nvSpPr>
        <p:spPr>
          <a:xfrm>
            <a:off x="2500992" y="2000423"/>
            <a:ext cx="3004733" cy="4308303"/>
          </a:xfrm>
          <a:custGeom>
            <a:avLst/>
            <a:gdLst>
              <a:gd name="connsiteX0" fmla="*/ 284288 w 4006310"/>
              <a:gd name="connsiteY0" fmla="*/ 0 h 4308303"/>
              <a:gd name="connsiteX1" fmla="*/ 3722022 w 4006310"/>
              <a:gd name="connsiteY1" fmla="*/ 0 h 4308303"/>
              <a:gd name="connsiteX2" fmla="*/ 3722024 w 4006310"/>
              <a:gd name="connsiteY2" fmla="*/ 0 h 4308303"/>
              <a:gd name="connsiteX3" fmla="*/ 4006310 w 4006310"/>
              <a:gd name="connsiteY3" fmla="*/ 0 h 4308303"/>
              <a:gd name="connsiteX4" fmla="*/ 4006310 w 4006310"/>
              <a:gd name="connsiteY4" fmla="*/ 284288 h 4308303"/>
              <a:gd name="connsiteX5" fmla="*/ 4006310 w 4006310"/>
              <a:gd name="connsiteY5" fmla="*/ 613952 h 4308303"/>
              <a:gd name="connsiteX6" fmla="*/ 4006310 w 4006310"/>
              <a:gd name="connsiteY6" fmla="*/ 4024015 h 4308303"/>
              <a:gd name="connsiteX7" fmla="*/ 3722022 w 4006310"/>
              <a:gd name="connsiteY7" fmla="*/ 4308303 h 4308303"/>
              <a:gd name="connsiteX8" fmla="*/ 905839 w 4006310"/>
              <a:gd name="connsiteY8" fmla="*/ 4308303 h 4308303"/>
              <a:gd name="connsiteX9" fmla="*/ 284288 w 4006310"/>
              <a:gd name="connsiteY9" fmla="*/ 4308303 h 4308303"/>
              <a:gd name="connsiteX10" fmla="*/ 0 w 4006310"/>
              <a:gd name="connsiteY10" fmla="*/ 4308303 h 4308303"/>
              <a:gd name="connsiteX11" fmla="*/ 0 w 4006310"/>
              <a:gd name="connsiteY11" fmla="*/ 4024015 h 4308303"/>
              <a:gd name="connsiteX12" fmla="*/ 0 w 4006310"/>
              <a:gd name="connsiteY12" fmla="*/ 613952 h 4308303"/>
              <a:gd name="connsiteX13" fmla="*/ 0 w 4006310"/>
              <a:gd name="connsiteY13" fmla="*/ 284288 h 4308303"/>
              <a:gd name="connsiteX14" fmla="*/ 0 w 4006310"/>
              <a:gd name="connsiteY14" fmla="*/ 0 h 4308303"/>
              <a:gd name="connsiteX15" fmla="*/ 284287 w 4006310"/>
              <a:gd name="connsiteY15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06310" h="4308303">
                <a:moveTo>
                  <a:pt x="284288" y="0"/>
                </a:moveTo>
                <a:lnTo>
                  <a:pt x="3722022" y="0"/>
                </a:lnTo>
                <a:lnTo>
                  <a:pt x="3722024" y="0"/>
                </a:lnTo>
                <a:lnTo>
                  <a:pt x="4006310" y="0"/>
                </a:lnTo>
                <a:lnTo>
                  <a:pt x="4006310" y="284288"/>
                </a:lnTo>
                <a:lnTo>
                  <a:pt x="4006310" y="613952"/>
                </a:lnTo>
                <a:lnTo>
                  <a:pt x="4006310" y="4024015"/>
                </a:lnTo>
                <a:cubicBezTo>
                  <a:pt x="4006310" y="4181023"/>
                  <a:pt x="3879030" y="4308303"/>
                  <a:pt x="3722022" y="4308303"/>
                </a:cubicBezTo>
                <a:lnTo>
                  <a:pt x="905839" y="4308303"/>
                </a:lnTo>
                <a:lnTo>
                  <a:pt x="284288" y="4308303"/>
                </a:lnTo>
                <a:lnTo>
                  <a:pt x="0" y="4308303"/>
                </a:lnTo>
                <a:lnTo>
                  <a:pt x="0" y="4024015"/>
                </a:lnTo>
                <a:lnTo>
                  <a:pt x="0" y="613952"/>
                </a:lnTo>
                <a:lnTo>
                  <a:pt x="0" y="284288"/>
                </a:lnTo>
                <a:lnTo>
                  <a:pt x="0" y="0"/>
                </a:lnTo>
                <a:lnTo>
                  <a:pt x="284287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2500994" y="2000417"/>
            <a:ext cx="3013504" cy="988438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1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5733788" y="2000419"/>
            <a:ext cx="2986695" cy="988436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2493169" y="3429001"/>
            <a:ext cx="3013504" cy="2879724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5724769" y="3429002"/>
            <a:ext cx="3004733" cy="2879723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2628327" y="3147237"/>
            <a:ext cx="266036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96952" y="3147237"/>
            <a:ext cx="26603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5"/>
          <p:cNvSpPr>
            <a:spLocks/>
          </p:cNvSpPr>
          <p:nvPr/>
        </p:nvSpPr>
        <p:spPr bwMode="auto">
          <a:xfrm>
            <a:off x="421711" y="2348313"/>
            <a:ext cx="1469231" cy="1639887"/>
          </a:xfrm>
          <a:custGeom>
            <a:avLst/>
            <a:gdLst>
              <a:gd name="T0" fmla="*/ 1234 w 1234"/>
              <a:gd name="T1" fmla="*/ 517 h 1033"/>
              <a:gd name="T2" fmla="*/ 717 w 1234"/>
              <a:gd name="T3" fmla="*/ 0 h 1033"/>
              <a:gd name="T4" fmla="*/ 613 w 1234"/>
              <a:gd name="T5" fmla="*/ 104 h 1033"/>
              <a:gd name="T6" fmla="*/ 947 w 1234"/>
              <a:gd name="T7" fmla="*/ 437 h 1033"/>
              <a:gd name="T8" fmla="*/ 0 w 1234"/>
              <a:gd name="T9" fmla="*/ 437 h 1033"/>
              <a:gd name="T10" fmla="*/ 0 w 1234"/>
              <a:gd name="T11" fmla="*/ 584 h 1033"/>
              <a:gd name="T12" fmla="*/ 959 w 1234"/>
              <a:gd name="T13" fmla="*/ 584 h 1033"/>
              <a:gd name="T14" fmla="*/ 613 w 1234"/>
              <a:gd name="T15" fmla="*/ 929 h 1033"/>
              <a:gd name="T16" fmla="*/ 717 w 1234"/>
              <a:gd name="T17" fmla="*/ 1033 h 1033"/>
              <a:gd name="T18" fmla="*/ 1234 w 1234"/>
              <a:gd name="T19" fmla="*/ 517 h 1033"/>
              <a:gd name="T20" fmla="*/ 1234 w 1234"/>
              <a:gd name="T21" fmla="*/ 517 h 1033"/>
              <a:gd name="T22" fmla="*/ 1234 w 1234"/>
              <a:gd name="T23" fmla="*/ 517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34" h="1033">
                <a:moveTo>
                  <a:pt x="1234" y="517"/>
                </a:moveTo>
                <a:lnTo>
                  <a:pt x="717" y="0"/>
                </a:lnTo>
                <a:lnTo>
                  <a:pt x="613" y="104"/>
                </a:lnTo>
                <a:lnTo>
                  <a:pt x="947" y="437"/>
                </a:lnTo>
                <a:lnTo>
                  <a:pt x="0" y="437"/>
                </a:lnTo>
                <a:lnTo>
                  <a:pt x="0" y="584"/>
                </a:lnTo>
                <a:lnTo>
                  <a:pt x="959" y="584"/>
                </a:lnTo>
                <a:lnTo>
                  <a:pt x="613" y="929"/>
                </a:lnTo>
                <a:lnTo>
                  <a:pt x="717" y="1033"/>
                </a:lnTo>
                <a:lnTo>
                  <a:pt x="1234" y="517"/>
                </a:lnTo>
                <a:lnTo>
                  <a:pt x="1234" y="517"/>
                </a:lnTo>
                <a:lnTo>
                  <a:pt x="1234" y="517"/>
                </a:lnTo>
                <a:close/>
              </a:path>
            </a:pathLst>
          </a:custGeom>
          <a:solidFill>
            <a:srgbClr val="00336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1244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_boxes_Blue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B05A501-1546-F682-710B-29F21D52D00B}"/>
              </a:ext>
            </a:extLst>
          </p:cNvPr>
          <p:cNvSpPr/>
          <p:nvPr/>
        </p:nvSpPr>
        <p:spPr>
          <a:xfrm>
            <a:off x="3355444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accent1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AAD4B77-C36F-772C-DDFD-5C428A82C1B2}"/>
              </a:ext>
            </a:extLst>
          </p:cNvPr>
          <p:cNvSpPr/>
          <p:nvPr/>
        </p:nvSpPr>
        <p:spPr>
          <a:xfrm>
            <a:off x="418678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CCEA8D1-25B3-B602-72F4-663450B79AE3}"/>
              </a:ext>
            </a:extLst>
          </p:cNvPr>
          <p:cNvSpPr/>
          <p:nvPr/>
        </p:nvSpPr>
        <p:spPr>
          <a:xfrm>
            <a:off x="6292074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20742" y="2000422"/>
            <a:ext cx="2439007" cy="988432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1</a:t>
            </a:r>
          </a:p>
        </p:txBody>
      </p:sp>
      <p:sp>
        <p:nvSpPr>
          <p:cNvPr id="26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6292075" y="2000417"/>
            <a:ext cx="2447925" cy="988438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Box title 3</a:t>
            </a:r>
          </a:p>
        </p:txBody>
      </p:sp>
      <p:sp>
        <p:nvSpPr>
          <p:cNvPr id="27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3362770" y="2000419"/>
            <a:ext cx="2426148" cy="988436"/>
          </a:xfrm>
        </p:spPr>
        <p:txBody>
          <a:bodyPr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Box title 2</a:t>
            </a:r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420741" y="3429001"/>
            <a:ext cx="2439006" cy="2879724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  <a:p>
            <a:pPr lvl="0"/>
            <a:endParaRPr lang="en-GB" noProof="0"/>
          </a:p>
        </p:txBody>
      </p:sp>
      <p:sp>
        <p:nvSpPr>
          <p:cNvPr id="29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6284250" y="3429001"/>
            <a:ext cx="2447925" cy="2879724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sp>
        <p:nvSpPr>
          <p:cNvPr id="30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3355444" y="3429002"/>
            <a:ext cx="2440800" cy="2879723"/>
          </a:xfrm>
        </p:spPr>
        <p:txBody>
          <a:bodyPr lIns="180000" tIns="0" rIns="18000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Enter descriptions and information in this text box up to a maximum of 8 lines (paragraph breaks count as 1 line)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542261" y="3147237"/>
            <a:ext cx="216106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419408" y="3147237"/>
            <a:ext cx="216106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3495311" y="3147237"/>
            <a:ext cx="21610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83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Panels_Title+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423190" y="4007692"/>
            <a:ext cx="2565000" cy="5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3289912" y="4007692"/>
            <a:ext cx="2565000" cy="5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6162281" y="4007692"/>
            <a:ext cx="2565000" cy="5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423190" y="4622802"/>
            <a:ext cx="2565000" cy="16701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3289912" y="4622802"/>
            <a:ext cx="2565000" cy="16701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6162281" y="4622802"/>
            <a:ext cx="2565000" cy="16701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DB4A781-00A0-D74B-CD92-6E6198F928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9912" y="1994955"/>
            <a:ext cx="2565000" cy="1800000"/>
          </a:xfrm>
          <a:custGeom>
            <a:avLst/>
            <a:gdLst>
              <a:gd name="connsiteX0" fmla="*/ 0 w 3420000"/>
              <a:gd name="connsiteY0" fmla="*/ 0 h 1800000"/>
              <a:gd name="connsiteX1" fmla="*/ 279342 w 3420000"/>
              <a:gd name="connsiteY1" fmla="*/ 0 h 1800000"/>
              <a:gd name="connsiteX2" fmla="*/ 3140658 w 3420000"/>
              <a:gd name="connsiteY2" fmla="*/ 0 h 1800000"/>
              <a:gd name="connsiteX3" fmla="*/ 3420000 w 3420000"/>
              <a:gd name="connsiteY3" fmla="*/ 0 h 1800000"/>
              <a:gd name="connsiteX4" fmla="*/ 3420000 w 3420000"/>
              <a:gd name="connsiteY4" fmla="*/ 279342 h 1800000"/>
              <a:gd name="connsiteX5" fmla="*/ 3420000 w 3420000"/>
              <a:gd name="connsiteY5" fmla="*/ 582052 h 1800000"/>
              <a:gd name="connsiteX6" fmla="*/ 3420000 w 3420000"/>
              <a:gd name="connsiteY6" fmla="*/ 1520658 h 1800000"/>
              <a:gd name="connsiteX7" fmla="*/ 3140658 w 3420000"/>
              <a:gd name="connsiteY7" fmla="*/ 1800000 h 1800000"/>
              <a:gd name="connsiteX8" fmla="*/ 801757 w 3420000"/>
              <a:gd name="connsiteY8" fmla="*/ 1800000 h 1800000"/>
              <a:gd name="connsiteX9" fmla="*/ 279342 w 3420000"/>
              <a:gd name="connsiteY9" fmla="*/ 1800000 h 1800000"/>
              <a:gd name="connsiteX10" fmla="*/ 0 w 3420000"/>
              <a:gd name="connsiteY10" fmla="*/ 1800000 h 1800000"/>
              <a:gd name="connsiteX11" fmla="*/ 0 w 3420000"/>
              <a:gd name="connsiteY11" fmla="*/ 1520659 h 1800000"/>
              <a:gd name="connsiteX12" fmla="*/ 0 w 3420000"/>
              <a:gd name="connsiteY12" fmla="*/ 1520658 h 1800000"/>
              <a:gd name="connsiteX13" fmla="*/ 0 w 3420000"/>
              <a:gd name="connsiteY13" fmla="*/ 279342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800000">
                <a:moveTo>
                  <a:pt x="0" y="0"/>
                </a:moveTo>
                <a:lnTo>
                  <a:pt x="279342" y="0"/>
                </a:lnTo>
                <a:lnTo>
                  <a:pt x="3140658" y="0"/>
                </a:lnTo>
                <a:lnTo>
                  <a:pt x="3420000" y="0"/>
                </a:lnTo>
                <a:lnTo>
                  <a:pt x="3420000" y="279342"/>
                </a:lnTo>
                <a:lnTo>
                  <a:pt x="3420000" y="582052"/>
                </a:lnTo>
                <a:lnTo>
                  <a:pt x="3420000" y="1520658"/>
                </a:lnTo>
                <a:cubicBezTo>
                  <a:pt x="3420000" y="1674934"/>
                  <a:pt x="3294934" y="1800000"/>
                  <a:pt x="3140658" y="1800000"/>
                </a:cubicBezTo>
                <a:lnTo>
                  <a:pt x="801757" y="1800000"/>
                </a:lnTo>
                <a:lnTo>
                  <a:pt x="279342" y="1800000"/>
                </a:lnTo>
                <a:lnTo>
                  <a:pt x="0" y="1800000"/>
                </a:lnTo>
                <a:lnTo>
                  <a:pt x="0" y="1520659"/>
                </a:lnTo>
                <a:lnTo>
                  <a:pt x="0" y="1520658"/>
                </a:lnTo>
                <a:lnTo>
                  <a:pt x="0" y="27934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360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32A2B8-6338-4352-3203-1C7490666AF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13147" y="1994955"/>
            <a:ext cx="2565000" cy="1800000"/>
          </a:xfrm>
          <a:custGeom>
            <a:avLst/>
            <a:gdLst>
              <a:gd name="connsiteX0" fmla="*/ 0 w 3420000"/>
              <a:gd name="connsiteY0" fmla="*/ 0 h 1800000"/>
              <a:gd name="connsiteX1" fmla="*/ 279342 w 3420000"/>
              <a:gd name="connsiteY1" fmla="*/ 0 h 1800000"/>
              <a:gd name="connsiteX2" fmla="*/ 3140658 w 3420000"/>
              <a:gd name="connsiteY2" fmla="*/ 0 h 1800000"/>
              <a:gd name="connsiteX3" fmla="*/ 3420000 w 3420000"/>
              <a:gd name="connsiteY3" fmla="*/ 0 h 1800000"/>
              <a:gd name="connsiteX4" fmla="*/ 3420000 w 3420000"/>
              <a:gd name="connsiteY4" fmla="*/ 279342 h 1800000"/>
              <a:gd name="connsiteX5" fmla="*/ 3420000 w 3420000"/>
              <a:gd name="connsiteY5" fmla="*/ 582052 h 1800000"/>
              <a:gd name="connsiteX6" fmla="*/ 3420000 w 3420000"/>
              <a:gd name="connsiteY6" fmla="*/ 1520658 h 1800000"/>
              <a:gd name="connsiteX7" fmla="*/ 3140658 w 3420000"/>
              <a:gd name="connsiteY7" fmla="*/ 1800000 h 1800000"/>
              <a:gd name="connsiteX8" fmla="*/ 801757 w 3420000"/>
              <a:gd name="connsiteY8" fmla="*/ 1800000 h 1800000"/>
              <a:gd name="connsiteX9" fmla="*/ 279342 w 3420000"/>
              <a:gd name="connsiteY9" fmla="*/ 1800000 h 1800000"/>
              <a:gd name="connsiteX10" fmla="*/ 0 w 3420000"/>
              <a:gd name="connsiteY10" fmla="*/ 1800000 h 1800000"/>
              <a:gd name="connsiteX11" fmla="*/ 0 w 3420000"/>
              <a:gd name="connsiteY11" fmla="*/ 1520659 h 1800000"/>
              <a:gd name="connsiteX12" fmla="*/ 0 w 3420000"/>
              <a:gd name="connsiteY12" fmla="*/ 1520658 h 1800000"/>
              <a:gd name="connsiteX13" fmla="*/ 0 w 3420000"/>
              <a:gd name="connsiteY13" fmla="*/ 279342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800000">
                <a:moveTo>
                  <a:pt x="0" y="0"/>
                </a:moveTo>
                <a:lnTo>
                  <a:pt x="279342" y="0"/>
                </a:lnTo>
                <a:lnTo>
                  <a:pt x="3140658" y="0"/>
                </a:lnTo>
                <a:lnTo>
                  <a:pt x="3420000" y="0"/>
                </a:lnTo>
                <a:lnTo>
                  <a:pt x="3420000" y="279342"/>
                </a:lnTo>
                <a:lnTo>
                  <a:pt x="3420000" y="582052"/>
                </a:lnTo>
                <a:lnTo>
                  <a:pt x="3420000" y="1520658"/>
                </a:lnTo>
                <a:cubicBezTo>
                  <a:pt x="3420000" y="1674934"/>
                  <a:pt x="3294934" y="1800000"/>
                  <a:pt x="3140658" y="1800000"/>
                </a:cubicBezTo>
                <a:lnTo>
                  <a:pt x="801757" y="1800000"/>
                </a:lnTo>
                <a:lnTo>
                  <a:pt x="279342" y="1800000"/>
                </a:lnTo>
                <a:lnTo>
                  <a:pt x="0" y="1800000"/>
                </a:lnTo>
                <a:lnTo>
                  <a:pt x="0" y="1520659"/>
                </a:lnTo>
                <a:lnTo>
                  <a:pt x="0" y="1520658"/>
                </a:lnTo>
                <a:lnTo>
                  <a:pt x="0" y="27934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360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6666C9-D810-7CE7-C43A-2D33C965622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165854" y="1994955"/>
            <a:ext cx="2565000" cy="1800000"/>
          </a:xfrm>
          <a:custGeom>
            <a:avLst/>
            <a:gdLst>
              <a:gd name="connsiteX0" fmla="*/ 0 w 3420000"/>
              <a:gd name="connsiteY0" fmla="*/ 0 h 1800000"/>
              <a:gd name="connsiteX1" fmla="*/ 279342 w 3420000"/>
              <a:gd name="connsiteY1" fmla="*/ 0 h 1800000"/>
              <a:gd name="connsiteX2" fmla="*/ 3140658 w 3420000"/>
              <a:gd name="connsiteY2" fmla="*/ 0 h 1800000"/>
              <a:gd name="connsiteX3" fmla="*/ 3420000 w 3420000"/>
              <a:gd name="connsiteY3" fmla="*/ 0 h 1800000"/>
              <a:gd name="connsiteX4" fmla="*/ 3420000 w 3420000"/>
              <a:gd name="connsiteY4" fmla="*/ 279342 h 1800000"/>
              <a:gd name="connsiteX5" fmla="*/ 3420000 w 3420000"/>
              <a:gd name="connsiteY5" fmla="*/ 582052 h 1800000"/>
              <a:gd name="connsiteX6" fmla="*/ 3420000 w 3420000"/>
              <a:gd name="connsiteY6" fmla="*/ 1520658 h 1800000"/>
              <a:gd name="connsiteX7" fmla="*/ 3140658 w 3420000"/>
              <a:gd name="connsiteY7" fmla="*/ 1800000 h 1800000"/>
              <a:gd name="connsiteX8" fmla="*/ 801757 w 3420000"/>
              <a:gd name="connsiteY8" fmla="*/ 1800000 h 1800000"/>
              <a:gd name="connsiteX9" fmla="*/ 279342 w 3420000"/>
              <a:gd name="connsiteY9" fmla="*/ 1800000 h 1800000"/>
              <a:gd name="connsiteX10" fmla="*/ 0 w 3420000"/>
              <a:gd name="connsiteY10" fmla="*/ 1800000 h 1800000"/>
              <a:gd name="connsiteX11" fmla="*/ 0 w 3420000"/>
              <a:gd name="connsiteY11" fmla="*/ 1520659 h 1800000"/>
              <a:gd name="connsiteX12" fmla="*/ 0 w 3420000"/>
              <a:gd name="connsiteY12" fmla="*/ 1520658 h 1800000"/>
              <a:gd name="connsiteX13" fmla="*/ 0 w 3420000"/>
              <a:gd name="connsiteY13" fmla="*/ 279342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800000">
                <a:moveTo>
                  <a:pt x="0" y="0"/>
                </a:moveTo>
                <a:lnTo>
                  <a:pt x="279342" y="0"/>
                </a:lnTo>
                <a:lnTo>
                  <a:pt x="3140658" y="0"/>
                </a:lnTo>
                <a:lnTo>
                  <a:pt x="3420000" y="0"/>
                </a:lnTo>
                <a:lnTo>
                  <a:pt x="3420000" y="279342"/>
                </a:lnTo>
                <a:lnTo>
                  <a:pt x="3420000" y="582052"/>
                </a:lnTo>
                <a:lnTo>
                  <a:pt x="3420000" y="1520658"/>
                </a:lnTo>
                <a:cubicBezTo>
                  <a:pt x="3420000" y="1674934"/>
                  <a:pt x="3294934" y="1800000"/>
                  <a:pt x="3140658" y="1800000"/>
                </a:cubicBezTo>
                <a:lnTo>
                  <a:pt x="801757" y="1800000"/>
                </a:lnTo>
                <a:lnTo>
                  <a:pt x="279342" y="1800000"/>
                </a:lnTo>
                <a:lnTo>
                  <a:pt x="0" y="1800000"/>
                </a:lnTo>
                <a:lnTo>
                  <a:pt x="0" y="1520659"/>
                </a:lnTo>
                <a:lnTo>
                  <a:pt x="0" y="1520658"/>
                </a:lnTo>
                <a:lnTo>
                  <a:pt x="0" y="27934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360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CDFE0-0B8D-BF37-B63F-A3C4FFE4AC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7211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ocks_Title+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20521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542268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664015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23900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542268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664015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785762" y="4355691"/>
            <a:ext cx="1944000" cy="1953173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None/>
              <a:defRPr sz="105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6785762" y="3620792"/>
            <a:ext cx="1944000" cy="73489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835E747-4903-2999-E944-BDF675C1995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3900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92B06B-03A3-D5BB-530F-3DE14E5C4A3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535986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46B6201-F5E5-CDB5-9A05-471C837ED2E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648071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08298D2-ED0C-581E-D1FA-B575F49A1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786854" y="1994955"/>
            <a:ext cx="1944000" cy="1440000"/>
          </a:xfrm>
          <a:custGeom>
            <a:avLst/>
            <a:gdLst>
              <a:gd name="connsiteX0" fmla="*/ 0 w 2592000"/>
              <a:gd name="connsiteY0" fmla="*/ 0 h 1440000"/>
              <a:gd name="connsiteX1" fmla="*/ 2592000 w 2592000"/>
              <a:gd name="connsiteY1" fmla="*/ 0 h 1440000"/>
              <a:gd name="connsiteX2" fmla="*/ 2592000 w 2592000"/>
              <a:gd name="connsiteY2" fmla="*/ 266011 h 1440000"/>
              <a:gd name="connsiteX3" fmla="*/ 2592000 w 2592000"/>
              <a:gd name="connsiteY3" fmla="*/ 531412 h 1440000"/>
              <a:gd name="connsiteX4" fmla="*/ 2592000 w 2592000"/>
              <a:gd name="connsiteY4" fmla="*/ 1173989 h 1440000"/>
              <a:gd name="connsiteX5" fmla="*/ 2325989 w 2592000"/>
              <a:gd name="connsiteY5" fmla="*/ 1440000 h 1440000"/>
              <a:gd name="connsiteX6" fmla="*/ 602974 w 2592000"/>
              <a:gd name="connsiteY6" fmla="*/ 1440000 h 1440000"/>
              <a:gd name="connsiteX7" fmla="*/ 266011 w 2592000"/>
              <a:gd name="connsiteY7" fmla="*/ 1440000 h 1440000"/>
              <a:gd name="connsiteX8" fmla="*/ 0 w 2592000"/>
              <a:gd name="connsiteY8" fmla="*/ 1440000 h 1440000"/>
              <a:gd name="connsiteX9" fmla="*/ 0 w 2592000"/>
              <a:gd name="connsiteY9" fmla="*/ 1173989 h 1440000"/>
              <a:gd name="connsiteX10" fmla="*/ 0 w 2592000"/>
              <a:gd name="connsiteY10" fmla="*/ 5314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2000" h="1440000">
                <a:moveTo>
                  <a:pt x="0" y="0"/>
                </a:moveTo>
                <a:lnTo>
                  <a:pt x="2592000" y="0"/>
                </a:lnTo>
                <a:lnTo>
                  <a:pt x="2592000" y="266011"/>
                </a:lnTo>
                <a:lnTo>
                  <a:pt x="2592000" y="531412"/>
                </a:lnTo>
                <a:lnTo>
                  <a:pt x="2592000" y="1173989"/>
                </a:lnTo>
                <a:cubicBezTo>
                  <a:pt x="2592000" y="1320903"/>
                  <a:pt x="2472903" y="1440000"/>
                  <a:pt x="2325989" y="1440000"/>
                </a:cubicBezTo>
                <a:lnTo>
                  <a:pt x="602974" y="1440000"/>
                </a:lnTo>
                <a:lnTo>
                  <a:pt x="266011" y="1440000"/>
                </a:lnTo>
                <a:lnTo>
                  <a:pt x="0" y="1440000"/>
                </a:lnTo>
                <a:lnTo>
                  <a:pt x="0" y="1173989"/>
                </a:lnTo>
                <a:lnTo>
                  <a:pt x="0" y="53141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216000" anchor="t">
            <a:noAutofit/>
          </a:bodyPr>
          <a:lstStyle>
            <a:lvl1pPr marL="0" indent="0" algn="ctr">
              <a:buNone/>
              <a:defRPr sz="120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90D99-F773-B37C-06BC-70A26B773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1724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nels_Title+Text_Grey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F485183-0638-0340-EA12-04030A336D61}"/>
              </a:ext>
            </a:extLst>
          </p:cNvPr>
          <p:cNvSpPr/>
          <p:nvPr/>
        </p:nvSpPr>
        <p:spPr>
          <a:xfrm>
            <a:off x="3355376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0B7F50F-6ED0-98E3-960C-A2DE6B4F6FE1}"/>
              </a:ext>
            </a:extLst>
          </p:cNvPr>
          <p:cNvSpPr/>
          <p:nvPr/>
        </p:nvSpPr>
        <p:spPr>
          <a:xfrm>
            <a:off x="6297764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3D0AEFD-2D5A-F625-0C85-48B4698E8264}"/>
              </a:ext>
            </a:extLst>
          </p:cNvPr>
          <p:cNvSpPr/>
          <p:nvPr/>
        </p:nvSpPr>
        <p:spPr>
          <a:xfrm>
            <a:off x="412961" y="2000423"/>
            <a:ext cx="2440800" cy="4308303"/>
          </a:xfrm>
          <a:custGeom>
            <a:avLst/>
            <a:gdLst>
              <a:gd name="connsiteX0" fmla="*/ 232690 w 3254400"/>
              <a:gd name="connsiteY0" fmla="*/ 0 h 4308303"/>
              <a:gd name="connsiteX1" fmla="*/ 3021710 w 3254400"/>
              <a:gd name="connsiteY1" fmla="*/ 0 h 4308303"/>
              <a:gd name="connsiteX2" fmla="*/ 3021715 w 3254400"/>
              <a:gd name="connsiteY2" fmla="*/ 1 h 4308303"/>
              <a:gd name="connsiteX3" fmla="*/ 3254400 w 3254400"/>
              <a:gd name="connsiteY3" fmla="*/ 1 h 4308303"/>
              <a:gd name="connsiteX4" fmla="*/ 3254400 w 3254400"/>
              <a:gd name="connsiteY4" fmla="*/ 232690 h 4308303"/>
              <a:gd name="connsiteX5" fmla="*/ 3254400 w 3254400"/>
              <a:gd name="connsiteY5" fmla="*/ 742779 h 4308303"/>
              <a:gd name="connsiteX6" fmla="*/ 3254400 w 3254400"/>
              <a:gd name="connsiteY6" fmla="*/ 4075613 h 4308303"/>
              <a:gd name="connsiteX7" fmla="*/ 3021710 w 3254400"/>
              <a:gd name="connsiteY7" fmla="*/ 4308303 h 4308303"/>
              <a:gd name="connsiteX8" fmla="*/ 993179 w 3254400"/>
              <a:gd name="connsiteY8" fmla="*/ 4308303 h 4308303"/>
              <a:gd name="connsiteX9" fmla="*/ 232690 w 3254400"/>
              <a:gd name="connsiteY9" fmla="*/ 4308303 h 4308303"/>
              <a:gd name="connsiteX10" fmla="*/ 0 w 3254400"/>
              <a:gd name="connsiteY10" fmla="*/ 4308303 h 4308303"/>
              <a:gd name="connsiteX11" fmla="*/ 0 w 3254400"/>
              <a:gd name="connsiteY11" fmla="*/ 4075613 h 4308303"/>
              <a:gd name="connsiteX12" fmla="*/ 0 w 3254400"/>
              <a:gd name="connsiteY12" fmla="*/ 742779 h 4308303"/>
              <a:gd name="connsiteX13" fmla="*/ 0 w 3254400"/>
              <a:gd name="connsiteY13" fmla="*/ 232690 h 4308303"/>
              <a:gd name="connsiteX14" fmla="*/ 0 w 3254400"/>
              <a:gd name="connsiteY14" fmla="*/ 1 h 4308303"/>
              <a:gd name="connsiteX15" fmla="*/ 0 w 3254400"/>
              <a:gd name="connsiteY15" fmla="*/ 0 h 4308303"/>
              <a:gd name="connsiteX16" fmla="*/ 232689 w 3254400"/>
              <a:gd name="connsiteY16" fmla="*/ 0 h 430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54400" h="4308303">
                <a:moveTo>
                  <a:pt x="232690" y="0"/>
                </a:moveTo>
                <a:lnTo>
                  <a:pt x="3021710" y="0"/>
                </a:lnTo>
                <a:lnTo>
                  <a:pt x="3021715" y="1"/>
                </a:lnTo>
                <a:lnTo>
                  <a:pt x="3254400" y="1"/>
                </a:lnTo>
                <a:lnTo>
                  <a:pt x="3254400" y="232690"/>
                </a:lnTo>
                <a:lnTo>
                  <a:pt x="3254400" y="742779"/>
                </a:lnTo>
                <a:lnTo>
                  <a:pt x="3254400" y="4075613"/>
                </a:lnTo>
                <a:cubicBezTo>
                  <a:pt x="3254400" y="4204124"/>
                  <a:pt x="3150221" y="4308303"/>
                  <a:pt x="3021710" y="4308303"/>
                </a:cubicBezTo>
                <a:lnTo>
                  <a:pt x="993179" y="4308303"/>
                </a:lnTo>
                <a:lnTo>
                  <a:pt x="232690" y="4308303"/>
                </a:lnTo>
                <a:lnTo>
                  <a:pt x="0" y="4308303"/>
                </a:lnTo>
                <a:lnTo>
                  <a:pt x="0" y="4075613"/>
                </a:lnTo>
                <a:lnTo>
                  <a:pt x="0" y="742779"/>
                </a:lnTo>
                <a:lnTo>
                  <a:pt x="0" y="232690"/>
                </a:lnTo>
                <a:lnTo>
                  <a:pt x="0" y="1"/>
                </a:lnTo>
                <a:lnTo>
                  <a:pt x="0" y="0"/>
                </a:lnTo>
                <a:lnTo>
                  <a:pt x="232689" y="0"/>
                </a:lnTo>
                <a:close/>
              </a:path>
            </a:pathLst>
          </a:custGeom>
          <a:solidFill>
            <a:schemeClr val="bg2"/>
          </a:solidFill>
          <a:ln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800" noProof="0"/>
          </a:p>
        </p:txBody>
      </p:sp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38611" y="3194207"/>
            <a:ext cx="2389500" cy="648000"/>
          </a:xfrm>
          <a:prstGeom prst="rect">
            <a:avLst/>
          </a:prstGeom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381026" y="3194207"/>
            <a:ext cx="2389500" cy="648000"/>
          </a:xfrm>
          <a:prstGeom prst="rect">
            <a:avLst/>
          </a:prstGeom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323414" y="3194207"/>
            <a:ext cx="2389500" cy="648000"/>
          </a:xfrm>
          <a:prstGeom prst="rect">
            <a:avLst/>
          </a:prstGeom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38611" y="3842207"/>
            <a:ext cx="2389500" cy="2105832"/>
          </a:xfrm>
          <a:prstGeom prst="rect">
            <a:avLst/>
          </a:prstGeom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381026" y="3842207"/>
            <a:ext cx="2389500" cy="2105832"/>
          </a:xfrm>
          <a:prstGeom prst="rect">
            <a:avLst/>
          </a:prstGeom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323414" y="3842207"/>
            <a:ext cx="2389500" cy="2105832"/>
          </a:xfrm>
          <a:prstGeom prst="rect">
            <a:avLst/>
          </a:prstGeom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553361" y="4869716"/>
            <a:ext cx="2160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cxnSpLocks/>
          </p:cNvCxnSpPr>
          <p:nvPr/>
        </p:nvCxnSpPr>
        <p:spPr>
          <a:xfrm>
            <a:off x="3495776" y="4869716"/>
            <a:ext cx="2160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cxnSpLocks/>
          </p:cNvCxnSpPr>
          <p:nvPr/>
        </p:nvCxnSpPr>
        <p:spPr>
          <a:xfrm>
            <a:off x="6438164" y="4869716"/>
            <a:ext cx="216000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A6EFE615-176A-610A-C1A3-26221A2841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580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nels_Title+Text_GreyBG+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  <a:ln>
            <a:noFill/>
          </a:ln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353926" y="1989138"/>
            <a:ext cx="2440800" cy="28797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7243" y="1989138"/>
            <a:ext cx="2440800" cy="28797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00609" y="1989138"/>
            <a:ext cx="2440800" cy="28797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2"/>
              </a:solidFill>
            </a:endParaRP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07243" y="3194207"/>
            <a:ext cx="2440800" cy="648000"/>
          </a:xfrm>
          <a:prstGeom prst="rect">
            <a:avLst/>
          </a:prstGeom>
          <a:ln>
            <a:noFill/>
          </a:ln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353926" y="3194207"/>
            <a:ext cx="2440800" cy="648000"/>
          </a:xfrm>
          <a:prstGeom prst="rect">
            <a:avLst/>
          </a:prstGeom>
          <a:ln>
            <a:noFill/>
          </a:ln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300609" y="3194207"/>
            <a:ext cx="2440800" cy="648000"/>
          </a:xfrm>
          <a:prstGeom prst="rect">
            <a:avLst/>
          </a:prstGeom>
          <a:ln>
            <a:noFill/>
          </a:ln>
        </p:spPr>
        <p:txBody>
          <a:bodyPr lIns="144000" r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16pt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07243" y="3842207"/>
            <a:ext cx="2440800" cy="1026656"/>
          </a:xfrm>
          <a:prstGeom prst="rect">
            <a:avLst/>
          </a:prstGeom>
          <a:ln>
            <a:noFill/>
          </a:ln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353926" y="3842207"/>
            <a:ext cx="2440800" cy="1026656"/>
          </a:xfrm>
          <a:prstGeom prst="rect">
            <a:avLst/>
          </a:prstGeom>
          <a:ln>
            <a:noFill/>
          </a:ln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300609" y="3842207"/>
            <a:ext cx="2440800" cy="1026656"/>
          </a:xfrm>
          <a:prstGeom prst="rect">
            <a:avLst/>
          </a:prstGeom>
          <a:ln>
            <a:noFill/>
          </a:ln>
        </p:spPr>
        <p:txBody>
          <a:bodyPr lIns="144000" rIns="144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90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body text 12pt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522087" y="4869716"/>
            <a:ext cx="24408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510251" y="4869716"/>
            <a:ext cx="24408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415453" y="4869716"/>
            <a:ext cx="2440800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B21AE30-223D-D155-D0A3-2692876413DE}"/>
              </a:ext>
            </a:extLst>
          </p:cNvPr>
          <p:cNvSpPr/>
          <p:nvPr/>
        </p:nvSpPr>
        <p:spPr>
          <a:xfrm>
            <a:off x="407243" y="4943288"/>
            <a:ext cx="2440800" cy="1364585"/>
          </a:xfrm>
          <a:custGeom>
            <a:avLst/>
            <a:gdLst>
              <a:gd name="connsiteX0" fmla="*/ 0 w 3186000"/>
              <a:gd name="connsiteY0" fmla="*/ 0 h 1364585"/>
              <a:gd name="connsiteX1" fmla="*/ 529785 w 3186000"/>
              <a:gd name="connsiteY1" fmla="*/ 0 h 1364585"/>
              <a:gd name="connsiteX2" fmla="*/ 529785 w 3186000"/>
              <a:gd name="connsiteY2" fmla="*/ 853 h 1364585"/>
              <a:gd name="connsiteX3" fmla="*/ 2922854 w 3186000"/>
              <a:gd name="connsiteY3" fmla="*/ 853 h 1364585"/>
              <a:gd name="connsiteX4" fmla="*/ 3186000 w 3186000"/>
              <a:gd name="connsiteY4" fmla="*/ 853 h 1364585"/>
              <a:gd name="connsiteX5" fmla="*/ 3186000 w 3186000"/>
              <a:gd name="connsiteY5" fmla="*/ 263999 h 1364585"/>
              <a:gd name="connsiteX6" fmla="*/ 3186000 w 3186000"/>
              <a:gd name="connsiteY6" fmla="*/ 316003 h 1364585"/>
              <a:gd name="connsiteX7" fmla="*/ 3186000 w 3186000"/>
              <a:gd name="connsiteY7" fmla="*/ 1101439 h 1364585"/>
              <a:gd name="connsiteX8" fmla="*/ 2922854 w 3186000"/>
              <a:gd name="connsiteY8" fmla="*/ 1364585 h 1364585"/>
              <a:gd name="connsiteX9" fmla="*/ 263146 w 3186000"/>
              <a:gd name="connsiteY9" fmla="*/ 1364585 h 1364585"/>
              <a:gd name="connsiteX10" fmla="*/ 256688 w 3186000"/>
              <a:gd name="connsiteY10" fmla="*/ 1363934 h 1364585"/>
              <a:gd name="connsiteX11" fmla="*/ 0 w 3186000"/>
              <a:gd name="connsiteY11" fmla="*/ 1363934 h 1364585"/>
              <a:gd name="connsiteX12" fmla="*/ 0 w 3186000"/>
              <a:gd name="connsiteY12" fmla="*/ 1101439 h 1364585"/>
              <a:gd name="connsiteX13" fmla="*/ 0 w 3186000"/>
              <a:gd name="connsiteY13" fmla="*/ 1101439 h 1364585"/>
              <a:gd name="connsiteX14" fmla="*/ 0 w 3186000"/>
              <a:gd name="connsiteY14" fmla="*/ 263999 h 1364585"/>
              <a:gd name="connsiteX15" fmla="*/ 0 w 3186000"/>
              <a:gd name="connsiteY15" fmla="*/ 263999 h 1364585"/>
              <a:gd name="connsiteX16" fmla="*/ 0 w 3186000"/>
              <a:gd name="connsiteY16" fmla="*/ 853 h 136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86000" h="1364585">
                <a:moveTo>
                  <a:pt x="0" y="0"/>
                </a:moveTo>
                <a:lnTo>
                  <a:pt x="529785" y="0"/>
                </a:lnTo>
                <a:lnTo>
                  <a:pt x="529785" y="853"/>
                </a:lnTo>
                <a:lnTo>
                  <a:pt x="2922854" y="853"/>
                </a:lnTo>
                <a:lnTo>
                  <a:pt x="3186000" y="853"/>
                </a:lnTo>
                <a:lnTo>
                  <a:pt x="3186000" y="263999"/>
                </a:lnTo>
                <a:lnTo>
                  <a:pt x="3186000" y="316003"/>
                </a:lnTo>
                <a:lnTo>
                  <a:pt x="3186000" y="1101439"/>
                </a:lnTo>
                <a:cubicBezTo>
                  <a:pt x="3186000" y="1246771"/>
                  <a:pt x="3068186" y="1364585"/>
                  <a:pt x="2922854" y="1364585"/>
                </a:cubicBezTo>
                <a:lnTo>
                  <a:pt x="263146" y="1364585"/>
                </a:lnTo>
                <a:lnTo>
                  <a:pt x="256688" y="1363934"/>
                </a:lnTo>
                <a:lnTo>
                  <a:pt x="0" y="1363934"/>
                </a:lnTo>
                <a:lnTo>
                  <a:pt x="0" y="1101439"/>
                </a:lnTo>
                <a:lnTo>
                  <a:pt x="0" y="1101439"/>
                </a:lnTo>
                <a:lnTo>
                  <a:pt x="0" y="263999"/>
                </a:lnTo>
                <a:lnTo>
                  <a:pt x="0" y="263999"/>
                </a:lnTo>
                <a:lnTo>
                  <a:pt x="0" y="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050" b="1"/>
              <a:t>Enter text 16pt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2D09E6-C6E5-2277-EA6A-AAB8316EF2D5}"/>
              </a:ext>
            </a:extLst>
          </p:cNvPr>
          <p:cNvSpPr/>
          <p:nvPr/>
        </p:nvSpPr>
        <p:spPr>
          <a:xfrm>
            <a:off x="3353926" y="4943288"/>
            <a:ext cx="2440800" cy="1364585"/>
          </a:xfrm>
          <a:custGeom>
            <a:avLst/>
            <a:gdLst>
              <a:gd name="connsiteX0" fmla="*/ 0 w 3186000"/>
              <a:gd name="connsiteY0" fmla="*/ 0 h 1364585"/>
              <a:gd name="connsiteX1" fmla="*/ 529785 w 3186000"/>
              <a:gd name="connsiteY1" fmla="*/ 0 h 1364585"/>
              <a:gd name="connsiteX2" fmla="*/ 529785 w 3186000"/>
              <a:gd name="connsiteY2" fmla="*/ 853 h 1364585"/>
              <a:gd name="connsiteX3" fmla="*/ 2922854 w 3186000"/>
              <a:gd name="connsiteY3" fmla="*/ 853 h 1364585"/>
              <a:gd name="connsiteX4" fmla="*/ 3186000 w 3186000"/>
              <a:gd name="connsiteY4" fmla="*/ 853 h 1364585"/>
              <a:gd name="connsiteX5" fmla="*/ 3186000 w 3186000"/>
              <a:gd name="connsiteY5" fmla="*/ 263999 h 1364585"/>
              <a:gd name="connsiteX6" fmla="*/ 3186000 w 3186000"/>
              <a:gd name="connsiteY6" fmla="*/ 316003 h 1364585"/>
              <a:gd name="connsiteX7" fmla="*/ 3186000 w 3186000"/>
              <a:gd name="connsiteY7" fmla="*/ 1101439 h 1364585"/>
              <a:gd name="connsiteX8" fmla="*/ 2922854 w 3186000"/>
              <a:gd name="connsiteY8" fmla="*/ 1364585 h 1364585"/>
              <a:gd name="connsiteX9" fmla="*/ 263146 w 3186000"/>
              <a:gd name="connsiteY9" fmla="*/ 1364585 h 1364585"/>
              <a:gd name="connsiteX10" fmla="*/ 256688 w 3186000"/>
              <a:gd name="connsiteY10" fmla="*/ 1363934 h 1364585"/>
              <a:gd name="connsiteX11" fmla="*/ 0 w 3186000"/>
              <a:gd name="connsiteY11" fmla="*/ 1363934 h 1364585"/>
              <a:gd name="connsiteX12" fmla="*/ 0 w 3186000"/>
              <a:gd name="connsiteY12" fmla="*/ 1101439 h 1364585"/>
              <a:gd name="connsiteX13" fmla="*/ 0 w 3186000"/>
              <a:gd name="connsiteY13" fmla="*/ 1101439 h 1364585"/>
              <a:gd name="connsiteX14" fmla="*/ 0 w 3186000"/>
              <a:gd name="connsiteY14" fmla="*/ 263999 h 1364585"/>
              <a:gd name="connsiteX15" fmla="*/ 0 w 3186000"/>
              <a:gd name="connsiteY15" fmla="*/ 263999 h 1364585"/>
              <a:gd name="connsiteX16" fmla="*/ 0 w 3186000"/>
              <a:gd name="connsiteY16" fmla="*/ 853 h 136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86000" h="1364585">
                <a:moveTo>
                  <a:pt x="0" y="0"/>
                </a:moveTo>
                <a:lnTo>
                  <a:pt x="529785" y="0"/>
                </a:lnTo>
                <a:lnTo>
                  <a:pt x="529785" y="853"/>
                </a:lnTo>
                <a:lnTo>
                  <a:pt x="2922854" y="853"/>
                </a:lnTo>
                <a:lnTo>
                  <a:pt x="3186000" y="853"/>
                </a:lnTo>
                <a:lnTo>
                  <a:pt x="3186000" y="263999"/>
                </a:lnTo>
                <a:lnTo>
                  <a:pt x="3186000" y="316003"/>
                </a:lnTo>
                <a:lnTo>
                  <a:pt x="3186000" y="1101439"/>
                </a:lnTo>
                <a:cubicBezTo>
                  <a:pt x="3186000" y="1246771"/>
                  <a:pt x="3068186" y="1364585"/>
                  <a:pt x="2922854" y="1364585"/>
                </a:cubicBezTo>
                <a:lnTo>
                  <a:pt x="263146" y="1364585"/>
                </a:lnTo>
                <a:lnTo>
                  <a:pt x="256688" y="1363934"/>
                </a:lnTo>
                <a:lnTo>
                  <a:pt x="0" y="1363934"/>
                </a:lnTo>
                <a:lnTo>
                  <a:pt x="0" y="1101439"/>
                </a:lnTo>
                <a:lnTo>
                  <a:pt x="0" y="1101439"/>
                </a:lnTo>
                <a:lnTo>
                  <a:pt x="0" y="263999"/>
                </a:lnTo>
                <a:lnTo>
                  <a:pt x="0" y="263999"/>
                </a:lnTo>
                <a:lnTo>
                  <a:pt x="0" y="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050" b="1"/>
              <a:t>Enter text 16pt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64FCCA-9BE3-F787-8291-F1C89932B806}"/>
              </a:ext>
            </a:extLst>
          </p:cNvPr>
          <p:cNvSpPr/>
          <p:nvPr/>
        </p:nvSpPr>
        <p:spPr>
          <a:xfrm>
            <a:off x="6300609" y="4943288"/>
            <a:ext cx="2440800" cy="1364585"/>
          </a:xfrm>
          <a:custGeom>
            <a:avLst/>
            <a:gdLst>
              <a:gd name="connsiteX0" fmla="*/ 0 w 3186000"/>
              <a:gd name="connsiteY0" fmla="*/ 0 h 1364585"/>
              <a:gd name="connsiteX1" fmla="*/ 529785 w 3186000"/>
              <a:gd name="connsiteY1" fmla="*/ 0 h 1364585"/>
              <a:gd name="connsiteX2" fmla="*/ 529785 w 3186000"/>
              <a:gd name="connsiteY2" fmla="*/ 853 h 1364585"/>
              <a:gd name="connsiteX3" fmla="*/ 2922854 w 3186000"/>
              <a:gd name="connsiteY3" fmla="*/ 853 h 1364585"/>
              <a:gd name="connsiteX4" fmla="*/ 3186000 w 3186000"/>
              <a:gd name="connsiteY4" fmla="*/ 853 h 1364585"/>
              <a:gd name="connsiteX5" fmla="*/ 3186000 w 3186000"/>
              <a:gd name="connsiteY5" fmla="*/ 263999 h 1364585"/>
              <a:gd name="connsiteX6" fmla="*/ 3186000 w 3186000"/>
              <a:gd name="connsiteY6" fmla="*/ 316003 h 1364585"/>
              <a:gd name="connsiteX7" fmla="*/ 3186000 w 3186000"/>
              <a:gd name="connsiteY7" fmla="*/ 1101439 h 1364585"/>
              <a:gd name="connsiteX8" fmla="*/ 2922854 w 3186000"/>
              <a:gd name="connsiteY8" fmla="*/ 1364585 h 1364585"/>
              <a:gd name="connsiteX9" fmla="*/ 263146 w 3186000"/>
              <a:gd name="connsiteY9" fmla="*/ 1364585 h 1364585"/>
              <a:gd name="connsiteX10" fmla="*/ 256688 w 3186000"/>
              <a:gd name="connsiteY10" fmla="*/ 1363934 h 1364585"/>
              <a:gd name="connsiteX11" fmla="*/ 0 w 3186000"/>
              <a:gd name="connsiteY11" fmla="*/ 1363934 h 1364585"/>
              <a:gd name="connsiteX12" fmla="*/ 0 w 3186000"/>
              <a:gd name="connsiteY12" fmla="*/ 1101439 h 1364585"/>
              <a:gd name="connsiteX13" fmla="*/ 0 w 3186000"/>
              <a:gd name="connsiteY13" fmla="*/ 1101439 h 1364585"/>
              <a:gd name="connsiteX14" fmla="*/ 0 w 3186000"/>
              <a:gd name="connsiteY14" fmla="*/ 263999 h 1364585"/>
              <a:gd name="connsiteX15" fmla="*/ 0 w 3186000"/>
              <a:gd name="connsiteY15" fmla="*/ 263999 h 1364585"/>
              <a:gd name="connsiteX16" fmla="*/ 0 w 3186000"/>
              <a:gd name="connsiteY16" fmla="*/ 853 h 136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86000" h="1364585">
                <a:moveTo>
                  <a:pt x="0" y="0"/>
                </a:moveTo>
                <a:lnTo>
                  <a:pt x="529785" y="0"/>
                </a:lnTo>
                <a:lnTo>
                  <a:pt x="529785" y="853"/>
                </a:lnTo>
                <a:lnTo>
                  <a:pt x="2922854" y="853"/>
                </a:lnTo>
                <a:lnTo>
                  <a:pt x="3186000" y="853"/>
                </a:lnTo>
                <a:lnTo>
                  <a:pt x="3186000" y="263999"/>
                </a:lnTo>
                <a:lnTo>
                  <a:pt x="3186000" y="316003"/>
                </a:lnTo>
                <a:lnTo>
                  <a:pt x="3186000" y="1101439"/>
                </a:lnTo>
                <a:cubicBezTo>
                  <a:pt x="3186000" y="1246771"/>
                  <a:pt x="3068186" y="1364585"/>
                  <a:pt x="2922854" y="1364585"/>
                </a:cubicBezTo>
                <a:lnTo>
                  <a:pt x="263146" y="1364585"/>
                </a:lnTo>
                <a:lnTo>
                  <a:pt x="256688" y="1363934"/>
                </a:lnTo>
                <a:lnTo>
                  <a:pt x="0" y="1363934"/>
                </a:lnTo>
                <a:lnTo>
                  <a:pt x="0" y="1101439"/>
                </a:lnTo>
                <a:lnTo>
                  <a:pt x="0" y="1101439"/>
                </a:lnTo>
                <a:lnTo>
                  <a:pt x="0" y="263999"/>
                </a:lnTo>
                <a:lnTo>
                  <a:pt x="0" y="263999"/>
                </a:lnTo>
                <a:lnTo>
                  <a:pt x="0" y="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050" b="1"/>
              <a:t>Enter text 16pt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012A1-AB18-D6BA-EE31-5410126BF9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26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nel_timeline_Text+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C49EE0-23E2-6448-AEC9-AA822ECBD4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560" y="563208"/>
            <a:ext cx="1432228" cy="382751"/>
          </a:xfrm>
          <a:prstGeom prst="rect">
            <a:avLst/>
          </a:prstGeom>
        </p:spPr>
      </p:pic>
      <p:sp>
        <p:nvSpPr>
          <p:cNvPr id="6" name="Snip Diagonal Corner Rectangle 33" hidden="1"/>
          <p:cNvSpPr/>
          <p:nvPr/>
        </p:nvSpPr>
        <p:spPr>
          <a:xfrm>
            <a:off x="7020216" y="2007826"/>
            <a:ext cx="1708973" cy="1422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7" name="Snip Diagonal Corner Rectangle 32" hidden="1"/>
          <p:cNvSpPr/>
          <p:nvPr/>
        </p:nvSpPr>
        <p:spPr>
          <a:xfrm>
            <a:off x="2625913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20" name="Snip Diagonal Corner Rectangle 32" hidden="1"/>
          <p:cNvSpPr/>
          <p:nvPr/>
        </p:nvSpPr>
        <p:spPr>
          <a:xfrm>
            <a:off x="4823065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42318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2564094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470499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3779341"/>
            <a:ext cx="9144000" cy="0"/>
          </a:xfrm>
          <a:prstGeom prst="line">
            <a:avLst/>
          </a:prstGeom>
          <a:ln w="19050" cap="sq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flipH="1">
            <a:off x="1211069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 flipH="1">
            <a:off x="3408398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 flipH="1">
            <a:off x="5605550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22" name="Isosceles Triangle 21"/>
          <p:cNvSpPr/>
          <p:nvPr/>
        </p:nvSpPr>
        <p:spPr>
          <a:xfrm flipH="1">
            <a:off x="7802702" y="3594128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23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6845905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42318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2564094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470499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46" hasCustomPrompt="1"/>
          </p:nvPr>
        </p:nvSpPr>
        <p:spPr>
          <a:xfrm>
            <a:off x="6845905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4C24D09-8A0F-869C-0757-5675429CCE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89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0AE8E9A-A1C2-FD07-DF87-399A15B3080D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2564094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2B67362-1A23-FA3F-DCA9-7BC53C8A0F8E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704999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B51A4C1-798D-C7D8-D181-5CA0EEB9D2B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830811" y="1990958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F11FF-3FF4-34BA-E445-D00E857C2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353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nel_timeline_Text+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C49EE0-23E2-6448-AEC9-AA822ECBD4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560" y="563208"/>
            <a:ext cx="1432228" cy="382751"/>
          </a:xfrm>
          <a:prstGeom prst="rect">
            <a:avLst/>
          </a:prstGeom>
        </p:spPr>
      </p:pic>
      <p:sp>
        <p:nvSpPr>
          <p:cNvPr id="6" name="Snip Diagonal Corner Rectangle 33" hidden="1"/>
          <p:cNvSpPr/>
          <p:nvPr/>
        </p:nvSpPr>
        <p:spPr>
          <a:xfrm>
            <a:off x="7020216" y="2007826"/>
            <a:ext cx="1708973" cy="14220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7" name="Snip Diagonal Corner Rectangle 32" hidden="1"/>
          <p:cNvSpPr/>
          <p:nvPr/>
        </p:nvSpPr>
        <p:spPr>
          <a:xfrm>
            <a:off x="2625913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sp>
        <p:nvSpPr>
          <p:cNvPr id="20" name="Snip Diagonal Corner Rectangle 32" hidden="1"/>
          <p:cNvSpPr/>
          <p:nvPr/>
        </p:nvSpPr>
        <p:spPr>
          <a:xfrm>
            <a:off x="4823065" y="1998728"/>
            <a:ext cx="1708972" cy="1430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CA" sz="1050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3779341"/>
            <a:ext cx="9144000" cy="0"/>
          </a:xfrm>
          <a:prstGeom prst="line">
            <a:avLst/>
          </a:prstGeom>
          <a:ln w="19050" cap="sq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49516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33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3636074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34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5776979" y="4007692"/>
            <a:ext cx="1890000" cy="57600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35" name="Isosceles Triangle 34"/>
          <p:cNvSpPr/>
          <p:nvPr/>
        </p:nvSpPr>
        <p:spPr>
          <a:xfrm flipH="1">
            <a:off x="2283048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36" name="Isosceles Triangle 35"/>
          <p:cNvSpPr/>
          <p:nvPr/>
        </p:nvSpPr>
        <p:spPr>
          <a:xfrm flipH="1">
            <a:off x="4480378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37" name="Isosceles Triangle 36"/>
          <p:cNvSpPr/>
          <p:nvPr/>
        </p:nvSpPr>
        <p:spPr>
          <a:xfrm flipH="1">
            <a:off x="6677530" y="3587320"/>
            <a:ext cx="144000" cy="192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800">
              <a:solidFill>
                <a:srgbClr val="000000"/>
              </a:solidFill>
            </a:endParaRPr>
          </a:p>
        </p:txBody>
      </p:sp>
      <p:sp>
        <p:nvSpPr>
          <p:cNvPr id="41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49516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42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3636074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5776979" y="4622802"/>
            <a:ext cx="1890000" cy="167019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105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Enter body text 14pt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775D56F-158B-07D6-330E-B5C454E8FED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95169" y="1989103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C349C-6D19-0B22-13A8-E2F54B75E97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636074" y="1989103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6F5E47C-0698-20F7-9A68-71F99F71300D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776979" y="1989103"/>
            <a:ext cx="1890000" cy="1440000"/>
          </a:xfrm>
          <a:custGeom>
            <a:avLst/>
            <a:gdLst>
              <a:gd name="connsiteX0" fmla="*/ 0 w 2520000"/>
              <a:gd name="connsiteY0" fmla="*/ 0 h 1440000"/>
              <a:gd name="connsiteX1" fmla="*/ 278107 w 2520000"/>
              <a:gd name="connsiteY1" fmla="*/ 0 h 1440000"/>
              <a:gd name="connsiteX2" fmla="*/ 2241893 w 2520000"/>
              <a:gd name="connsiteY2" fmla="*/ 0 h 1440000"/>
              <a:gd name="connsiteX3" fmla="*/ 2520000 w 2520000"/>
              <a:gd name="connsiteY3" fmla="*/ 0 h 1440000"/>
              <a:gd name="connsiteX4" fmla="*/ 2520000 w 2520000"/>
              <a:gd name="connsiteY4" fmla="*/ 278107 h 1440000"/>
              <a:gd name="connsiteX5" fmla="*/ 2520000 w 2520000"/>
              <a:gd name="connsiteY5" fmla="*/ 464950 h 1440000"/>
              <a:gd name="connsiteX6" fmla="*/ 2520000 w 2520000"/>
              <a:gd name="connsiteY6" fmla="*/ 1161893 h 1440000"/>
              <a:gd name="connsiteX7" fmla="*/ 2241893 w 2520000"/>
              <a:gd name="connsiteY7" fmla="*/ 1440000 h 1440000"/>
              <a:gd name="connsiteX8" fmla="*/ 489203 w 2520000"/>
              <a:gd name="connsiteY8" fmla="*/ 1440000 h 1440000"/>
              <a:gd name="connsiteX9" fmla="*/ 278107 w 2520000"/>
              <a:gd name="connsiteY9" fmla="*/ 1440000 h 1440000"/>
              <a:gd name="connsiteX10" fmla="*/ 0 w 2520000"/>
              <a:gd name="connsiteY10" fmla="*/ 1440000 h 1440000"/>
              <a:gd name="connsiteX11" fmla="*/ 0 w 2520000"/>
              <a:gd name="connsiteY11" fmla="*/ 1161893 h 1440000"/>
              <a:gd name="connsiteX12" fmla="*/ 0 w 2520000"/>
              <a:gd name="connsiteY12" fmla="*/ 464950 h 1440000"/>
              <a:gd name="connsiteX13" fmla="*/ 0 w 2520000"/>
              <a:gd name="connsiteY13" fmla="*/ 278107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20000" h="1440000">
                <a:moveTo>
                  <a:pt x="0" y="0"/>
                </a:moveTo>
                <a:lnTo>
                  <a:pt x="278107" y="0"/>
                </a:lnTo>
                <a:lnTo>
                  <a:pt x="2241893" y="0"/>
                </a:lnTo>
                <a:lnTo>
                  <a:pt x="2520000" y="0"/>
                </a:lnTo>
                <a:lnTo>
                  <a:pt x="2520000" y="278107"/>
                </a:lnTo>
                <a:lnTo>
                  <a:pt x="2520000" y="464950"/>
                </a:lnTo>
                <a:lnTo>
                  <a:pt x="2520000" y="1161893"/>
                </a:lnTo>
                <a:cubicBezTo>
                  <a:pt x="2520000" y="1315487"/>
                  <a:pt x="2395487" y="1440000"/>
                  <a:pt x="2241893" y="1440000"/>
                </a:cubicBezTo>
                <a:lnTo>
                  <a:pt x="489203" y="1440000"/>
                </a:lnTo>
                <a:lnTo>
                  <a:pt x="278107" y="1440000"/>
                </a:lnTo>
                <a:lnTo>
                  <a:pt x="0" y="1440000"/>
                </a:lnTo>
                <a:lnTo>
                  <a:pt x="0" y="1161893"/>
                </a:lnTo>
                <a:lnTo>
                  <a:pt x="0" y="464950"/>
                </a:lnTo>
                <a:lnTo>
                  <a:pt x="0" y="278107"/>
                </a:lnTo>
                <a:close/>
              </a:path>
            </a:pathLst>
          </a:custGeom>
        </p:spPr>
        <p:txBody>
          <a:bodyPr wrap="square" tIns="180000" anchor="t">
            <a:noAutofit/>
          </a:bodyPr>
          <a:lstStyle>
            <a:lvl1pPr marL="0" indent="0" algn="ctr">
              <a:buNone/>
              <a:defRPr sz="10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1D6494-E83B-FDBA-469C-3E46723FBC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enter slide title 24pt [do not stretch over logo]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704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+produc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2B17B3-2816-E44E-9EBC-CB2786835C76}"/>
              </a:ext>
            </a:extLst>
          </p:cNvPr>
          <p:cNvSpPr/>
          <p:nvPr/>
        </p:nvSpPr>
        <p:spPr>
          <a:xfrm>
            <a:off x="3014268" y="0"/>
            <a:ext cx="612973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Sidebar text 18pt</a:t>
            </a:r>
          </a:p>
        </p:txBody>
      </p:sp>
      <p:sp>
        <p:nvSpPr>
          <p:cNvPr id="8" name="Freeform 7"/>
          <p:cNvSpPr>
            <a:spLocks noEditPoints="1"/>
          </p:cNvSpPr>
          <p:nvPr/>
        </p:nvSpPr>
        <p:spPr bwMode="auto">
          <a:xfrm>
            <a:off x="7291387" y="563563"/>
            <a:ext cx="1431000" cy="378000"/>
          </a:xfrm>
          <a:custGeom>
            <a:avLst/>
            <a:gdLst>
              <a:gd name="T0" fmla="*/ 3244 w 3609"/>
              <a:gd name="T1" fmla="*/ 212 h 723"/>
              <a:gd name="T2" fmla="*/ 3281 w 3609"/>
              <a:gd name="T3" fmla="*/ 247 h 723"/>
              <a:gd name="T4" fmla="*/ 3237 w 3609"/>
              <a:gd name="T5" fmla="*/ 283 h 723"/>
              <a:gd name="T6" fmla="*/ 3012 w 3609"/>
              <a:gd name="T7" fmla="*/ 638 h 723"/>
              <a:gd name="T8" fmla="*/ 3150 w 3609"/>
              <a:gd name="T9" fmla="*/ 710 h 723"/>
              <a:gd name="T10" fmla="*/ 3293 w 3609"/>
              <a:gd name="T11" fmla="*/ 720 h 723"/>
              <a:gd name="T12" fmla="*/ 3440 w 3609"/>
              <a:gd name="T13" fmla="*/ 665 h 723"/>
              <a:gd name="T14" fmla="*/ 3342 w 3609"/>
              <a:gd name="T15" fmla="*/ 645 h 723"/>
              <a:gd name="T16" fmla="*/ 3288 w 3609"/>
              <a:gd name="T17" fmla="*/ 316 h 723"/>
              <a:gd name="T18" fmla="*/ 3326 w 3609"/>
              <a:gd name="T19" fmla="*/ 232 h 723"/>
              <a:gd name="T20" fmla="*/ 3277 w 3609"/>
              <a:gd name="T21" fmla="*/ 173 h 723"/>
              <a:gd name="T22" fmla="*/ 3205 w 3609"/>
              <a:gd name="T23" fmla="*/ 176 h 723"/>
              <a:gd name="T24" fmla="*/ 3162 w 3609"/>
              <a:gd name="T25" fmla="*/ 240 h 723"/>
              <a:gd name="T26" fmla="*/ 3213 w 3609"/>
              <a:gd name="T27" fmla="*/ 320 h 723"/>
              <a:gd name="T28" fmla="*/ 3129 w 3609"/>
              <a:gd name="T29" fmla="*/ 638 h 723"/>
              <a:gd name="T30" fmla="*/ 2886 w 3609"/>
              <a:gd name="T31" fmla="*/ 304 h 723"/>
              <a:gd name="T32" fmla="*/ 2953 w 3609"/>
              <a:gd name="T33" fmla="*/ 144 h 723"/>
              <a:gd name="T34" fmla="*/ 3088 w 3609"/>
              <a:gd name="T35" fmla="*/ 35 h 723"/>
              <a:gd name="T36" fmla="*/ 3245 w 3609"/>
              <a:gd name="T37" fmla="*/ 0 h 723"/>
              <a:gd name="T38" fmla="*/ 3418 w 3609"/>
              <a:gd name="T39" fmla="*/ 43 h 723"/>
              <a:gd name="T40" fmla="*/ 3547 w 3609"/>
              <a:gd name="T41" fmla="*/ 157 h 723"/>
              <a:gd name="T42" fmla="*/ 3607 w 3609"/>
              <a:gd name="T43" fmla="*/ 322 h 723"/>
              <a:gd name="T44" fmla="*/ 3591 w 3609"/>
              <a:gd name="T45" fmla="*/ 471 h 723"/>
              <a:gd name="T46" fmla="*/ 3474 w 3609"/>
              <a:gd name="T47" fmla="*/ 548 h 723"/>
              <a:gd name="T48" fmla="*/ 3541 w 3609"/>
              <a:gd name="T49" fmla="*/ 358 h 723"/>
              <a:gd name="T50" fmla="*/ 3505 w 3609"/>
              <a:gd name="T51" fmla="*/ 217 h 723"/>
              <a:gd name="T52" fmla="*/ 3410 w 3609"/>
              <a:gd name="T53" fmla="*/ 112 h 723"/>
              <a:gd name="T54" fmla="*/ 3275 w 3609"/>
              <a:gd name="T55" fmla="*/ 63 h 723"/>
              <a:gd name="T56" fmla="*/ 3144 w 3609"/>
              <a:gd name="T57" fmla="*/ 80 h 723"/>
              <a:gd name="T58" fmla="*/ 3027 w 3609"/>
              <a:gd name="T59" fmla="*/ 160 h 723"/>
              <a:gd name="T60" fmla="*/ 2959 w 3609"/>
              <a:gd name="T61" fmla="*/ 285 h 723"/>
              <a:gd name="T62" fmla="*/ 2967 w 3609"/>
              <a:gd name="T63" fmla="*/ 459 h 723"/>
              <a:gd name="T64" fmla="*/ 2932 w 3609"/>
              <a:gd name="T65" fmla="*/ 543 h 723"/>
              <a:gd name="T66" fmla="*/ 2882 w 3609"/>
              <a:gd name="T67" fmla="*/ 393 h 723"/>
              <a:gd name="T68" fmla="*/ 2569 w 3609"/>
              <a:gd name="T69" fmla="*/ 472 h 723"/>
              <a:gd name="T70" fmla="*/ 2520 w 3609"/>
              <a:gd name="T71" fmla="*/ 297 h 723"/>
              <a:gd name="T72" fmla="*/ 2115 w 3609"/>
              <a:gd name="T73" fmla="*/ 302 h 723"/>
              <a:gd name="T74" fmla="*/ 2200 w 3609"/>
              <a:gd name="T75" fmla="*/ 242 h 723"/>
              <a:gd name="T76" fmla="*/ 2283 w 3609"/>
              <a:gd name="T77" fmla="*/ 266 h 723"/>
              <a:gd name="T78" fmla="*/ 2249 w 3609"/>
              <a:gd name="T79" fmla="*/ 310 h 723"/>
              <a:gd name="T80" fmla="*/ 2201 w 3609"/>
              <a:gd name="T81" fmla="*/ 293 h 723"/>
              <a:gd name="T82" fmla="*/ 2162 w 3609"/>
              <a:gd name="T83" fmla="*/ 360 h 723"/>
              <a:gd name="T84" fmla="*/ 2210 w 3609"/>
              <a:gd name="T85" fmla="*/ 430 h 723"/>
              <a:gd name="T86" fmla="*/ 2311 w 3609"/>
              <a:gd name="T87" fmla="*/ 347 h 723"/>
              <a:gd name="T88" fmla="*/ 2220 w 3609"/>
              <a:gd name="T89" fmla="*/ 480 h 723"/>
              <a:gd name="T90" fmla="*/ 2126 w 3609"/>
              <a:gd name="T91" fmla="*/ 440 h 723"/>
              <a:gd name="T92" fmla="*/ 1974 w 3609"/>
              <a:gd name="T93" fmla="*/ 307 h 723"/>
              <a:gd name="T94" fmla="*/ 1942 w 3609"/>
              <a:gd name="T95" fmla="*/ 248 h 723"/>
              <a:gd name="T96" fmla="*/ 1692 w 3609"/>
              <a:gd name="T97" fmla="*/ 248 h 723"/>
              <a:gd name="T98" fmla="*/ 1592 w 3609"/>
              <a:gd name="T99" fmla="*/ 383 h 723"/>
              <a:gd name="T100" fmla="*/ 1241 w 3609"/>
              <a:gd name="T101" fmla="*/ 383 h 723"/>
              <a:gd name="T102" fmla="*/ 990 w 3609"/>
              <a:gd name="T103" fmla="*/ 472 h 723"/>
              <a:gd name="T104" fmla="*/ 681 w 3609"/>
              <a:gd name="T105" fmla="*/ 472 h 723"/>
              <a:gd name="T106" fmla="*/ 740 w 3609"/>
              <a:gd name="T107" fmla="*/ 248 h 723"/>
              <a:gd name="T108" fmla="*/ 526 w 3609"/>
              <a:gd name="T109" fmla="*/ 336 h 723"/>
              <a:gd name="T110" fmla="*/ 226 w 3609"/>
              <a:gd name="T111" fmla="*/ 417 h 723"/>
              <a:gd name="T112" fmla="*/ 292 w 3609"/>
              <a:gd name="T113" fmla="*/ 478 h 723"/>
              <a:gd name="T114" fmla="*/ 374 w 3609"/>
              <a:gd name="T115" fmla="*/ 468 h 723"/>
              <a:gd name="T116" fmla="*/ 418 w 3609"/>
              <a:gd name="T117" fmla="*/ 380 h 723"/>
              <a:gd name="T118" fmla="*/ 336 w 3609"/>
              <a:gd name="T119" fmla="*/ 427 h 723"/>
              <a:gd name="T120" fmla="*/ 283 w 3609"/>
              <a:gd name="T121" fmla="*/ 398 h 723"/>
              <a:gd name="T122" fmla="*/ 201 w 3609"/>
              <a:gd name="T123" fmla="*/ 472 h 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609" h="723">
                <a:moveTo>
                  <a:pt x="3208" y="247"/>
                </a:moveTo>
                <a:lnTo>
                  <a:pt x="3208" y="247"/>
                </a:lnTo>
                <a:lnTo>
                  <a:pt x="3210" y="240"/>
                </a:lnTo>
                <a:lnTo>
                  <a:pt x="3212" y="233"/>
                </a:lnTo>
                <a:lnTo>
                  <a:pt x="3215" y="227"/>
                </a:lnTo>
                <a:lnTo>
                  <a:pt x="3220" y="222"/>
                </a:lnTo>
                <a:lnTo>
                  <a:pt x="3225" y="217"/>
                </a:lnTo>
                <a:lnTo>
                  <a:pt x="3231" y="214"/>
                </a:lnTo>
                <a:lnTo>
                  <a:pt x="3237" y="212"/>
                </a:lnTo>
                <a:lnTo>
                  <a:pt x="3244" y="212"/>
                </a:lnTo>
                <a:lnTo>
                  <a:pt x="3244" y="212"/>
                </a:lnTo>
                <a:lnTo>
                  <a:pt x="3252" y="212"/>
                </a:lnTo>
                <a:lnTo>
                  <a:pt x="3258" y="214"/>
                </a:lnTo>
                <a:lnTo>
                  <a:pt x="3265" y="217"/>
                </a:lnTo>
                <a:lnTo>
                  <a:pt x="3271" y="222"/>
                </a:lnTo>
                <a:lnTo>
                  <a:pt x="3275" y="227"/>
                </a:lnTo>
                <a:lnTo>
                  <a:pt x="3278" y="233"/>
                </a:lnTo>
                <a:lnTo>
                  <a:pt x="3281" y="240"/>
                </a:lnTo>
                <a:lnTo>
                  <a:pt x="3281" y="247"/>
                </a:lnTo>
                <a:lnTo>
                  <a:pt x="3281" y="247"/>
                </a:lnTo>
                <a:lnTo>
                  <a:pt x="3281" y="255"/>
                </a:lnTo>
                <a:lnTo>
                  <a:pt x="3278" y="262"/>
                </a:lnTo>
                <a:lnTo>
                  <a:pt x="3275" y="268"/>
                </a:lnTo>
                <a:lnTo>
                  <a:pt x="3271" y="273"/>
                </a:lnTo>
                <a:lnTo>
                  <a:pt x="3265" y="277"/>
                </a:lnTo>
                <a:lnTo>
                  <a:pt x="3258" y="281"/>
                </a:lnTo>
                <a:lnTo>
                  <a:pt x="3252" y="283"/>
                </a:lnTo>
                <a:lnTo>
                  <a:pt x="3244" y="284"/>
                </a:lnTo>
                <a:lnTo>
                  <a:pt x="3244" y="284"/>
                </a:lnTo>
                <a:lnTo>
                  <a:pt x="3237" y="283"/>
                </a:lnTo>
                <a:lnTo>
                  <a:pt x="3231" y="281"/>
                </a:lnTo>
                <a:lnTo>
                  <a:pt x="3225" y="277"/>
                </a:lnTo>
                <a:lnTo>
                  <a:pt x="3220" y="273"/>
                </a:lnTo>
                <a:lnTo>
                  <a:pt x="3215" y="268"/>
                </a:lnTo>
                <a:lnTo>
                  <a:pt x="3212" y="262"/>
                </a:lnTo>
                <a:lnTo>
                  <a:pt x="3210" y="255"/>
                </a:lnTo>
                <a:lnTo>
                  <a:pt x="3208" y="247"/>
                </a:lnTo>
                <a:lnTo>
                  <a:pt x="3208" y="247"/>
                </a:lnTo>
                <a:close/>
                <a:moveTo>
                  <a:pt x="3012" y="638"/>
                </a:moveTo>
                <a:lnTo>
                  <a:pt x="3012" y="638"/>
                </a:lnTo>
                <a:lnTo>
                  <a:pt x="3024" y="648"/>
                </a:lnTo>
                <a:lnTo>
                  <a:pt x="3037" y="656"/>
                </a:lnTo>
                <a:lnTo>
                  <a:pt x="3050" y="665"/>
                </a:lnTo>
                <a:lnTo>
                  <a:pt x="3063" y="674"/>
                </a:lnTo>
                <a:lnTo>
                  <a:pt x="3076" y="682"/>
                </a:lnTo>
                <a:lnTo>
                  <a:pt x="3091" y="689"/>
                </a:lnTo>
                <a:lnTo>
                  <a:pt x="3105" y="695"/>
                </a:lnTo>
                <a:lnTo>
                  <a:pt x="3120" y="701"/>
                </a:lnTo>
                <a:lnTo>
                  <a:pt x="3134" y="705"/>
                </a:lnTo>
                <a:lnTo>
                  <a:pt x="3150" y="710"/>
                </a:lnTo>
                <a:lnTo>
                  <a:pt x="3165" y="714"/>
                </a:lnTo>
                <a:lnTo>
                  <a:pt x="3181" y="717"/>
                </a:lnTo>
                <a:lnTo>
                  <a:pt x="3196" y="720"/>
                </a:lnTo>
                <a:lnTo>
                  <a:pt x="3213" y="721"/>
                </a:lnTo>
                <a:lnTo>
                  <a:pt x="3228" y="722"/>
                </a:lnTo>
                <a:lnTo>
                  <a:pt x="3245" y="723"/>
                </a:lnTo>
                <a:lnTo>
                  <a:pt x="3245" y="723"/>
                </a:lnTo>
                <a:lnTo>
                  <a:pt x="3261" y="722"/>
                </a:lnTo>
                <a:lnTo>
                  <a:pt x="3277" y="721"/>
                </a:lnTo>
                <a:lnTo>
                  <a:pt x="3293" y="720"/>
                </a:lnTo>
                <a:lnTo>
                  <a:pt x="3309" y="717"/>
                </a:lnTo>
                <a:lnTo>
                  <a:pt x="3325" y="714"/>
                </a:lnTo>
                <a:lnTo>
                  <a:pt x="3341" y="710"/>
                </a:lnTo>
                <a:lnTo>
                  <a:pt x="3355" y="705"/>
                </a:lnTo>
                <a:lnTo>
                  <a:pt x="3370" y="701"/>
                </a:lnTo>
                <a:lnTo>
                  <a:pt x="3385" y="695"/>
                </a:lnTo>
                <a:lnTo>
                  <a:pt x="3399" y="689"/>
                </a:lnTo>
                <a:lnTo>
                  <a:pt x="3414" y="682"/>
                </a:lnTo>
                <a:lnTo>
                  <a:pt x="3427" y="674"/>
                </a:lnTo>
                <a:lnTo>
                  <a:pt x="3440" y="665"/>
                </a:lnTo>
                <a:lnTo>
                  <a:pt x="3454" y="656"/>
                </a:lnTo>
                <a:lnTo>
                  <a:pt x="3466" y="648"/>
                </a:lnTo>
                <a:lnTo>
                  <a:pt x="3477" y="638"/>
                </a:lnTo>
                <a:lnTo>
                  <a:pt x="3433" y="590"/>
                </a:lnTo>
                <a:lnTo>
                  <a:pt x="3433" y="590"/>
                </a:lnTo>
                <a:lnTo>
                  <a:pt x="3416" y="604"/>
                </a:lnTo>
                <a:lnTo>
                  <a:pt x="3398" y="617"/>
                </a:lnTo>
                <a:lnTo>
                  <a:pt x="3380" y="628"/>
                </a:lnTo>
                <a:lnTo>
                  <a:pt x="3362" y="638"/>
                </a:lnTo>
                <a:lnTo>
                  <a:pt x="3342" y="645"/>
                </a:lnTo>
                <a:lnTo>
                  <a:pt x="3321" y="652"/>
                </a:lnTo>
                <a:lnTo>
                  <a:pt x="3299" y="658"/>
                </a:lnTo>
                <a:lnTo>
                  <a:pt x="3277" y="660"/>
                </a:lnTo>
                <a:lnTo>
                  <a:pt x="3277" y="406"/>
                </a:lnTo>
                <a:lnTo>
                  <a:pt x="3339" y="406"/>
                </a:lnTo>
                <a:lnTo>
                  <a:pt x="3339" y="358"/>
                </a:lnTo>
                <a:lnTo>
                  <a:pt x="3277" y="358"/>
                </a:lnTo>
                <a:lnTo>
                  <a:pt x="3277" y="320"/>
                </a:lnTo>
                <a:lnTo>
                  <a:pt x="3277" y="320"/>
                </a:lnTo>
                <a:lnTo>
                  <a:pt x="3288" y="316"/>
                </a:lnTo>
                <a:lnTo>
                  <a:pt x="3297" y="309"/>
                </a:lnTo>
                <a:lnTo>
                  <a:pt x="3306" y="302"/>
                </a:lnTo>
                <a:lnTo>
                  <a:pt x="3314" y="293"/>
                </a:lnTo>
                <a:lnTo>
                  <a:pt x="3319" y="284"/>
                </a:lnTo>
                <a:lnTo>
                  <a:pt x="3324" y="273"/>
                </a:lnTo>
                <a:lnTo>
                  <a:pt x="3327" y="261"/>
                </a:lnTo>
                <a:lnTo>
                  <a:pt x="3328" y="248"/>
                </a:lnTo>
                <a:lnTo>
                  <a:pt x="3328" y="248"/>
                </a:lnTo>
                <a:lnTo>
                  <a:pt x="3327" y="240"/>
                </a:lnTo>
                <a:lnTo>
                  <a:pt x="3326" y="232"/>
                </a:lnTo>
                <a:lnTo>
                  <a:pt x="3324" y="224"/>
                </a:lnTo>
                <a:lnTo>
                  <a:pt x="3322" y="216"/>
                </a:lnTo>
                <a:lnTo>
                  <a:pt x="3318" y="208"/>
                </a:lnTo>
                <a:lnTo>
                  <a:pt x="3314" y="202"/>
                </a:lnTo>
                <a:lnTo>
                  <a:pt x="3309" y="195"/>
                </a:lnTo>
                <a:lnTo>
                  <a:pt x="3304" y="190"/>
                </a:lnTo>
                <a:lnTo>
                  <a:pt x="3298" y="185"/>
                </a:lnTo>
                <a:lnTo>
                  <a:pt x="3292" y="180"/>
                </a:lnTo>
                <a:lnTo>
                  <a:pt x="3285" y="176"/>
                </a:lnTo>
                <a:lnTo>
                  <a:pt x="3277" y="173"/>
                </a:lnTo>
                <a:lnTo>
                  <a:pt x="3270" y="170"/>
                </a:lnTo>
                <a:lnTo>
                  <a:pt x="3262" y="167"/>
                </a:lnTo>
                <a:lnTo>
                  <a:pt x="3254" y="166"/>
                </a:lnTo>
                <a:lnTo>
                  <a:pt x="3245" y="166"/>
                </a:lnTo>
                <a:lnTo>
                  <a:pt x="3245" y="166"/>
                </a:lnTo>
                <a:lnTo>
                  <a:pt x="3236" y="166"/>
                </a:lnTo>
                <a:lnTo>
                  <a:pt x="3228" y="167"/>
                </a:lnTo>
                <a:lnTo>
                  <a:pt x="3221" y="170"/>
                </a:lnTo>
                <a:lnTo>
                  <a:pt x="3213" y="173"/>
                </a:lnTo>
                <a:lnTo>
                  <a:pt x="3205" y="176"/>
                </a:lnTo>
                <a:lnTo>
                  <a:pt x="3199" y="180"/>
                </a:lnTo>
                <a:lnTo>
                  <a:pt x="3192" y="185"/>
                </a:lnTo>
                <a:lnTo>
                  <a:pt x="3186" y="190"/>
                </a:lnTo>
                <a:lnTo>
                  <a:pt x="3181" y="195"/>
                </a:lnTo>
                <a:lnTo>
                  <a:pt x="3176" y="202"/>
                </a:lnTo>
                <a:lnTo>
                  <a:pt x="3172" y="208"/>
                </a:lnTo>
                <a:lnTo>
                  <a:pt x="3169" y="216"/>
                </a:lnTo>
                <a:lnTo>
                  <a:pt x="3165" y="224"/>
                </a:lnTo>
                <a:lnTo>
                  <a:pt x="3163" y="232"/>
                </a:lnTo>
                <a:lnTo>
                  <a:pt x="3162" y="240"/>
                </a:lnTo>
                <a:lnTo>
                  <a:pt x="3162" y="248"/>
                </a:lnTo>
                <a:lnTo>
                  <a:pt x="3162" y="248"/>
                </a:lnTo>
                <a:lnTo>
                  <a:pt x="3163" y="261"/>
                </a:lnTo>
                <a:lnTo>
                  <a:pt x="3165" y="273"/>
                </a:lnTo>
                <a:lnTo>
                  <a:pt x="3170" y="284"/>
                </a:lnTo>
                <a:lnTo>
                  <a:pt x="3176" y="293"/>
                </a:lnTo>
                <a:lnTo>
                  <a:pt x="3183" y="302"/>
                </a:lnTo>
                <a:lnTo>
                  <a:pt x="3192" y="309"/>
                </a:lnTo>
                <a:lnTo>
                  <a:pt x="3202" y="316"/>
                </a:lnTo>
                <a:lnTo>
                  <a:pt x="3213" y="320"/>
                </a:lnTo>
                <a:lnTo>
                  <a:pt x="3213" y="358"/>
                </a:lnTo>
                <a:lnTo>
                  <a:pt x="3151" y="358"/>
                </a:lnTo>
                <a:lnTo>
                  <a:pt x="3151" y="406"/>
                </a:lnTo>
                <a:lnTo>
                  <a:pt x="3213" y="406"/>
                </a:lnTo>
                <a:lnTo>
                  <a:pt x="3213" y="660"/>
                </a:lnTo>
                <a:lnTo>
                  <a:pt x="3213" y="660"/>
                </a:lnTo>
                <a:lnTo>
                  <a:pt x="3191" y="658"/>
                </a:lnTo>
                <a:lnTo>
                  <a:pt x="3170" y="652"/>
                </a:lnTo>
                <a:lnTo>
                  <a:pt x="3149" y="645"/>
                </a:lnTo>
                <a:lnTo>
                  <a:pt x="3129" y="638"/>
                </a:lnTo>
                <a:lnTo>
                  <a:pt x="3110" y="628"/>
                </a:lnTo>
                <a:lnTo>
                  <a:pt x="3091" y="617"/>
                </a:lnTo>
                <a:lnTo>
                  <a:pt x="3074" y="604"/>
                </a:lnTo>
                <a:lnTo>
                  <a:pt x="3058" y="590"/>
                </a:lnTo>
                <a:lnTo>
                  <a:pt x="3012" y="638"/>
                </a:lnTo>
                <a:close/>
                <a:moveTo>
                  <a:pt x="2881" y="358"/>
                </a:moveTo>
                <a:lnTo>
                  <a:pt x="2881" y="358"/>
                </a:lnTo>
                <a:lnTo>
                  <a:pt x="2881" y="340"/>
                </a:lnTo>
                <a:lnTo>
                  <a:pt x="2883" y="322"/>
                </a:lnTo>
                <a:lnTo>
                  <a:pt x="2886" y="304"/>
                </a:lnTo>
                <a:lnTo>
                  <a:pt x="2889" y="286"/>
                </a:lnTo>
                <a:lnTo>
                  <a:pt x="2892" y="269"/>
                </a:lnTo>
                <a:lnTo>
                  <a:pt x="2898" y="252"/>
                </a:lnTo>
                <a:lnTo>
                  <a:pt x="2903" y="235"/>
                </a:lnTo>
                <a:lnTo>
                  <a:pt x="2910" y="218"/>
                </a:lnTo>
                <a:lnTo>
                  <a:pt x="2917" y="203"/>
                </a:lnTo>
                <a:lnTo>
                  <a:pt x="2926" y="187"/>
                </a:lnTo>
                <a:lnTo>
                  <a:pt x="2933" y="173"/>
                </a:lnTo>
                <a:lnTo>
                  <a:pt x="2943" y="157"/>
                </a:lnTo>
                <a:lnTo>
                  <a:pt x="2953" y="144"/>
                </a:lnTo>
                <a:lnTo>
                  <a:pt x="2964" y="131"/>
                </a:lnTo>
                <a:lnTo>
                  <a:pt x="2976" y="118"/>
                </a:lnTo>
                <a:lnTo>
                  <a:pt x="2988" y="104"/>
                </a:lnTo>
                <a:lnTo>
                  <a:pt x="3001" y="93"/>
                </a:lnTo>
                <a:lnTo>
                  <a:pt x="3013" y="82"/>
                </a:lnTo>
                <a:lnTo>
                  <a:pt x="3028" y="71"/>
                </a:lnTo>
                <a:lnTo>
                  <a:pt x="3042" y="61"/>
                </a:lnTo>
                <a:lnTo>
                  <a:pt x="3057" y="51"/>
                </a:lnTo>
                <a:lnTo>
                  <a:pt x="3072" y="43"/>
                </a:lnTo>
                <a:lnTo>
                  <a:pt x="3088" y="35"/>
                </a:lnTo>
                <a:lnTo>
                  <a:pt x="3103" y="28"/>
                </a:lnTo>
                <a:lnTo>
                  <a:pt x="3120" y="21"/>
                </a:lnTo>
                <a:lnTo>
                  <a:pt x="3137" y="16"/>
                </a:lnTo>
                <a:lnTo>
                  <a:pt x="3154" y="11"/>
                </a:lnTo>
                <a:lnTo>
                  <a:pt x="3172" y="7"/>
                </a:lnTo>
                <a:lnTo>
                  <a:pt x="3190" y="3"/>
                </a:lnTo>
                <a:lnTo>
                  <a:pt x="3207" y="1"/>
                </a:lnTo>
                <a:lnTo>
                  <a:pt x="3226" y="0"/>
                </a:lnTo>
                <a:lnTo>
                  <a:pt x="3245" y="0"/>
                </a:lnTo>
                <a:lnTo>
                  <a:pt x="3245" y="0"/>
                </a:lnTo>
                <a:lnTo>
                  <a:pt x="3264" y="0"/>
                </a:lnTo>
                <a:lnTo>
                  <a:pt x="3282" y="1"/>
                </a:lnTo>
                <a:lnTo>
                  <a:pt x="3301" y="3"/>
                </a:lnTo>
                <a:lnTo>
                  <a:pt x="3318" y="7"/>
                </a:lnTo>
                <a:lnTo>
                  <a:pt x="3336" y="11"/>
                </a:lnTo>
                <a:lnTo>
                  <a:pt x="3353" y="16"/>
                </a:lnTo>
                <a:lnTo>
                  <a:pt x="3369" y="21"/>
                </a:lnTo>
                <a:lnTo>
                  <a:pt x="3386" y="28"/>
                </a:lnTo>
                <a:lnTo>
                  <a:pt x="3403" y="35"/>
                </a:lnTo>
                <a:lnTo>
                  <a:pt x="3418" y="43"/>
                </a:lnTo>
                <a:lnTo>
                  <a:pt x="3434" y="51"/>
                </a:lnTo>
                <a:lnTo>
                  <a:pt x="3448" y="61"/>
                </a:lnTo>
                <a:lnTo>
                  <a:pt x="3463" y="71"/>
                </a:lnTo>
                <a:lnTo>
                  <a:pt x="3476" y="82"/>
                </a:lnTo>
                <a:lnTo>
                  <a:pt x="3489" y="93"/>
                </a:lnTo>
                <a:lnTo>
                  <a:pt x="3502" y="104"/>
                </a:lnTo>
                <a:lnTo>
                  <a:pt x="3515" y="118"/>
                </a:lnTo>
                <a:lnTo>
                  <a:pt x="3526" y="131"/>
                </a:lnTo>
                <a:lnTo>
                  <a:pt x="3537" y="144"/>
                </a:lnTo>
                <a:lnTo>
                  <a:pt x="3547" y="157"/>
                </a:lnTo>
                <a:lnTo>
                  <a:pt x="3556" y="173"/>
                </a:lnTo>
                <a:lnTo>
                  <a:pt x="3565" y="187"/>
                </a:lnTo>
                <a:lnTo>
                  <a:pt x="3572" y="203"/>
                </a:lnTo>
                <a:lnTo>
                  <a:pt x="3580" y="218"/>
                </a:lnTo>
                <a:lnTo>
                  <a:pt x="3587" y="235"/>
                </a:lnTo>
                <a:lnTo>
                  <a:pt x="3592" y="252"/>
                </a:lnTo>
                <a:lnTo>
                  <a:pt x="3598" y="269"/>
                </a:lnTo>
                <a:lnTo>
                  <a:pt x="3601" y="286"/>
                </a:lnTo>
                <a:lnTo>
                  <a:pt x="3605" y="304"/>
                </a:lnTo>
                <a:lnTo>
                  <a:pt x="3607" y="322"/>
                </a:lnTo>
                <a:lnTo>
                  <a:pt x="3608" y="340"/>
                </a:lnTo>
                <a:lnTo>
                  <a:pt x="3609" y="358"/>
                </a:lnTo>
                <a:lnTo>
                  <a:pt x="3609" y="358"/>
                </a:lnTo>
                <a:lnTo>
                  <a:pt x="3609" y="376"/>
                </a:lnTo>
                <a:lnTo>
                  <a:pt x="3608" y="393"/>
                </a:lnTo>
                <a:lnTo>
                  <a:pt x="3606" y="408"/>
                </a:lnTo>
                <a:lnTo>
                  <a:pt x="3602" y="425"/>
                </a:lnTo>
                <a:lnTo>
                  <a:pt x="3599" y="440"/>
                </a:lnTo>
                <a:lnTo>
                  <a:pt x="3596" y="456"/>
                </a:lnTo>
                <a:lnTo>
                  <a:pt x="3591" y="471"/>
                </a:lnTo>
                <a:lnTo>
                  <a:pt x="3586" y="487"/>
                </a:lnTo>
                <a:lnTo>
                  <a:pt x="3579" y="501"/>
                </a:lnTo>
                <a:lnTo>
                  <a:pt x="3572" y="516"/>
                </a:lnTo>
                <a:lnTo>
                  <a:pt x="3566" y="530"/>
                </a:lnTo>
                <a:lnTo>
                  <a:pt x="3558" y="543"/>
                </a:lnTo>
                <a:lnTo>
                  <a:pt x="3549" y="557"/>
                </a:lnTo>
                <a:lnTo>
                  <a:pt x="3540" y="570"/>
                </a:lnTo>
                <a:lnTo>
                  <a:pt x="3531" y="583"/>
                </a:lnTo>
                <a:lnTo>
                  <a:pt x="3520" y="595"/>
                </a:lnTo>
                <a:lnTo>
                  <a:pt x="3474" y="548"/>
                </a:lnTo>
                <a:lnTo>
                  <a:pt x="3474" y="548"/>
                </a:lnTo>
                <a:lnTo>
                  <a:pt x="3489" y="528"/>
                </a:lnTo>
                <a:lnTo>
                  <a:pt x="3502" y="506"/>
                </a:lnTo>
                <a:lnTo>
                  <a:pt x="3514" y="483"/>
                </a:lnTo>
                <a:lnTo>
                  <a:pt x="3524" y="459"/>
                </a:lnTo>
                <a:lnTo>
                  <a:pt x="3531" y="435"/>
                </a:lnTo>
                <a:lnTo>
                  <a:pt x="3537" y="410"/>
                </a:lnTo>
                <a:lnTo>
                  <a:pt x="3540" y="385"/>
                </a:lnTo>
                <a:lnTo>
                  <a:pt x="3541" y="358"/>
                </a:lnTo>
                <a:lnTo>
                  <a:pt x="3541" y="358"/>
                </a:lnTo>
                <a:lnTo>
                  <a:pt x="3540" y="344"/>
                </a:lnTo>
                <a:lnTo>
                  <a:pt x="3539" y="328"/>
                </a:lnTo>
                <a:lnTo>
                  <a:pt x="3538" y="314"/>
                </a:lnTo>
                <a:lnTo>
                  <a:pt x="3535" y="299"/>
                </a:lnTo>
                <a:lnTo>
                  <a:pt x="3531" y="285"/>
                </a:lnTo>
                <a:lnTo>
                  <a:pt x="3528" y="271"/>
                </a:lnTo>
                <a:lnTo>
                  <a:pt x="3522" y="257"/>
                </a:lnTo>
                <a:lnTo>
                  <a:pt x="3518" y="244"/>
                </a:lnTo>
                <a:lnTo>
                  <a:pt x="3511" y="231"/>
                </a:lnTo>
                <a:lnTo>
                  <a:pt x="3505" y="217"/>
                </a:lnTo>
                <a:lnTo>
                  <a:pt x="3498" y="205"/>
                </a:lnTo>
                <a:lnTo>
                  <a:pt x="3490" y="193"/>
                </a:lnTo>
                <a:lnTo>
                  <a:pt x="3481" y="182"/>
                </a:lnTo>
                <a:lnTo>
                  <a:pt x="3473" y="170"/>
                </a:lnTo>
                <a:lnTo>
                  <a:pt x="3464" y="160"/>
                </a:lnTo>
                <a:lnTo>
                  <a:pt x="3454" y="149"/>
                </a:lnTo>
                <a:lnTo>
                  <a:pt x="3444" y="139"/>
                </a:lnTo>
                <a:lnTo>
                  <a:pt x="3433" y="130"/>
                </a:lnTo>
                <a:lnTo>
                  <a:pt x="3422" y="121"/>
                </a:lnTo>
                <a:lnTo>
                  <a:pt x="3410" y="112"/>
                </a:lnTo>
                <a:lnTo>
                  <a:pt x="3398" y="104"/>
                </a:lnTo>
                <a:lnTo>
                  <a:pt x="3386" y="98"/>
                </a:lnTo>
                <a:lnTo>
                  <a:pt x="3373" y="91"/>
                </a:lnTo>
                <a:lnTo>
                  <a:pt x="3359" y="84"/>
                </a:lnTo>
                <a:lnTo>
                  <a:pt x="3346" y="80"/>
                </a:lnTo>
                <a:lnTo>
                  <a:pt x="3333" y="74"/>
                </a:lnTo>
                <a:lnTo>
                  <a:pt x="3318" y="71"/>
                </a:lnTo>
                <a:lnTo>
                  <a:pt x="3304" y="68"/>
                </a:lnTo>
                <a:lnTo>
                  <a:pt x="3289" y="64"/>
                </a:lnTo>
                <a:lnTo>
                  <a:pt x="3275" y="63"/>
                </a:lnTo>
                <a:lnTo>
                  <a:pt x="3261" y="62"/>
                </a:lnTo>
                <a:lnTo>
                  <a:pt x="3245" y="61"/>
                </a:lnTo>
                <a:lnTo>
                  <a:pt x="3245" y="61"/>
                </a:lnTo>
                <a:lnTo>
                  <a:pt x="3230" y="62"/>
                </a:lnTo>
                <a:lnTo>
                  <a:pt x="3215" y="63"/>
                </a:lnTo>
                <a:lnTo>
                  <a:pt x="3201" y="64"/>
                </a:lnTo>
                <a:lnTo>
                  <a:pt x="3185" y="68"/>
                </a:lnTo>
                <a:lnTo>
                  <a:pt x="3172" y="71"/>
                </a:lnTo>
                <a:lnTo>
                  <a:pt x="3157" y="74"/>
                </a:lnTo>
                <a:lnTo>
                  <a:pt x="3144" y="80"/>
                </a:lnTo>
                <a:lnTo>
                  <a:pt x="3130" y="84"/>
                </a:lnTo>
                <a:lnTo>
                  <a:pt x="3118" y="91"/>
                </a:lnTo>
                <a:lnTo>
                  <a:pt x="3104" y="98"/>
                </a:lnTo>
                <a:lnTo>
                  <a:pt x="3092" y="104"/>
                </a:lnTo>
                <a:lnTo>
                  <a:pt x="3080" y="112"/>
                </a:lnTo>
                <a:lnTo>
                  <a:pt x="3069" y="121"/>
                </a:lnTo>
                <a:lnTo>
                  <a:pt x="3058" y="130"/>
                </a:lnTo>
                <a:lnTo>
                  <a:pt x="3047" y="139"/>
                </a:lnTo>
                <a:lnTo>
                  <a:pt x="3037" y="149"/>
                </a:lnTo>
                <a:lnTo>
                  <a:pt x="3027" y="160"/>
                </a:lnTo>
                <a:lnTo>
                  <a:pt x="3017" y="170"/>
                </a:lnTo>
                <a:lnTo>
                  <a:pt x="3008" y="182"/>
                </a:lnTo>
                <a:lnTo>
                  <a:pt x="3000" y="193"/>
                </a:lnTo>
                <a:lnTo>
                  <a:pt x="2992" y="205"/>
                </a:lnTo>
                <a:lnTo>
                  <a:pt x="2985" y="217"/>
                </a:lnTo>
                <a:lnTo>
                  <a:pt x="2979" y="231"/>
                </a:lnTo>
                <a:lnTo>
                  <a:pt x="2972" y="244"/>
                </a:lnTo>
                <a:lnTo>
                  <a:pt x="2967" y="257"/>
                </a:lnTo>
                <a:lnTo>
                  <a:pt x="2962" y="271"/>
                </a:lnTo>
                <a:lnTo>
                  <a:pt x="2959" y="285"/>
                </a:lnTo>
                <a:lnTo>
                  <a:pt x="2956" y="299"/>
                </a:lnTo>
                <a:lnTo>
                  <a:pt x="2952" y="314"/>
                </a:lnTo>
                <a:lnTo>
                  <a:pt x="2951" y="328"/>
                </a:lnTo>
                <a:lnTo>
                  <a:pt x="2949" y="344"/>
                </a:lnTo>
                <a:lnTo>
                  <a:pt x="2949" y="358"/>
                </a:lnTo>
                <a:lnTo>
                  <a:pt x="2949" y="358"/>
                </a:lnTo>
                <a:lnTo>
                  <a:pt x="2950" y="385"/>
                </a:lnTo>
                <a:lnTo>
                  <a:pt x="2953" y="410"/>
                </a:lnTo>
                <a:lnTo>
                  <a:pt x="2959" y="435"/>
                </a:lnTo>
                <a:lnTo>
                  <a:pt x="2967" y="459"/>
                </a:lnTo>
                <a:lnTo>
                  <a:pt x="2976" y="483"/>
                </a:lnTo>
                <a:lnTo>
                  <a:pt x="2988" y="506"/>
                </a:lnTo>
                <a:lnTo>
                  <a:pt x="3001" y="528"/>
                </a:lnTo>
                <a:lnTo>
                  <a:pt x="3017" y="548"/>
                </a:lnTo>
                <a:lnTo>
                  <a:pt x="2969" y="595"/>
                </a:lnTo>
                <a:lnTo>
                  <a:pt x="2969" y="595"/>
                </a:lnTo>
                <a:lnTo>
                  <a:pt x="2959" y="583"/>
                </a:lnTo>
                <a:lnTo>
                  <a:pt x="2950" y="570"/>
                </a:lnTo>
                <a:lnTo>
                  <a:pt x="2941" y="557"/>
                </a:lnTo>
                <a:lnTo>
                  <a:pt x="2932" y="543"/>
                </a:lnTo>
                <a:lnTo>
                  <a:pt x="2924" y="530"/>
                </a:lnTo>
                <a:lnTo>
                  <a:pt x="2917" y="516"/>
                </a:lnTo>
                <a:lnTo>
                  <a:pt x="2910" y="501"/>
                </a:lnTo>
                <a:lnTo>
                  <a:pt x="2905" y="487"/>
                </a:lnTo>
                <a:lnTo>
                  <a:pt x="2899" y="471"/>
                </a:lnTo>
                <a:lnTo>
                  <a:pt x="2895" y="456"/>
                </a:lnTo>
                <a:lnTo>
                  <a:pt x="2890" y="440"/>
                </a:lnTo>
                <a:lnTo>
                  <a:pt x="2887" y="425"/>
                </a:lnTo>
                <a:lnTo>
                  <a:pt x="2885" y="408"/>
                </a:lnTo>
                <a:lnTo>
                  <a:pt x="2882" y="393"/>
                </a:lnTo>
                <a:lnTo>
                  <a:pt x="2881" y="376"/>
                </a:lnTo>
                <a:lnTo>
                  <a:pt x="2881" y="358"/>
                </a:lnTo>
                <a:lnTo>
                  <a:pt x="2881" y="358"/>
                </a:lnTo>
                <a:close/>
                <a:moveTo>
                  <a:pt x="2569" y="472"/>
                </a:moveTo>
                <a:lnTo>
                  <a:pt x="2569" y="248"/>
                </a:lnTo>
                <a:lnTo>
                  <a:pt x="2630" y="248"/>
                </a:lnTo>
                <a:lnTo>
                  <a:pt x="2630" y="421"/>
                </a:lnTo>
                <a:lnTo>
                  <a:pt x="2733" y="421"/>
                </a:lnTo>
                <a:lnTo>
                  <a:pt x="2733" y="472"/>
                </a:lnTo>
                <a:lnTo>
                  <a:pt x="2569" y="472"/>
                </a:lnTo>
                <a:close/>
                <a:moveTo>
                  <a:pt x="2359" y="472"/>
                </a:moveTo>
                <a:lnTo>
                  <a:pt x="2525" y="472"/>
                </a:lnTo>
                <a:lnTo>
                  <a:pt x="2525" y="421"/>
                </a:lnTo>
                <a:lnTo>
                  <a:pt x="2415" y="421"/>
                </a:lnTo>
                <a:lnTo>
                  <a:pt x="2415" y="383"/>
                </a:lnTo>
                <a:lnTo>
                  <a:pt x="2506" y="383"/>
                </a:lnTo>
                <a:lnTo>
                  <a:pt x="2506" y="336"/>
                </a:lnTo>
                <a:lnTo>
                  <a:pt x="2415" y="336"/>
                </a:lnTo>
                <a:lnTo>
                  <a:pt x="2415" y="297"/>
                </a:lnTo>
                <a:lnTo>
                  <a:pt x="2520" y="297"/>
                </a:lnTo>
                <a:lnTo>
                  <a:pt x="2520" y="248"/>
                </a:lnTo>
                <a:lnTo>
                  <a:pt x="2359" y="248"/>
                </a:lnTo>
                <a:lnTo>
                  <a:pt x="2359" y="472"/>
                </a:lnTo>
                <a:close/>
                <a:moveTo>
                  <a:pt x="2102" y="360"/>
                </a:moveTo>
                <a:lnTo>
                  <a:pt x="2102" y="360"/>
                </a:lnTo>
                <a:lnTo>
                  <a:pt x="2102" y="347"/>
                </a:lnTo>
                <a:lnTo>
                  <a:pt x="2105" y="335"/>
                </a:lnTo>
                <a:lnTo>
                  <a:pt x="2107" y="324"/>
                </a:lnTo>
                <a:lnTo>
                  <a:pt x="2110" y="313"/>
                </a:lnTo>
                <a:lnTo>
                  <a:pt x="2115" y="302"/>
                </a:lnTo>
                <a:lnTo>
                  <a:pt x="2119" y="292"/>
                </a:lnTo>
                <a:lnTo>
                  <a:pt x="2125" y="283"/>
                </a:lnTo>
                <a:lnTo>
                  <a:pt x="2132" y="275"/>
                </a:lnTo>
                <a:lnTo>
                  <a:pt x="2139" y="267"/>
                </a:lnTo>
                <a:lnTo>
                  <a:pt x="2148" y="261"/>
                </a:lnTo>
                <a:lnTo>
                  <a:pt x="2157" y="255"/>
                </a:lnTo>
                <a:lnTo>
                  <a:pt x="2167" y="251"/>
                </a:lnTo>
                <a:lnTo>
                  <a:pt x="2177" y="246"/>
                </a:lnTo>
                <a:lnTo>
                  <a:pt x="2188" y="244"/>
                </a:lnTo>
                <a:lnTo>
                  <a:pt x="2200" y="242"/>
                </a:lnTo>
                <a:lnTo>
                  <a:pt x="2212" y="242"/>
                </a:lnTo>
                <a:lnTo>
                  <a:pt x="2212" y="242"/>
                </a:lnTo>
                <a:lnTo>
                  <a:pt x="2231" y="243"/>
                </a:lnTo>
                <a:lnTo>
                  <a:pt x="2239" y="244"/>
                </a:lnTo>
                <a:lnTo>
                  <a:pt x="2248" y="246"/>
                </a:lnTo>
                <a:lnTo>
                  <a:pt x="2255" y="250"/>
                </a:lnTo>
                <a:lnTo>
                  <a:pt x="2263" y="253"/>
                </a:lnTo>
                <a:lnTo>
                  <a:pt x="2271" y="256"/>
                </a:lnTo>
                <a:lnTo>
                  <a:pt x="2278" y="261"/>
                </a:lnTo>
                <a:lnTo>
                  <a:pt x="2283" y="266"/>
                </a:lnTo>
                <a:lnTo>
                  <a:pt x="2289" y="272"/>
                </a:lnTo>
                <a:lnTo>
                  <a:pt x="2294" y="278"/>
                </a:lnTo>
                <a:lnTo>
                  <a:pt x="2299" y="285"/>
                </a:lnTo>
                <a:lnTo>
                  <a:pt x="2303" y="293"/>
                </a:lnTo>
                <a:lnTo>
                  <a:pt x="2307" y="301"/>
                </a:lnTo>
                <a:lnTo>
                  <a:pt x="2309" y="309"/>
                </a:lnTo>
                <a:lnTo>
                  <a:pt x="2311" y="318"/>
                </a:lnTo>
                <a:lnTo>
                  <a:pt x="2251" y="318"/>
                </a:lnTo>
                <a:lnTo>
                  <a:pt x="2251" y="318"/>
                </a:lnTo>
                <a:lnTo>
                  <a:pt x="2249" y="310"/>
                </a:lnTo>
                <a:lnTo>
                  <a:pt x="2246" y="305"/>
                </a:lnTo>
                <a:lnTo>
                  <a:pt x="2241" y="301"/>
                </a:lnTo>
                <a:lnTo>
                  <a:pt x="2237" y="296"/>
                </a:lnTo>
                <a:lnTo>
                  <a:pt x="2231" y="294"/>
                </a:lnTo>
                <a:lnTo>
                  <a:pt x="2226" y="292"/>
                </a:lnTo>
                <a:lnTo>
                  <a:pt x="2220" y="292"/>
                </a:lnTo>
                <a:lnTo>
                  <a:pt x="2213" y="291"/>
                </a:lnTo>
                <a:lnTo>
                  <a:pt x="2213" y="291"/>
                </a:lnTo>
                <a:lnTo>
                  <a:pt x="2207" y="292"/>
                </a:lnTo>
                <a:lnTo>
                  <a:pt x="2201" y="293"/>
                </a:lnTo>
                <a:lnTo>
                  <a:pt x="2196" y="294"/>
                </a:lnTo>
                <a:lnTo>
                  <a:pt x="2191" y="296"/>
                </a:lnTo>
                <a:lnTo>
                  <a:pt x="2187" y="299"/>
                </a:lnTo>
                <a:lnTo>
                  <a:pt x="2182" y="303"/>
                </a:lnTo>
                <a:lnTo>
                  <a:pt x="2174" y="312"/>
                </a:lnTo>
                <a:lnTo>
                  <a:pt x="2169" y="322"/>
                </a:lnTo>
                <a:lnTo>
                  <a:pt x="2166" y="333"/>
                </a:lnTo>
                <a:lnTo>
                  <a:pt x="2163" y="346"/>
                </a:lnTo>
                <a:lnTo>
                  <a:pt x="2162" y="360"/>
                </a:lnTo>
                <a:lnTo>
                  <a:pt x="2162" y="360"/>
                </a:lnTo>
                <a:lnTo>
                  <a:pt x="2163" y="375"/>
                </a:lnTo>
                <a:lnTo>
                  <a:pt x="2166" y="388"/>
                </a:lnTo>
                <a:lnTo>
                  <a:pt x="2170" y="400"/>
                </a:lnTo>
                <a:lnTo>
                  <a:pt x="2176" y="410"/>
                </a:lnTo>
                <a:lnTo>
                  <a:pt x="2183" y="419"/>
                </a:lnTo>
                <a:lnTo>
                  <a:pt x="2188" y="422"/>
                </a:lnTo>
                <a:lnTo>
                  <a:pt x="2192" y="426"/>
                </a:lnTo>
                <a:lnTo>
                  <a:pt x="2198" y="428"/>
                </a:lnTo>
                <a:lnTo>
                  <a:pt x="2203" y="430"/>
                </a:lnTo>
                <a:lnTo>
                  <a:pt x="2210" y="430"/>
                </a:lnTo>
                <a:lnTo>
                  <a:pt x="2217" y="431"/>
                </a:lnTo>
                <a:lnTo>
                  <a:pt x="2217" y="431"/>
                </a:lnTo>
                <a:lnTo>
                  <a:pt x="2228" y="430"/>
                </a:lnTo>
                <a:lnTo>
                  <a:pt x="2238" y="428"/>
                </a:lnTo>
                <a:lnTo>
                  <a:pt x="2247" y="425"/>
                </a:lnTo>
                <a:lnTo>
                  <a:pt x="2254" y="420"/>
                </a:lnTo>
                <a:lnTo>
                  <a:pt x="2254" y="391"/>
                </a:lnTo>
                <a:lnTo>
                  <a:pt x="2214" y="391"/>
                </a:lnTo>
                <a:lnTo>
                  <a:pt x="2214" y="347"/>
                </a:lnTo>
                <a:lnTo>
                  <a:pt x="2311" y="347"/>
                </a:lnTo>
                <a:lnTo>
                  <a:pt x="2311" y="448"/>
                </a:lnTo>
                <a:lnTo>
                  <a:pt x="2311" y="448"/>
                </a:lnTo>
                <a:lnTo>
                  <a:pt x="2300" y="456"/>
                </a:lnTo>
                <a:lnTo>
                  <a:pt x="2289" y="462"/>
                </a:lnTo>
                <a:lnTo>
                  <a:pt x="2277" y="468"/>
                </a:lnTo>
                <a:lnTo>
                  <a:pt x="2264" y="472"/>
                </a:lnTo>
                <a:lnTo>
                  <a:pt x="2253" y="476"/>
                </a:lnTo>
                <a:lnTo>
                  <a:pt x="2241" y="479"/>
                </a:lnTo>
                <a:lnTo>
                  <a:pt x="2230" y="480"/>
                </a:lnTo>
                <a:lnTo>
                  <a:pt x="2220" y="480"/>
                </a:lnTo>
                <a:lnTo>
                  <a:pt x="2220" y="480"/>
                </a:lnTo>
                <a:lnTo>
                  <a:pt x="2207" y="480"/>
                </a:lnTo>
                <a:lnTo>
                  <a:pt x="2193" y="478"/>
                </a:lnTo>
                <a:lnTo>
                  <a:pt x="2181" y="476"/>
                </a:lnTo>
                <a:lnTo>
                  <a:pt x="2170" y="472"/>
                </a:lnTo>
                <a:lnTo>
                  <a:pt x="2159" y="468"/>
                </a:lnTo>
                <a:lnTo>
                  <a:pt x="2150" y="462"/>
                </a:lnTo>
                <a:lnTo>
                  <a:pt x="2141" y="456"/>
                </a:lnTo>
                <a:lnTo>
                  <a:pt x="2132" y="449"/>
                </a:lnTo>
                <a:lnTo>
                  <a:pt x="2126" y="440"/>
                </a:lnTo>
                <a:lnTo>
                  <a:pt x="2119" y="431"/>
                </a:lnTo>
                <a:lnTo>
                  <a:pt x="2115" y="421"/>
                </a:lnTo>
                <a:lnTo>
                  <a:pt x="2110" y="411"/>
                </a:lnTo>
                <a:lnTo>
                  <a:pt x="2107" y="399"/>
                </a:lnTo>
                <a:lnTo>
                  <a:pt x="2105" y="387"/>
                </a:lnTo>
                <a:lnTo>
                  <a:pt x="2102" y="374"/>
                </a:lnTo>
                <a:lnTo>
                  <a:pt x="2102" y="360"/>
                </a:lnTo>
                <a:lnTo>
                  <a:pt x="2102" y="360"/>
                </a:lnTo>
                <a:close/>
                <a:moveTo>
                  <a:pt x="1945" y="393"/>
                </a:moveTo>
                <a:lnTo>
                  <a:pt x="1974" y="307"/>
                </a:lnTo>
                <a:lnTo>
                  <a:pt x="2004" y="393"/>
                </a:lnTo>
                <a:lnTo>
                  <a:pt x="1945" y="393"/>
                </a:lnTo>
                <a:close/>
                <a:moveTo>
                  <a:pt x="1857" y="472"/>
                </a:moveTo>
                <a:lnTo>
                  <a:pt x="1918" y="472"/>
                </a:lnTo>
                <a:lnTo>
                  <a:pt x="1929" y="439"/>
                </a:lnTo>
                <a:lnTo>
                  <a:pt x="2019" y="439"/>
                </a:lnTo>
                <a:lnTo>
                  <a:pt x="2030" y="472"/>
                </a:lnTo>
                <a:lnTo>
                  <a:pt x="2091" y="472"/>
                </a:lnTo>
                <a:lnTo>
                  <a:pt x="2006" y="248"/>
                </a:lnTo>
                <a:lnTo>
                  <a:pt x="1942" y="248"/>
                </a:lnTo>
                <a:lnTo>
                  <a:pt x="1857" y="472"/>
                </a:lnTo>
                <a:close/>
                <a:moveTo>
                  <a:pt x="1632" y="472"/>
                </a:moveTo>
                <a:lnTo>
                  <a:pt x="1687" y="472"/>
                </a:lnTo>
                <a:lnTo>
                  <a:pt x="1687" y="338"/>
                </a:lnTo>
                <a:lnTo>
                  <a:pt x="1766" y="472"/>
                </a:lnTo>
                <a:lnTo>
                  <a:pt x="1828" y="472"/>
                </a:lnTo>
                <a:lnTo>
                  <a:pt x="1828" y="248"/>
                </a:lnTo>
                <a:lnTo>
                  <a:pt x="1773" y="248"/>
                </a:lnTo>
                <a:lnTo>
                  <a:pt x="1773" y="380"/>
                </a:lnTo>
                <a:lnTo>
                  <a:pt x="1692" y="248"/>
                </a:lnTo>
                <a:lnTo>
                  <a:pt x="1632" y="248"/>
                </a:lnTo>
                <a:lnTo>
                  <a:pt x="1632" y="472"/>
                </a:lnTo>
                <a:close/>
                <a:moveTo>
                  <a:pt x="1378" y="383"/>
                </a:moveTo>
                <a:lnTo>
                  <a:pt x="1378" y="354"/>
                </a:lnTo>
                <a:lnTo>
                  <a:pt x="1468" y="354"/>
                </a:lnTo>
                <a:lnTo>
                  <a:pt x="1468" y="263"/>
                </a:lnTo>
                <a:lnTo>
                  <a:pt x="1501" y="263"/>
                </a:lnTo>
                <a:lnTo>
                  <a:pt x="1501" y="354"/>
                </a:lnTo>
                <a:lnTo>
                  <a:pt x="1592" y="354"/>
                </a:lnTo>
                <a:lnTo>
                  <a:pt x="1592" y="383"/>
                </a:lnTo>
                <a:lnTo>
                  <a:pt x="1501" y="383"/>
                </a:lnTo>
                <a:lnTo>
                  <a:pt x="1501" y="472"/>
                </a:lnTo>
                <a:lnTo>
                  <a:pt x="1468" y="472"/>
                </a:lnTo>
                <a:lnTo>
                  <a:pt x="1468" y="383"/>
                </a:lnTo>
                <a:lnTo>
                  <a:pt x="1378" y="383"/>
                </a:lnTo>
                <a:close/>
                <a:moveTo>
                  <a:pt x="1185" y="472"/>
                </a:moveTo>
                <a:lnTo>
                  <a:pt x="1351" y="472"/>
                </a:lnTo>
                <a:lnTo>
                  <a:pt x="1351" y="421"/>
                </a:lnTo>
                <a:lnTo>
                  <a:pt x="1241" y="421"/>
                </a:lnTo>
                <a:lnTo>
                  <a:pt x="1241" y="383"/>
                </a:lnTo>
                <a:lnTo>
                  <a:pt x="1332" y="383"/>
                </a:lnTo>
                <a:lnTo>
                  <a:pt x="1332" y="336"/>
                </a:lnTo>
                <a:lnTo>
                  <a:pt x="1241" y="336"/>
                </a:lnTo>
                <a:lnTo>
                  <a:pt x="1241" y="297"/>
                </a:lnTo>
                <a:lnTo>
                  <a:pt x="1346" y="297"/>
                </a:lnTo>
                <a:lnTo>
                  <a:pt x="1346" y="248"/>
                </a:lnTo>
                <a:lnTo>
                  <a:pt x="1185" y="248"/>
                </a:lnTo>
                <a:lnTo>
                  <a:pt x="1185" y="472"/>
                </a:lnTo>
                <a:close/>
                <a:moveTo>
                  <a:pt x="934" y="472"/>
                </a:moveTo>
                <a:lnTo>
                  <a:pt x="990" y="472"/>
                </a:lnTo>
                <a:lnTo>
                  <a:pt x="990" y="338"/>
                </a:lnTo>
                <a:lnTo>
                  <a:pt x="1068" y="472"/>
                </a:lnTo>
                <a:lnTo>
                  <a:pt x="1132" y="472"/>
                </a:lnTo>
                <a:lnTo>
                  <a:pt x="1132" y="248"/>
                </a:lnTo>
                <a:lnTo>
                  <a:pt x="1075" y="248"/>
                </a:lnTo>
                <a:lnTo>
                  <a:pt x="1075" y="380"/>
                </a:lnTo>
                <a:lnTo>
                  <a:pt x="995" y="248"/>
                </a:lnTo>
                <a:lnTo>
                  <a:pt x="934" y="248"/>
                </a:lnTo>
                <a:lnTo>
                  <a:pt x="934" y="472"/>
                </a:lnTo>
                <a:close/>
                <a:moveTo>
                  <a:pt x="681" y="472"/>
                </a:moveTo>
                <a:lnTo>
                  <a:pt x="740" y="472"/>
                </a:lnTo>
                <a:lnTo>
                  <a:pt x="740" y="386"/>
                </a:lnTo>
                <a:lnTo>
                  <a:pt x="821" y="386"/>
                </a:lnTo>
                <a:lnTo>
                  <a:pt x="821" y="472"/>
                </a:lnTo>
                <a:lnTo>
                  <a:pt x="881" y="472"/>
                </a:lnTo>
                <a:lnTo>
                  <a:pt x="881" y="248"/>
                </a:lnTo>
                <a:lnTo>
                  <a:pt x="821" y="248"/>
                </a:lnTo>
                <a:lnTo>
                  <a:pt x="821" y="333"/>
                </a:lnTo>
                <a:lnTo>
                  <a:pt x="740" y="333"/>
                </a:lnTo>
                <a:lnTo>
                  <a:pt x="740" y="248"/>
                </a:lnTo>
                <a:lnTo>
                  <a:pt x="681" y="248"/>
                </a:lnTo>
                <a:lnTo>
                  <a:pt x="681" y="472"/>
                </a:lnTo>
                <a:close/>
                <a:moveTo>
                  <a:pt x="469" y="472"/>
                </a:moveTo>
                <a:lnTo>
                  <a:pt x="636" y="472"/>
                </a:lnTo>
                <a:lnTo>
                  <a:pt x="636" y="421"/>
                </a:lnTo>
                <a:lnTo>
                  <a:pt x="526" y="421"/>
                </a:lnTo>
                <a:lnTo>
                  <a:pt x="526" y="383"/>
                </a:lnTo>
                <a:lnTo>
                  <a:pt x="617" y="383"/>
                </a:lnTo>
                <a:lnTo>
                  <a:pt x="617" y="336"/>
                </a:lnTo>
                <a:lnTo>
                  <a:pt x="526" y="336"/>
                </a:lnTo>
                <a:lnTo>
                  <a:pt x="526" y="297"/>
                </a:lnTo>
                <a:lnTo>
                  <a:pt x="630" y="297"/>
                </a:lnTo>
                <a:lnTo>
                  <a:pt x="630" y="248"/>
                </a:lnTo>
                <a:lnTo>
                  <a:pt x="469" y="248"/>
                </a:lnTo>
                <a:lnTo>
                  <a:pt x="469" y="472"/>
                </a:lnTo>
                <a:close/>
                <a:moveTo>
                  <a:pt x="222" y="380"/>
                </a:moveTo>
                <a:lnTo>
                  <a:pt x="222" y="380"/>
                </a:lnTo>
                <a:lnTo>
                  <a:pt x="222" y="394"/>
                </a:lnTo>
                <a:lnTo>
                  <a:pt x="224" y="406"/>
                </a:lnTo>
                <a:lnTo>
                  <a:pt x="226" y="417"/>
                </a:lnTo>
                <a:lnTo>
                  <a:pt x="230" y="427"/>
                </a:lnTo>
                <a:lnTo>
                  <a:pt x="234" y="436"/>
                </a:lnTo>
                <a:lnTo>
                  <a:pt x="239" y="444"/>
                </a:lnTo>
                <a:lnTo>
                  <a:pt x="245" y="451"/>
                </a:lnTo>
                <a:lnTo>
                  <a:pt x="251" y="458"/>
                </a:lnTo>
                <a:lnTo>
                  <a:pt x="258" y="464"/>
                </a:lnTo>
                <a:lnTo>
                  <a:pt x="266" y="468"/>
                </a:lnTo>
                <a:lnTo>
                  <a:pt x="274" y="471"/>
                </a:lnTo>
                <a:lnTo>
                  <a:pt x="283" y="475"/>
                </a:lnTo>
                <a:lnTo>
                  <a:pt x="292" y="478"/>
                </a:lnTo>
                <a:lnTo>
                  <a:pt x="301" y="479"/>
                </a:lnTo>
                <a:lnTo>
                  <a:pt x="311" y="480"/>
                </a:lnTo>
                <a:lnTo>
                  <a:pt x="321" y="480"/>
                </a:lnTo>
                <a:lnTo>
                  <a:pt x="321" y="480"/>
                </a:lnTo>
                <a:lnTo>
                  <a:pt x="330" y="480"/>
                </a:lnTo>
                <a:lnTo>
                  <a:pt x="339" y="479"/>
                </a:lnTo>
                <a:lnTo>
                  <a:pt x="348" y="478"/>
                </a:lnTo>
                <a:lnTo>
                  <a:pt x="357" y="475"/>
                </a:lnTo>
                <a:lnTo>
                  <a:pt x="366" y="471"/>
                </a:lnTo>
                <a:lnTo>
                  <a:pt x="374" y="468"/>
                </a:lnTo>
                <a:lnTo>
                  <a:pt x="382" y="464"/>
                </a:lnTo>
                <a:lnTo>
                  <a:pt x="388" y="458"/>
                </a:lnTo>
                <a:lnTo>
                  <a:pt x="395" y="451"/>
                </a:lnTo>
                <a:lnTo>
                  <a:pt x="401" y="444"/>
                </a:lnTo>
                <a:lnTo>
                  <a:pt x="406" y="436"/>
                </a:lnTo>
                <a:lnTo>
                  <a:pt x="409" y="427"/>
                </a:lnTo>
                <a:lnTo>
                  <a:pt x="414" y="417"/>
                </a:lnTo>
                <a:lnTo>
                  <a:pt x="416" y="406"/>
                </a:lnTo>
                <a:lnTo>
                  <a:pt x="417" y="394"/>
                </a:lnTo>
                <a:lnTo>
                  <a:pt x="418" y="380"/>
                </a:lnTo>
                <a:lnTo>
                  <a:pt x="418" y="248"/>
                </a:lnTo>
                <a:lnTo>
                  <a:pt x="357" y="248"/>
                </a:lnTo>
                <a:lnTo>
                  <a:pt x="357" y="389"/>
                </a:lnTo>
                <a:lnTo>
                  <a:pt x="357" y="389"/>
                </a:lnTo>
                <a:lnTo>
                  <a:pt x="356" y="398"/>
                </a:lnTo>
                <a:lnTo>
                  <a:pt x="355" y="407"/>
                </a:lnTo>
                <a:lnTo>
                  <a:pt x="352" y="414"/>
                </a:lnTo>
                <a:lnTo>
                  <a:pt x="348" y="419"/>
                </a:lnTo>
                <a:lnTo>
                  <a:pt x="343" y="424"/>
                </a:lnTo>
                <a:lnTo>
                  <a:pt x="336" y="427"/>
                </a:lnTo>
                <a:lnTo>
                  <a:pt x="328" y="429"/>
                </a:lnTo>
                <a:lnTo>
                  <a:pt x="321" y="429"/>
                </a:lnTo>
                <a:lnTo>
                  <a:pt x="321" y="429"/>
                </a:lnTo>
                <a:lnTo>
                  <a:pt x="312" y="429"/>
                </a:lnTo>
                <a:lnTo>
                  <a:pt x="304" y="427"/>
                </a:lnTo>
                <a:lnTo>
                  <a:pt x="297" y="424"/>
                </a:lnTo>
                <a:lnTo>
                  <a:pt x="292" y="419"/>
                </a:lnTo>
                <a:lnTo>
                  <a:pt x="287" y="414"/>
                </a:lnTo>
                <a:lnTo>
                  <a:pt x="285" y="407"/>
                </a:lnTo>
                <a:lnTo>
                  <a:pt x="283" y="398"/>
                </a:lnTo>
                <a:lnTo>
                  <a:pt x="283" y="389"/>
                </a:lnTo>
                <a:lnTo>
                  <a:pt x="283" y="248"/>
                </a:lnTo>
                <a:lnTo>
                  <a:pt x="222" y="248"/>
                </a:lnTo>
                <a:lnTo>
                  <a:pt x="222" y="380"/>
                </a:lnTo>
                <a:close/>
                <a:moveTo>
                  <a:pt x="0" y="472"/>
                </a:moveTo>
                <a:lnTo>
                  <a:pt x="60" y="472"/>
                </a:lnTo>
                <a:lnTo>
                  <a:pt x="60" y="409"/>
                </a:lnTo>
                <a:lnTo>
                  <a:pt x="80" y="384"/>
                </a:lnTo>
                <a:lnTo>
                  <a:pt x="131" y="472"/>
                </a:lnTo>
                <a:lnTo>
                  <a:pt x="201" y="472"/>
                </a:lnTo>
                <a:lnTo>
                  <a:pt x="120" y="340"/>
                </a:lnTo>
                <a:lnTo>
                  <a:pt x="192" y="248"/>
                </a:lnTo>
                <a:lnTo>
                  <a:pt x="122" y="248"/>
                </a:lnTo>
                <a:lnTo>
                  <a:pt x="60" y="328"/>
                </a:lnTo>
                <a:lnTo>
                  <a:pt x="60" y="248"/>
                </a:lnTo>
                <a:lnTo>
                  <a:pt x="0" y="248"/>
                </a:lnTo>
                <a:lnTo>
                  <a:pt x="0" y="472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B0BEF629-C30A-40FD-B660-5C8163547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32669" y="1717004"/>
            <a:ext cx="4151618" cy="337383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Product title 18pt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3906788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7" hasCustomPrompt="1"/>
          </p:nvPr>
        </p:nvSpPr>
        <p:spPr>
          <a:xfrm>
            <a:off x="4995065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8" hasCustomPrompt="1"/>
          </p:nvPr>
        </p:nvSpPr>
        <p:spPr>
          <a:xfrm>
            <a:off x="6083342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9" hasCustomPrompt="1"/>
          </p:nvPr>
        </p:nvSpPr>
        <p:spPr>
          <a:xfrm>
            <a:off x="7171619" y="224782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3906788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21" hasCustomPrompt="1"/>
          </p:nvPr>
        </p:nvSpPr>
        <p:spPr>
          <a:xfrm>
            <a:off x="4995065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22" hasCustomPrompt="1"/>
          </p:nvPr>
        </p:nvSpPr>
        <p:spPr>
          <a:xfrm>
            <a:off x="6083342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23" hasCustomPrompt="1"/>
          </p:nvPr>
        </p:nvSpPr>
        <p:spPr>
          <a:xfrm>
            <a:off x="7171619" y="343783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24" hasCustomPrompt="1"/>
          </p:nvPr>
        </p:nvSpPr>
        <p:spPr>
          <a:xfrm>
            <a:off x="3906788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25" hasCustomPrompt="1"/>
          </p:nvPr>
        </p:nvSpPr>
        <p:spPr>
          <a:xfrm>
            <a:off x="4995065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2" name="Picture Placeholder 5"/>
          <p:cNvSpPr>
            <a:spLocks noGrp="1"/>
          </p:cNvSpPr>
          <p:nvPr>
            <p:ph type="pic" sz="quarter" idx="26" hasCustomPrompt="1"/>
          </p:nvPr>
        </p:nvSpPr>
        <p:spPr>
          <a:xfrm>
            <a:off x="6083342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3" name="Picture Placeholder 5"/>
          <p:cNvSpPr>
            <a:spLocks noGrp="1"/>
          </p:cNvSpPr>
          <p:nvPr>
            <p:ph type="pic" sz="quarter" idx="27" hasCustomPrompt="1"/>
          </p:nvPr>
        </p:nvSpPr>
        <p:spPr>
          <a:xfrm>
            <a:off x="7171619" y="4646541"/>
            <a:ext cx="540000" cy="720000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750"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3724027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4812304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30" hasCustomPrompt="1"/>
          </p:nvPr>
        </p:nvSpPr>
        <p:spPr>
          <a:xfrm>
            <a:off x="5900581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6989007" y="3042122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724027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4812304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5900581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989007" y="4232834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3724027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4812304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5900581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6989007" y="5434667"/>
            <a:ext cx="905522" cy="1875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600"/>
            </a:lvl1pPr>
            <a:lvl2pPr marL="342900" indent="0">
              <a:buNone/>
              <a:defRPr sz="600"/>
            </a:lvl2pPr>
            <a:lvl3pPr marL="685800" indent="0">
              <a:buNone/>
              <a:defRPr sz="600"/>
            </a:lvl3pPr>
            <a:lvl4pPr marL="1028700" indent="0">
              <a:buNone/>
              <a:defRPr sz="600"/>
            </a:lvl4pPr>
            <a:lvl5pPr marL="1371600" indent="0">
              <a:buNone/>
              <a:defRPr sz="600"/>
            </a:lvl5pPr>
          </a:lstStyle>
          <a:p>
            <a:pPr lvl="0"/>
            <a:r>
              <a:rPr lang="en-GB" noProof="0"/>
              <a:t>Product name</a:t>
            </a:r>
          </a:p>
        </p:txBody>
      </p:sp>
    </p:spTree>
    <p:extLst>
      <p:ext uri="{BB962C8B-B14F-4D97-AF65-F5344CB8AC3E}">
        <p14:creationId xmlns:p14="http://schemas.microsoft.com/office/powerpoint/2010/main" val="299080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ections_text+icon_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99E109AE-ACE7-4A11-BB40-8C45419949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121828" y="2557202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4004570" y="2557202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887312" y="2557202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121828" y="4648926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4004570" y="4648926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GB" noProof="0"/>
              <a:t>Title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6887312" y="4648926"/>
            <a:ext cx="1782000" cy="360000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1" baseline="0">
                <a:solidFill>
                  <a:schemeClr val="tx2"/>
                </a:solidFill>
              </a:defRPr>
            </a:lvl1pPr>
            <a:lvl2pPr marL="342892" indent="0">
              <a:buNone/>
              <a:defRPr/>
            </a:lvl2pPr>
            <a:lvl3pPr marL="685783" indent="0">
              <a:buNone/>
              <a:defRPr/>
            </a:lvl3pPr>
            <a:lvl4pPr marL="1028675" indent="0">
              <a:buNone/>
              <a:defRPr/>
            </a:lvl4pPr>
            <a:lvl5pPr marL="1371566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Title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121828" y="5026612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4004570" y="2933791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6887312" y="2933791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37" hasCustomPrompt="1"/>
          </p:nvPr>
        </p:nvSpPr>
        <p:spPr>
          <a:xfrm>
            <a:off x="1121828" y="2933791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4004570" y="5026612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6887312" y="5026612"/>
            <a:ext cx="1782000" cy="720000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9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Enter description for this piece of the timeline to a maximum of 8 lines</a:t>
            </a:r>
          </a:p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062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number_sections+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65772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89564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13149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727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895646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13147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65772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689564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/>
              <a:t>#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413149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657725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895646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/>
              <a:t>Enter text for this section up to a maximum of 3 lines</a:t>
            </a:r>
          </a:p>
        </p:txBody>
      </p:sp>
      <p:sp>
        <p:nvSpPr>
          <p:cNvPr id="22" name="Titel 4">
            <a:extLst>
              <a:ext uri="{FF2B5EF4-FFF2-40B4-BE49-F238E27FC236}">
                <a16:creationId xmlns:a16="http://schemas.microsoft.com/office/drawing/2014/main" id="{93A2A3F3-A34D-436A-ADCB-FC5097B93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994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6" name="Rectangle 5"/>
          <p:cNvSpPr/>
          <p:nvPr/>
        </p:nvSpPr>
        <p:spPr>
          <a:xfrm>
            <a:off x="416266" y="6251983"/>
            <a:ext cx="1937390" cy="20774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GB" sz="750" noProof="0" dirty="0">
                <a:solidFill>
                  <a:schemeClr val="bg1"/>
                </a:solidFill>
              </a:rPr>
              <a:t>© 2025 Kuehne</a:t>
            </a:r>
            <a:r>
              <a:rPr lang="en-GB" sz="750" baseline="0" noProof="0" dirty="0">
                <a:solidFill>
                  <a:schemeClr val="bg1"/>
                </a:solidFill>
              </a:rPr>
              <a:t>+Nagel.</a:t>
            </a:r>
            <a:r>
              <a:rPr lang="en-GB" sz="750" noProof="0" dirty="0">
                <a:solidFill>
                  <a:schemeClr val="bg1"/>
                </a:solidFill>
              </a:rPr>
              <a:t>  All rights reserved.</a:t>
            </a:r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4898231" y="2974975"/>
            <a:ext cx="3244454" cy="865188"/>
          </a:xfrm>
          <a:custGeom>
            <a:avLst/>
            <a:gdLst>
              <a:gd name="T0" fmla="*/ 2449 w 2725"/>
              <a:gd name="T1" fmla="*/ 160 h 545"/>
              <a:gd name="T2" fmla="*/ 2470 w 2725"/>
              <a:gd name="T3" fmla="*/ 206 h 545"/>
              <a:gd name="T4" fmla="*/ 2422 w 2725"/>
              <a:gd name="T5" fmla="*/ 186 h 545"/>
              <a:gd name="T6" fmla="*/ 2355 w 2725"/>
              <a:gd name="T7" fmla="*/ 528 h 545"/>
              <a:gd name="T8" fmla="*/ 2499 w 2725"/>
              <a:gd name="T9" fmla="*/ 540 h 545"/>
              <a:gd name="T10" fmla="*/ 2590 w 2725"/>
              <a:gd name="T11" fmla="*/ 445 h 545"/>
              <a:gd name="T12" fmla="*/ 2521 w 2725"/>
              <a:gd name="T13" fmla="*/ 306 h 545"/>
              <a:gd name="T14" fmla="*/ 2509 w 2725"/>
              <a:gd name="T15" fmla="*/ 206 h 545"/>
              <a:gd name="T16" fmla="*/ 2494 w 2725"/>
              <a:gd name="T17" fmla="*/ 143 h 545"/>
              <a:gd name="T18" fmla="*/ 2425 w 2725"/>
              <a:gd name="T19" fmla="*/ 131 h 545"/>
              <a:gd name="T20" fmla="*/ 2386 w 2725"/>
              <a:gd name="T21" fmla="*/ 186 h 545"/>
              <a:gd name="T22" fmla="*/ 2379 w 2725"/>
              <a:gd name="T23" fmla="*/ 270 h 545"/>
              <a:gd name="T24" fmla="*/ 2333 w 2725"/>
              <a:gd name="T25" fmla="*/ 464 h 545"/>
              <a:gd name="T26" fmla="*/ 2187 w 2725"/>
              <a:gd name="T27" fmla="*/ 191 h 545"/>
              <a:gd name="T28" fmla="*/ 2297 w 2725"/>
              <a:gd name="T29" fmla="*/ 48 h 545"/>
              <a:gd name="T30" fmla="*/ 2451 w 2725"/>
              <a:gd name="T31" fmla="*/ 0 h 545"/>
              <a:gd name="T32" fmla="*/ 2624 w 2725"/>
              <a:gd name="T33" fmla="*/ 62 h 545"/>
              <a:gd name="T34" fmla="*/ 2720 w 2725"/>
              <a:gd name="T35" fmla="*/ 215 h 545"/>
              <a:gd name="T36" fmla="*/ 2706 w 2725"/>
              <a:gd name="T37" fmla="*/ 366 h 545"/>
              <a:gd name="T38" fmla="*/ 2634 w 2725"/>
              <a:gd name="T39" fmla="*/ 397 h 545"/>
              <a:gd name="T40" fmla="*/ 2675 w 2725"/>
              <a:gd name="T41" fmla="*/ 270 h 545"/>
              <a:gd name="T42" fmla="*/ 2636 w 2725"/>
              <a:gd name="T43" fmla="*/ 146 h 545"/>
              <a:gd name="T44" fmla="*/ 2516 w 2725"/>
              <a:gd name="T45" fmla="*/ 57 h 545"/>
              <a:gd name="T46" fmla="*/ 2384 w 2725"/>
              <a:gd name="T47" fmla="*/ 57 h 545"/>
              <a:gd name="T48" fmla="*/ 2266 w 2725"/>
              <a:gd name="T49" fmla="*/ 146 h 545"/>
              <a:gd name="T50" fmla="*/ 2228 w 2725"/>
              <a:gd name="T51" fmla="*/ 270 h 545"/>
              <a:gd name="T52" fmla="*/ 2266 w 2725"/>
              <a:gd name="T53" fmla="*/ 397 h 545"/>
              <a:gd name="T54" fmla="*/ 2194 w 2725"/>
              <a:gd name="T55" fmla="*/ 366 h 545"/>
              <a:gd name="T56" fmla="*/ 1939 w 2725"/>
              <a:gd name="T57" fmla="*/ 186 h 545"/>
              <a:gd name="T58" fmla="*/ 1906 w 2725"/>
              <a:gd name="T59" fmla="*/ 356 h 545"/>
              <a:gd name="T60" fmla="*/ 1824 w 2725"/>
              <a:gd name="T61" fmla="*/ 225 h 545"/>
              <a:gd name="T62" fmla="*/ 1588 w 2725"/>
              <a:gd name="T63" fmla="*/ 253 h 545"/>
              <a:gd name="T64" fmla="*/ 1670 w 2725"/>
              <a:gd name="T65" fmla="*/ 182 h 545"/>
              <a:gd name="T66" fmla="*/ 1735 w 2725"/>
              <a:gd name="T67" fmla="*/ 215 h 545"/>
              <a:gd name="T68" fmla="*/ 1680 w 2725"/>
              <a:gd name="T69" fmla="*/ 220 h 545"/>
              <a:gd name="T70" fmla="*/ 1639 w 2725"/>
              <a:gd name="T71" fmla="*/ 241 h 545"/>
              <a:gd name="T72" fmla="*/ 1648 w 2725"/>
              <a:gd name="T73" fmla="*/ 316 h 545"/>
              <a:gd name="T74" fmla="*/ 1701 w 2725"/>
              <a:gd name="T75" fmla="*/ 294 h 545"/>
              <a:gd name="T76" fmla="*/ 1711 w 2725"/>
              <a:gd name="T77" fmla="*/ 356 h 545"/>
              <a:gd name="T78" fmla="*/ 1610 w 2725"/>
              <a:gd name="T79" fmla="*/ 339 h 545"/>
              <a:gd name="T80" fmla="*/ 1490 w 2725"/>
              <a:gd name="T81" fmla="*/ 232 h 545"/>
              <a:gd name="T82" fmla="*/ 1533 w 2725"/>
              <a:gd name="T83" fmla="*/ 356 h 545"/>
              <a:gd name="T84" fmla="*/ 1274 w 2725"/>
              <a:gd name="T85" fmla="*/ 256 h 545"/>
              <a:gd name="T86" fmla="*/ 1233 w 2725"/>
              <a:gd name="T87" fmla="*/ 186 h 545"/>
              <a:gd name="T88" fmla="*/ 1134 w 2725"/>
              <a:gd name="T89" fmla="*/ 268 h 545"/>
              <a:gd name="T90" fmla="*/ 1040 w 2725"/>
              <a:gd name="T91" fmla="*/ 289 h 545"/>
              <a:gd name="T92" fmla="*/ 1007 w 2725"/>
              <a:gd name="T93" fmla="*/ 253 h 545"/>
              <a:gd name="T94" fmla="*/ 704 w 2725"/>
              <a:gd name="T95" fmla="*/ 356 h 545"/>
              <a:gd name="T96" fmla="*/ 812 w 2725"/>
              <a:gd name="T97" fmla="*/ 287 h 545"/>
              <a:gd name="T98" fmla="*/ 620 w 2725"/>
              <a:gd name="T99" fmla="*/ 292 h 545"/>
              <a:gd name="T100" fmla="*/ 560 w 2725"/>
              <a:gd name="T101" fmla="*/ 186 h 545"/>
              <a:gd name="T102" fmla="*/ 396 w 2725"/>
              <a:gd name="T103" fmla="*/ 289 h 545"/>
              <a:gd name="T104" fmla="*/ 353 w 2725"/>
              <a:gd name="T105" fmla="*/ 186 h 545"/>
              <a:gd name="T106" fmla="*/ 190 w 2725"/>
              <a:gd name="T107" fmla="*/ 344 h 545"/>
              <a:gd name="T108" fmla="*/ 269 w 2725"/>
              <a:gd name="T109" fmla="*/ 359 h 545"/>
              <a:gd name="T110" fmla="*/ 315 w 2725"/>
              <a:gd name="T111" fmla="*/ 186 h 545"/>
              <a:gd name="T112" fmla="*/ 243 w 2725"/>
              <a:gd name="T113" fmla="*/ 323 h 545"/>
              <a:gd name="T114" fmla="*/ 168 w 2725"/>
              <a:gd name="T115" fmla="*/ 186 h 545"/>
              <a:gd name="T116" fmla="*/ 151 w 2725"/>
              <a:gd name="T117" fmla="*/ 356 h 545"/>
              <a:gd name="T118" fmla="*/ 0 w 2725"/>
              <a:gd name="T119" fmla="*/ 356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25" h="545">
                <a:moveTo>
                  <a:pt x="2422" y="186"/>
                </a:moveTo>
                <a:lnTo>
                  <a:pt x="2422" y="186"/>
                </a:lnTo>
                <a:lnTo>
                  <a:pt x="2425" y="177"/>
                </a:lnTo>
                <a:lnTo>
                  <a:pt x="2429" y="167"/>
                </a:lnTo>
                <a:lnTo>
                  <a:pt x="2439" y="163"/>
                </a:lnTo>
                <a:lnTo>
                  <a:pt x="2449" y="160"/>
                </a:lnTo>
                <a:lnTo>
                  <a:pt x="2449" y="160"/>
                </a:lnTo>
                <a:lnTo>
                  <a:pt x="2461" y="163"/>
                </a:lnTo>
                <a:lnTo>
                  <a:pt x="2470" y="167"/>
                </a:lnTo>
                <a:lnTo>
                  <a:pt x="2475" y="177"/>
                </a:lnTo>
                <a:lnTo>
                  <a:pt x="2477" y="186"/>
                </a:lnTo>
                <a:lnTo>
                  <a:pt x="2477" y="186"/>
                </a:lnTo>
                <a:lnTo>
                  <a:pt x="2475" y="198"/>
                </a:lnTo>
                <a:lnTo>
                  <a:pt x="2470" y="206"/>
                </a:lnTo>
                <a:lnTo>
                  <a:pt x="2461" y="213"/>
                </a:lnTo>
                <a:lnTo>
                  <a:pt x="2449" y="215"/>
                </a:lnTo>
                <a:lnTo>
                  <a:pt x="2449" y="215"/>
                </a:lnTo>
                <a:lnTo>
                  <a:pt x="2439" y="213"/>
                </a:lnTo>
                <a:lnTo>
                  <a:pt x="2429" y="206"/>
                </a:lnTo>
                <a:lnTo>
                  <a:pt x="2425" y="198"/>
                </a:lnTo>
                <a:lnTo>
                  <a:pt x="2422" y="186"/>
                </a:lnTo>
                <a:lnTo>
                  <a:pt x="2422" y="186"/>
                </a:lnTo>
                <a:close/>
                <a:moveTo>
                  <a:pt x="2273" y="480"/>
                </a:moveTo>
                <a:lnTo>
                  <a:pt x="2273" y="480"/>
                </a:lnTo>
                <a:lnTo>
                  <a:pt x="2292" y="495"/>
                </a:lnTo>
                <a:lnTo>
                  <a:pt x="2312" y="507"/>
                </a:lnTo>
                <a:lnTo>
                  <a:pt x="2333" y="519"/>
                </a:lnTo>
                <a:lnTo>
                  <a:pt x="2355" y="528"/>
                </a:lnTo>
                <a:lnTo>
                  <a:pt x="2379" y="535"/>
                </a:lnTo>
                <a:lnTo>
                  <a:pt x="2401" y="540"/>
                </a:lnTo>
                <a:lnTo>
                  <a:pt x="2425" y="543"/>
                </a:lnTo>
                <a:lnTo>
                  <a:pt x="2451" y="545"/>
                </a:lnTo>
                <a:lnTo>
                  <a:pt x="2451" y="545"/>
                </a:lnTo>
                <a:lnTo>
                  <a:pt x="2475" y="543"/>
                </a:lnTo>
                <a:lnTo>
                  <a:pt x="2499" y="540"/>
                </a:lnTo>
                <a:lnTo>
                  <a:pt x="2521" y="535"/>
                </a:lnTo>
                <a:lnTo>
                  <a:pt x="2545" y="528"/>
                </a:lnTo>
                <a:lnTo>
                  <a:pt x="2566" y="519"/>
                </a:lnTo>
                <a:lnTo>
                  <a:pt x="2588" y="507"/>
                </a:lnTo>
                <a:lnTo>
                  <a:pt x="2607" y="495"/>
                </a:lnTo>
                <a:lnTo>
                  <a:pt x="2626" y="480"/>
                </a:lnTo>
                <a:lnTo>
                  <a:pt x="2590" y="445"/>
                </a:lnTo>
                <a:lnTo>
                  <a:pt x="2590" y="445"/>
                </a:lnTo>
                <a:lnTo>
                  <a:pt x="2566" y="464"/>
                </a:lnTo>
                <a:lnTo>
                  <a:pt x="2538" y="480"/>
                </a:lnTo>
                <a:lnTo>
                  <a:pt x="2506" y="492"/>
                </a:lnTo>
                <a:lnTo>
                  <a:pt x="2475" y="497"/>
                </a:lnTo>
                <a:lnTo>
                  <a:pt x="2475" y="306"/>
                </a:lnTo>
                <a:lnTo>
                  <a:pt x="2521" y="306"/>
                </a:lnTo>
                <a:lnTo>
                  <a:pt x="2521" y="270"/>
                </a:lnTo>
                <a:lnTo>
                  <a:pt x="2475" y="270"/>
                </a:lnTo>
                <a:lnTo>
                  <a:pt x="2475" y="241"/>
                </a:lnTo>
                <a:lnTo>
                  <a:pt x="2475" y="241"/>
                </a:lnTo>
                <a:lnTo>
                  <a:pt x="2490" y="234"/>
                </a:lnTo>
                <a:lnTo>
                  <a:pt x="2502" y="222"/>
                </a:lnTo>
                <a:lnTo>
                  <a:pt x="2509" y="206"/>
                </a:lnTo>
                <a:lnTo>
                  <a:pt x="2511" y="196"/>
                </a:lnTo>
                <a:lnTo>
                  <a:pt x="2514" y="186"/>
                </a:lnTo>
                <a:lnTo>
                  <a:pt x="2514" y="186"/>
                </a:lnTo>
                <a:lnTo>
                  <a:pt x="2511" y="174"/>
                </a:lnTo>
                <a:lnTo>
                  <a:pt x="2509" y="163"/>
                </a:lnTo>
                <a:lnTo>
                  <a:pt x="2502" y="153"/>
                </a:lnTo>
                <a:lnTo>
                  <a:pt x="2494" y="143"/>
                </a:lnTo>
                <a:lnTo>
                  <a:pt x="2485" y="136"/>
                </a:lnTo>
                <a:lnTo>
                  <a:pt x="2475" y="131"/>
                </a:lnTo>
                <a:lnTo>
                  <a:pt x="2463" y="127"/>
                </a:lnTo>
                <a:lnTo>
                  <a:pt x="2451" y="127"/>
                </a:lnTo>
                <a:lnTo>
                  <a:pt x="2451" y="127"/>
                </a:lnTo>
                <a:lnTo>
                  <a:pt x="2437" y="127"/>
                </a:lnTo>
                <a:lnTo>
                  <a:pt x="2425" y="131"/>
                </a:lnTo>
                <a:lnTo>
                  <a:pt x="2415" y="136"/>
                </a:lnTo>
                <a:lnTo>
                  <a:pt x="2405" y="143"/>
                </a:lnTo>
                <a:lnTo>
                  <a:pt x="2398" y="153"/>
                </a:lnTo>
                <a:lnTo>
                  <a:pt x="2391" y="163"/>
                </a:lnTo>
                <a:lnTo>
                  <a:pt x="2389" y="174"/>
                </a:lnTo>
                <a:lnTo>
                  <a:pt x="2386" y="186"/>
                </a:lnTo>
                <a:lnTo>
                  <a:pt x="2386" y="186"/>
                </a:lnTo>
                <a:lnTo>
                  <a:pt x="2389" y="196"/>
                </a:lnTo>
                <a:lnTo>
                  <a:pt x="2391" y="206"/>
                </a:lnTo>
                <a:lnTo>
                  <a:pt x="2398" y="222"/>
                </a:lnTo>
                <a:lnTo>
                  <a:pt x="2410" y="234"/>
                </a:lnTo>
                <a:lnTo>
                  <a:pt x="2425" y="241"/>
                </a:lnTo>
                <a:lnTo>
                  <a:pt x="2425" y="270"/>
                </a:lnTo>
                <a:lnTo>
                  <a:pt x="2379" y="270"/>
                </a:lnTo>
                <a:lnTo>
                  <a:pt x="2379" y="306"/>
                </a:lnTo>
                <a:lnTo>
                  <a:pt x="2425" y="306"/>
                </a:lnTo>
                <a:lnTo>
                  <a:pt x="2425" y="497"/>
                </a:lnTo>
                <a:lnTo>
                  <a:pt x="2425" y="497"/>
                </a:lnTo>
                <a:lnTo>
                  <a:pt x="2393" y="492"/>
                </a:lnTo>
                <a:lnTo>
                  <a:pt x="2362" y="480"/>
                </a:lnTo>
                <a:lnTo>
                  <a:pt x="2333" y="464"/>
                </a:lnTo>
                <a:lnTo>
                  <a:pt x="2309" y="445"/>
                </a:lnTo>
                <a:lnTo>
                  <a:pt x="2273" y="480"/>
                </a:lnTo>
                <a:close/>
                <a:moveTo>
                  <a:pt x="2175" y="270"/>
                </a:moveTo>
                <a:lnTo>
                  <a:pt x="2175" y="270"/>
                </a:lnTo>
                <a:lnTo>
                  <a:pt x="2177" y="244"/>
                </a:lnTo>
                <a:lnTo>
                  <a:pt x="2182" y="215"/>
                </a:lnTo>
                <a:lnTo>
                  <a:pt x="2187" y="191"/>
                </a:lnTo>
                <a:lnTo>
                  <a:pt x="2196" y="165"/>
                </a:lnTo>
                <a:lnTo>
                  <a:pt x="2208" y="141"/>
                </a:lnTo>
                <a:lnTo>
                  <a:pt x="2223" y="120"/>
                </a:lnTo>
                <a:lnTo>
                  <a:pt x="2237" y="98"/>
                </a:lnTo>
                <a:lnTo>
                  <a:pt x="2256" y="79"/>
                </a:lnTo>
                <a:lnTo>
                  <a:pt x="2276" y="62"/>
                </a:lnTo>
                <a:lnTo>
                  <a:pt x="2297" y="48"/>
                </a:lnTo>
                <a:lnTo>
                  <a:pt x="2319" y="33"/>
                </a:lnTo>
                <a:lnTo>
                  <a:pt x="2343" y="22"/>
                </a:lnTo>
                <a:lnTo>
                  <a:pt x="2369" y="12"/>
                </a:lnTo>
                <a:lnTo>
                  <a:pt x="2396" y="7"/>
                </a:lnTo>
                <a:lnTo>
                  <a:pt x="2422" y="2"/>
                </a:lnTo>
                <a:lnTo>
                  <a:pt x="2451" y="0"/>
                </a:lnTo>
                <a:lnTo>
                  <a:pt x="2451" y="0"/>
                </a:lnTo>
                <a:lnTo>
                  <a:pt x="2477" y="2"/>
                </a:lnTo>
                <a:lnTo>
                  <a:pt x="2506" y="7"/>
                </a:lnTo>
                <a:lnTo>
                  <a:pt x="2530" y="12"/>
                </a:lnTo>
                <a:lnTo>
                  <a:pt x="2557" y="22"/>
                </a:lnTo>
                <a:lnTo>
                  <a:pt x="2581" y="33"/>
                </a:lnTo>
                <a:lnTo>
                  <a:pt x="2602" y="48"/>
                </a:lnTo>
                <a:lnTo>
                  <a:pt x="2624" y="62"/>
                </a:lnTo>
                <a:lnTo>
                  <a:pt x="2643" y="79"/>
                </a:lnTo>
                <a:lnTo>
                  <a:pt x="2663" y="98"/>
                </a:lnTo>
                <a:lnTo>
                  <a:pt x="2677" y="120"/>
                </a:lnTo>
                <a:lnTo>
                  <a:pt x="2691" y="141"/>
                </a:lnTo>
                <a:lnTo>
                  <a:pt x="2703" y="165"/>
                </a:lnTo>
                <a:lnTo>
                  <a:pt x="2713" y="191"/>
                </a:lnTo>
                <a:lnTo>
                  <a:pt x="2720" y="215"/>
                </a:lnTo>
                <a:lnTo>
                  <a:pt x="2723" y="244"/>
                </a:lnTo>
                <a:lnTo>
                  <a:pt x="2725" y="270"/>
                </a:lnTo>
                <a:lnTo>
                  <a:pt x="2725" y="270"/>
                </a:lnTo>
                <a:lnTo>
                  <a:pt x="2723" y="296"/>
                </a:lnTo>
                <a:lnTo>
                  <a:pt x="2720" y="320"/>
                </a:lnTo>
                <a:lnTo>
                  <a:pt x="2715" y="344"/>
                </a:lnTo>
                <a:lnTo>
                  <a:pt x="2706" y="366"/>
                </a:lnTo>
                <a:lnTo>
                  <a:pt x="2699" y="390"/>
                </a:lnTo>
                <a:lnTo>
                  <a:pt x="2687" y="409"/>
                </a:lnTo>
                <a:lnTo>
                  <a:pt x="2672" y="430"/>
                </a:lnTo>
                <a:lnTo>
                  <a:pt x="2658" y="449"/>
                </a:lnTo>
                <a:lnTo>
                  <a:pt x="2622" y="414"/>
                </a:lnTo>
                <a:lnTo>
                  <a:pt x="2622" y="414"/>
                </a:lnTo>
                <a:lnTo>
                  <a:pt x="2634" y="397"/>
                </a:lnTo>
                <a:lnTo>
                  <a:pt x="2643" y="380"/>
                </a:lnTo>
                <a:lnTo>
                  <a:pt x="2653" y="363"/>
                </a:lnTo>
                <a:lnTo>
                  <a:pt x="2660" y="347"/>
                </a:lnTo>
                <a:lnTo>
                  <a:pt x="2665" y="327"/>
                </a:lnTo>
                <a:lnTo>
                  <a:pt x="2670" y="308"/>
                </a:lnTo>
                <a:lnTo>
                  <a:pt x="2672" y="289"/>
                </a:lnTo>
                <a:lnTo>
                  <a:pt x="2675" y="270"/>
                </a:lnTo>
                <a:lnTo>
                  <a:pt x="2675" y="270"/>
                </a:lnTo>
                <a:lnTo>
                  <a:pt x="2672" y="249"/>
                </a:lnTo>
                <a:lnTo>
                  <a:pt x="2670" y="227"/>
                </a:lnTo>
                <a:lnTo>
                  <a:pt x="2663" y="206"/>
                </a:lnTo>
                <a:lnTo>
                  <a:pt x="2655" y="184"/>
                </a:lnTo>
                <a:lnTo>
                  <a:pt x="2646" y="165"/>
                </a:lnTo>
                <a:lnTo>
                  <a:pt x="2636" y="146"/>
                </a:lnTo>
                <a:lnTo>
                  <a:pt x="2622" y="129"/>
                </a:lnTo>
                <a:lnTo>
                  <a:pt x="2607" y="112"/>
                </a:lnTo>
                <a:lnTo>
                  <a:pt x="2593" y="98"/>
                </a:lnTo>
                <a:lnTo>
                  <a:pt x="2574" y="86"/>
                </a:lnTo>
                <a:lnTo>
                  <a:pt x="2557" y="74"/>
                </a:lnTo>
                <a:lnTo>
                  <a:pt x="2538" y="65"/>
                </a:lnTo>
                <a:lnTo>
                  <a:pt x="2516" y="57"/>
                </a:lnTo>
                <a:lnTo>
                  <a:pt x="2494" y="53"/>
                </a:lnTo>
                <a:lnTo>
                  <a:pt x="2473" y="48"/>
                </a:lnTo>
                <a:lnTo>
                  <a:pt x="2451" y="48"/>
                </a:lnTo>
                <a:lnTo>
                  <a:pt x="2451" y="48"/>
                </a:lnTo>
                <a:lnTo>
                  <a:pt x="2427" y="48"/>
                </a:lnTo>
                <a:lnTo>
                  <a:pt x="2405" y="53"/>
                </a:lnTo>
                <a:lnTo>
                  <a:pt x="2384" y="57"/>
                </a:lnTo>
                <a:lnTo>
                  <a:pt x="2362" y="65"/>
                </a:lnTo>
                <a:lnTo>
                  <a:pt x="2343" y="74"/>
                </a:lnTo>
                <a:lnTo>
                  <a:pt x="2326" y="86"/>
                </a:lnTo>
                <a:lnTo>
                  <a:pt x="2309" y="98"/>
                </a:lnTo>
                <a:lnTo>
                  <a:pt x="2292" y="112"/>
                </a:lnTo>
                <a:lnTo>
                  <a:pt x="2278" y="129"/>
                </a:lnTo>
                <a:lnTo>
                  <a:pt x="2266" y="146"/>
                </a:lnTo>
                <a:lnTo>
                  <a:pt x="2254" y="165"/>
                </a:lnTo>
                <a:lnTo>
                  <a:pt x="2244" y="184"/>
                </a:lnTo>
                <a:lnTo>
                  <a:pt x="2237" y="206"/>
                </a:lnTo>
                <a:lnTo>
                  <a:pt x="2230" y="227"/>
                </a:lnTo>
                <a:lnTo>
                  <a:pt x="2228" y="249"/>
                </a:lnTo>
                <a:lnTo>
                  <a:pt x="2228" y="270"/>
                </a:lnTo>
                <a:lnTo>
                  <a:pt x="2228" y="270"/>
                </a:lnTo>
                <a:lnTo>
                  <a:pt x="2228" y="289"/>
                </a:lnTo>
                <a:lnTo>
                  <a:pt x="2230" y="308"/>
                </a:lnTo>
                <a:lnTo>
                  <a:pt x="2235" y="327"/>
                </a:lnTo>
                <a:lnTo>
                  <a:pt x="2240" y="347"/>
                </a:lnTo>
                <a:lnTo>
                  <a:pt x="2247" y="363"/>
                </a:lnTo>
                <a:lnTo>
                  <a:pt x="2256" y="380"/>
                </a:lnTo>
                <a:lnTo>
                  <a:pt x="2266" y="397"/>
                </a:lnTo>
                <a:lnTo>
                  <a:pt x="2278" y="414"/>
                </a:lnTo>
                <a:lnTo>
                  <a:pt x="2242" y="449"/>
                </a:lnTo>
                <a:lnTo>
                  <a:pt x="2242" y="449"/>
                </a:lnTo>
                <a:lnTo>
                  <a:pt x="2228" y="430"/>
                </a:lnTo>
                <a:lnTo>
                  <a:pt x="2213" y="409"/>
                </a:lnTo>
                <a:lnTo>
                  <a:pt x="2204" y="390"/>
                </a:lnTo>
                <a:lnTo>
                  <a:pt x="2194" y="366"/>
                </a:lnTo>
                <a:lnTo>
                  <a:pt x="2184" y="344"/>
                </a:lnTo>
                <a:lnTo>
                  <a:pt x="2180" y="320"/>
                </a:lnTo>
                <a:lnTo>
                  <a:pt x="2177" y="296"/>
                </a:lnTo>
                <a:lnTo>
                  <a:pt x="2175" y="270"/>
                </a:lnTo>
                <a:lnTo>
                  <a:pt x="2175" y="270"/>
                </a:lnTo>
                <a:close/>
                <a:moveTo>
                  <a:pt x="1939" y="356"/>
                </a:moveTo>
                <a:lnTo>
                  <a:pt x="1939" y="186"/>
                </a:lnTo>
                <a:lnTo>
                  <a:pt x="1985" y="186"/>
                </a:lnTo>
                <a:lnTo>
                  <a:pt x="1985" y="318"/>
                </a:lnTo>
                <a:lnTo>
                  <a:pt x="2062" y="318"/>
                </a:lnTo>
                <a:lnTo>
                  <a:pt x="2062" y="356"/>
                </a:lnTo>
                <a:lnTo>
                  <a:pt x="1939" y="356"/>
                </a:lnTo>
                <a:close/>
                <a:moveTo>
                  <a:pt x="1781" y="356"/>
                </a:moveTo>
                <a:lnTo>
                  <a:pt x="1906" y="356"/>
                </a:lnTo>
                <a:lnTo>
                  <a:pt x="1906" y="318"/>
                </a:lnTo>
                <a:lnTo>
                  <a:pt x="1824" y="318"/>
                </a:lnTo>
                <a:lnTo>
                  <a:pt x="1824" y="289"/>
                </a:lnTo>
                <a:lnTo>
                  <a:pt x="1891" y="289"/>
                </a:lnTo>
                <a:lnTo>
                  <a:pt x="1891" y="253"/>
                </a:lnTo>
                <a:lnTo>
                  <a:pt x="1824" y="253"/>
                </a:lnTo>
                <a:lnTo>
                  <a:pt x="1824" y="225"/>
                </a:lnTo>
                <a:lnTo>
                  <a:pt x="1903" y="225"/>
                </a:lnTo>
                <a:lnTo>
                  <a:pt x="1903" y="186"/>
                </a:lnTo>
                <a:lnTo>
                  <a:pt x="1781" y="186"/>
                </a:lnTo>
                <a:lnTo>
                  <a:pt x="1781" y="356"/>
                </a:lnTo>
                <a:close/>
                <a:moveTo>
                  <a:pt x="1586" y="273"/>
                </a:moveTo>
                <a:lnTo>
                  <a:pt x="1586" y="273"/>
                </a:lnTo>
                <a:lnTo>
                  <a:pt x="1588" y="253"/>
                </a:lnTo>
                <a:lnTo>
                  <a:pt x="1593" y="237"/>
                </a:lnTo>
                <a:lnTo>
                  <a:pt x="1600" y="220"/>
                </a:lnTo>
                <a:lnTo>
                  <a:pt x="1610" y="208"/>
                </a:lnTo>
                <a:lnTo>
                  <a:pt x="1622" y="196"/>
                </a:lnTo>
                <a:lnTo>
                  <a:pt x="1636" y="189"/>
                </a:lnTo>
                <a:lnTo>
                  <a:pt x="1651" y="184"/>
                </a:lnTo>
                <a:lnTo>
                  <a:pt x="1670" y="182"/>
                </a:lnTo>
                <a:lnTo>
                  <a:pt x="1670" y="182"/>
                </a:lnTo>
                <a:lnTo>
                  <a:pt x="1685" y="184"/>
                </a:lnTo>
                <a:lnTo>
                  <a:pt x="1697" y="186"/>
                </a:lnTo>
                <a:lnTo>
                  <a:pt x="1709" y="191"/>
                </a:lnTo>
                <a:lnTo>
                  <a:pt x="1718" y="196"/>
                </a:lnTo>
                <a:lnTo>
                  <a:pt x="1728" y="206"/>
                </a:lnTo>
                <a:lnTo>
                  <a:pt x="1735" y="215"/>
                </a:lnTo>
                <a:lnTo>
                  <a:pt x="1742" y="227"/>
                </a:lnTo>
                <a:lnTo>
                  <a:pt x="1745" y="241"/>
                </a:lnTo>
                <a:lnTo>
                  <a:pt x="1699" y="241"/>
                </a:lnTo>
                <a:lnTo>
                  <a:pt x="1699" y="241"/>
                </a:lnTo>
                <a:lnTo>
                  <a:pt x="1694" y="229"/>
                </a:lnTo>
                <a:lnTo>
                  <a:pt x="1689" y="225"/>
                </a:lnTo>
                <a:lnTo>
                  <a:pt x="1680" y="220"/>
                </a:lnTo>
                <a:lnTo>
                  <a:pt x="1670" y="220"/>
                </a:lnTo>
                <a:lnTo>
                  <a:pt x="1670" y="220"/>
                </a:lnTo>
                <a:lnTo>
                  <a:pt x="1663" y="220"/>
                </a:lnTo>
                <a:lnTo>
                  <a:pt x="1653" y="225"/>
                </a:lnTo>
                <a:lnTo>
                  <a:pt x="1648" y="229"/>
                </a:lnTo>
                <a:lnTo>
                  <a:pt x="1641" y="234"/>
                </a:lnTo>
                <a:lnTo>
                  <a:pt x="1639" y="241"/>
                </a:lnTo>
                <a:lnTo>
                  <a:pt x="1634" y="251"/>
                </a:lnTo>
                <a:lnTo>
                  <a:pt x="1632" y="273"/>
                </a:lnTo>
                <a:lnTo>
                  <a:pt x="1632" y="273"/>
                </a:lnTo>
                <a:lnTo>
                  <a:pt x="1634" y="294"/>
                </a:lnTo>
                <a:lnTo>
                  <a:pt x="1639" y="301"/>
                </a:lnTo>
                <a:lnTo>
                  <a:pt x="1644" y="311"/>
                </a:lnTo>
                <a:lnTo>
                  <a:pt x="1648" y="316"/>
                </a:lnTo>
                <a:lnTo>
                  <a:pt x="1656" y="320"/>
                </a:lnTo>
                <a:lnTo>
                  <a:pt x="1663" y="325"/>
                </a:lnTo>
                <a:lnTo>
                  <a:pt x="1672" y="325"/>
                </a:lnTo>
                <a:lnTo>
                  <a:pt x="1672" y="325"/>
                </a:lnTo>
                <a:lnTo>
                  <a:pt x="1689" y="323"/>
                </a:lnTo>
                <a:lnTo>
                  <a:pt x="1701" y="318"/>
                </a:lnTo>
                <a:lnTo>
                  <a:pt x="1701" y="294"/>
                </a:lnTo>
                <a:lnTo>
                  <a:pt x="1672" y="294"/>
                </a:lnTo>
                <a:lnTo>
                  <a:pt x="1672" y="263"/>
                </a:lnTo>
                <a:lnTo>
                  <a:pt x="1745" y="263"/>
                </a:lnTo>
                <a:lnTo>
                  <a:pt x="1745" y="337"/>
                </a:lnTo>
                <a:lnTo>
                  <a:pt x="1745" y="337"/>
                </a:lnTo>
                <a:lnTo>
                  <a:pt x="1728" y="349"/>
                </a:lnTo>
                <a:lnTo>
                  <a:pt x="1711" y="356"/>
                </a:lnTo>
                <a:lnTo>
                  <a:pt x="1692" y="361"/>
                </a:lnTo>
                <a:lnTo>
                  <a:pt x="1677" y="363"/>
                </a:lnTo>
                <a:lnTo>
                  <a:pt x="1677" y="363"/>
                </a:lnTo>
                <a:lnTo>
                  <a:pt x="1656" y="361"/>
                </a:lnTo>
                <a:lnTo>
                  <a:pt x="1639" y="356"/>
                </a:lnTo>
                <a:lnTo>
                  <a:pt x="1622" y="349"/>
                </a:lnTo>
                <a:lnTo>
                  <a:pt x="1610" y="339"/>
                </a:lnTo>
                <a:lnTo>
                  <a:pt x="1600" y="325"/>
                </a:lnTo>
                <a:lnTo>
                  <a:pt x="1593" y="311"/>
                </a:lnTo>
                <a:lnTo>
                  <a:pt x="1588" y="292"/>
                </a:lnTo>
                <a:lnTo>
                  <a:pt x="1586" y="273"/>
                </a:lnTo>
                <a:lnTo>
                  <a:pt x="1586" y="273"/>
                </a:lnTo>
                <a:close/>
                <a:moveTo>
                  <a:pt x="1468" y="296"/>
                </a:moveTo>
                <a:lnTo>
                  <a:pt x="1490" y="232"/>
                </a:lnTo>
                <a:lnTo>
                  <a:pt x="1511" y="296"/>
                </a:lnTo>
                <a:lnTo>
                  <a:pt x="1468" y="296"/>
                </a:lnTo>
                <a:close/>
                <a:moveTo>
                  <a:pt x="1401" y="356"/>
                </a:moveTo>
                <a:lnTo>
                  <a:pt x="1449" y="356"/>
                </a:lnTo>
                <a:lnTo>
                  <a:pt x="1456" y="330"/>
                </a:lnTo>
                <a:lnTo>
                  <a:pt x="1524" y="330"/>
                </a:lnTo>
                <a:lnTo>
                  <a:pt x="1533" y="356"/>
                </a:lnTo>
                <a:lnTo>
                  <a:pt x="1579" y="356"/>
                </a:lnTo>
                <a:lnTo>
                  <a:pt x="1514" y="186"/>
                </a:lnTo>
                <a:lnTo>
                  <a:pt x="1466" y="186"/>
                </a:lnTo>
                <a:lnTo>
                  <a:pt x="1401" y="356"/>
                </a:lnTo>
                <a:close/>
                <a:moveTo>
                  <a:pt x="1233" y="356"/>
                </a:moveTo>
                <a:lnTo>
                  <a:pt x="1274" y="356"/>
                </a:lnTo>
                <a:lnTo>
                  <a:pt x="1274" y="256"/>
                </a:lnTo>
                <a:lnTo>
                  <a:pt x="1334" y="356"/>
                </a:lnTo>
                <a:lnTo>
                  <a:pt x="1382" y="356"/>
                </a:lnTo>
                <a:lnTo>
                  <a:pt x="1382" y="186"/>
                </a:lnTo>
                <a:lnTo>
                  <a:pt x="1338" y="186"/>
                </a:lnTo>
                <a:lnTo>
                  <a:pt x="1338" y="287"/>
                </a:lnTo>
                <a:lnTo>
                  <a:pt x="1278" y="186"/>
                </a:lnTo>
                <a:lnTo>
                  <a:pt x="1233" y="186"/>
                </a:lnTo>
                <a:lnTo>
                  <a:pt x="1233" y="356"/>
                </a:lnTo>
                <a:close/>
                <a:moveTo>
                  <a:pt x="1040" y="289"/>
                </a:moveTo>
                <a:lnTo>
                  <a:pt x="1040" y="268"/>
                </a:lnTo>
                <a:lnTo>
                  <a:pt x="1108" y="268"/>
                </a:lnTo>
                <a:lnTo>
                  <a:pt x="1108" y="198"/>
                </a:lnTo>
                <a:lnTo>
                  <a:pt x="1134" y="198"/>
                </a:lnTo>
                <a:lnTo>
                  <a:pt x="1134" y="268"/>
                </a:lnTo>
                <a:lnTo>
                  <a:pt x="1201" y="268"/>
                </a:lnTo>
                <a:lnTo>
                  <a:pt x="1201" y="289"/>
                </a:lnTo>
                <a:lnTo>
                  <a:pt x="1134" y="289"/>
                </a:lnTo>
                <a:lnTo>
                  <a:pt x="1134" y="356"/>
                </a:lnTo>
                <a:lnTo>
                  <a:pt x="1108" y="356"/>
                </a:lnTo>
                <a:lnTo>
                  <a:pt x="1108" y="289"/>
                </a:lnTo>
                <a:lnTo>
                  <a:pt x="1040" y="289"/>
                </a:lnTo>
                <a:close/>
                <a:moveTo>
                  <a:pt x="894" y="356"/>
                </a:moveTo>
                <a:lnTo>
                  <a:pt x="1021" y="356"/>
                </a:lnTo>
                <a:lnTo>
                  <a:pt x="1021" y="318"/>
                </a:lnTo>
                <a:lnTo>
                  <a:pt x="937" y="318"/>
                </a:lnTo>
                <a:lnTo>
                  <a:pt x="937" y="289"/>
                </a:lnTo>
                <a:lnTo>
                  <a:pt x="1007" y="289"/>
                </a:lnTo>
                <a:lnTo>
                  <a:pt x="1007" y="253"/>
                </a:lnTo>
                <a:lnTo>
                  <a:pt x="937" y="253"/>
                </a:lnTo>
                <a:lnTo>
                  <a:pt x="937" y="225"/>
                </a:lnTo>
                <a:lnTo>
                  <a:pt x="1016" y="225"/>
                </a:lnTo>
                <a:lnTo>
                  <a:pt x="1016" y="186"/>
                </a:lnTo>
                <a:lnTo>
                  <a:pt x="894" y="186"/>
                </a:lnTo>
                <a:lnTo>
                  <a:pt x="894" y="356"/>
                </a:lnTo>
                <a:close/>
                <a:moveTo>
                  <a:pt x="704" y="356"/>
                </a:moveTo>
                <a:lnTo>
                  <a:pt x="747" y="356"/>
                </a:lnTo>
                <a:lnTo>
                  <a:pt x="747" y="256"/>
                </a:lnTo>
                <a:lnTo>
                  <a:pt x="807" y="356"/>
                </a:lnTo>
                <a:lnTo>
                  <a:pt x="853" y="356"/>
                </a:lnTo>
                <a:lnTo>
                  <a:pt x="853" y="186"/>
                </a:lnTo>
                <a:lnTo>
                  <a:pt x="812" y="186"/>
                </a:lnTo>
                <a:lnTo>
                  <a:pt x="812" y="287"/>
                </a:lnTo>
                <a:lnTo>
                  <a:pt x="750" y="186"/>
                </a:lnTo>
                <a:lnTo>
                  <a:pt x="704" y="186"/>
                </a:lnTo>
                <a:lnTo>
                  <a:pt x="704" y="356"/>
                </a:lnTo>
                <a:close/>
                <a:moveTo>
                  <a:pt x="514" y="356"/>
                </a:moveTo>
                <a:lnTo>
                  <a:pt x="560" y="356"/>
                </a:lnTo>
                <a:lnTo>
                  <a:pt x="560" y="292"/>
                </a:lnTo>
                <a:lnTo>
                  <a:pt x="620" y="292"/>
                </a:lnTo>
                <a:lnTo>
                  <a:pt x="620" y="356"/>
                </a:lnTo>
                <a:lnTo>
                  <a:pt x="666" y="356"/>
                </a:lnTo>
                <a:lnTo>
                  <a:pt x="666" y="186"/>
                </a:lnTo>
                <a:lnTo>
                  <a:pt x="620" y="186"/>
                </a:lnTo>
                <a:lnTo>
                  <a:pt x="620" y="251"/>
                </a:lnTo>
                <a:lnTo>
                  <a:pt x="560" y="251"/>
                </a:lnTo>
                <a:lnTo>
                  <a:pt x="560" y="186"/>
                </a:lnTo>
                <a:lnTo>
                  <a:pt x="514" y="186"/>
                </a:lnTo>
                <a:lnTo>
                  <a:pt x="514" y="356"/>
                </a:lnTo>
                <a:close/>
                <a:moveTo>
                  <a:pt x="353" y="356"/>
                </a:moveTo>
                <a:lnTo>
                  <a:pt x="481" y="356"/>
                </a:lnTo>
                <a:lnTo>
                  <a:pt x="481" y="318"/>
                </a:lnTo>
                <a:lnTo>
                  <a:pt x="396" y="318"/>
                </a:lnTo>
                <a:lnTo>
                  <a:pt x="396" y="289"/>
                </a:lnTo>
                <a:lnTo>
                  <a:pt x="466" y="289"/>
                </a:lnTo>
                <a:lnTo>
                  <a:pt x="466" y="253"/>
                </a:lnTo>
                <a:lnTo>
                  <a:pt x="396" y="253"/>
                </a:lnTo>
                <a:lnTo>
                  <a:pt x="396" y="225"/>
                </a:lnTo>
                <a:lnTo>
                  <a:pt x="476" y="225"/>
                </a:lnTo>
                <a:lnTo>
                  <a:pt x="476" y="186"/>
                </a:lnTo>
                <a:lnTo>
                  <a:pt x="353" y="186"/>
                </a:lnTo>
                <a:lnTo>
                  <a:pt x="353" y="356"/>
                </a:lnTo>
                <a:close/>
                <a:moveTo>
                  <a:pt x="168" y="287"/>
                </a:moveTo>
                <a:lnTo>
                  <a:pt x="168" y="287"/>
                </a:lnTo>
                <a:lnTo>
                  <a:pt x="168" y="306"/>
                </a:lnTo>
                <a:lnTo>
                  <a:pt x="173" y="323"/>
                </a:lnTo>
                <a:lnTo>
                  <a:pt x="180" y="335"/>
                </a:lnTo>
                <a:lnTo>
                  <a:pt x="190" y="344"/>
                </a:lnTo>
                <a:lnTo>
                  <a:pt x="202" y="354"/>
                </a:lnTo>
                <a:lnTo>
                  <a:pt x="214" y="359"/>
                </a:lnTo>
                <a:lnTo>
                  <a:pt x="226" y="361"/>
                </a:lnTo>
                <a:lnTo>
                  <a:pt x="243" y="363"/>
                </a:lnTo>
                <a:lnTo>
                  <a:pt x="243" y="363"/>
                </a:lnTo>
                <a:lnTo>
                  <a:pt x="257" y="361"/>
                </a:lnTo>
                <a:lnTo>
                  <a:pt x="269" y="359"/>
                </a:lnTo>
                <a:lnTo>
                  <a:pt x="284" y="354"/>
                </a:lnTo>
                <a:lnTo>
                  <a:pt x="293" y="344"/>
                </a:lnTo>
                <a:lnTo>
                  <a:pt x="303" y="335"/>
                </a:lnTo>
                <a:lnTo>
                  <a:pt x="310" y="323"/>
                </a:lnTo>
                <a:lnTo>
                  <a:pt x="315" y="306"/>
                </a:lnTo>
                <a:lnTo>
                  <a:pt x="315" y="287"/>
                </a:lnTo>
                <a:lnTo>
                  <a:pt x="315" y="186"/>
                </a:lnTo>
                <a:lnTo>
                  <a:pt x="269" y="186"/>
                </a:lnTo>
                <a:lnTo>
                  <a:pt x="269" y="294"/>
                </a:lnTo>
                <a:lnTo>
                  <a:pt x="269" y="294"/>
                </a:lnTo>
                <a:lnTo>
                  <a:pt x="267" y="306"/>
                </a:lnTo>
                <a:lnTo>
                  <a:pt x="262" y="316"/>
                </a:lnTo>
                <a:lnTo>
                  <a:pt x="255" y="323"/>
                </a:lnTo>
                <a:lnTo>
                  <a:pt x="243" y="323"/>
                </a:lnTo>
                <a:lnTo>
                  <a:pt x="243" y="323"/>
                </a:lnTo>
                <a:lnTo>
                  <a:pt x="228" y="323"/>
                </a:lnTo>
                <a:lnTo>
                  <a:pt x="221" y="316"/>
                </a:lnTo>
                <a:lnTo>
                  <a:pt x="214" y="306"/>
                </a:lnTo>
                <a:lnTo>
                  <a:pt x="214" y="294"/>
                </a:lnTo>
                <a:lnTo>
                  <a:pt x="214" y="186"/>
                </a:lnTo>
                <a:lnTo>
                  <a:pt x="168" y="186"/>
                </a:lnTo>
                <a:lnTo>
                  <a:pt x="168" y="287"/>
                </a:lnTo>
                <a:close/>
                <a:moveTo>
                  <a:pt x="0" y="356"/>
                </a:moveTo>
                <a:lnTo>
                  <a:pt x="46" y="356"/>
                </a:lnTo>
                <a:lnTo>
                  <a:pt x="46" y="308"/>
                </a:lnTo>
                <a:lnTo>
                  <a:pt x="60" y="289"/>
                </a:lnTo>
                <a:lnTo>
                  <a:pt x="99" y="356"/>
                </a:lnTo>
                <a:lnTo>
                  <a:pt x="151" y="356"/>
                </a:lnTo>
                <a:lnTo>
                  <a:pt x="91" y="256"/>
                </a:lnTo>
                <a:lnTo>
                  <a:pt x="144" y="186"/>
                </a:lnTo>
                <a:lnTo>
                  <a:pt x="91" y="186"/>
                </a:lnTo>
                <a:lnTo>
                  <a:pt x="46" y="249"/>
                </a:lnTo>
                <a:lnTo>
                  <a:pt x="46" y="186"/>
                </a:lnTo>
                <a:lnTo>
                  <a:pt x="0" y="186"/>
                </a:lnTo>
                <a:lnTo>
                  <a:pt x="0" y="3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F52375E-B56B-469F-8222-E43636937DC3}"/>
              </a:ext>
            </a:extLst>
          </p:cNvPr>
          <p:cNvSpPr txBox="1">
            <a:spLocks/>
          </p:cNvSpPr>
          <p:nvPr/>
        </p:nvSpPr>
        <p:spPr>
          <a:xfrm>
            <a:off x="1006078" y="3145959"/>
            <a:ext cx="3234929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100">
                <a:solidFill>
                  <a:schemeClr val="bg1"/>
                </a:solidFill>
              </a:rPr>
              <a:t>Inspire. Empower. Deliver.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5FCCFC4-361D-2EB8-3ABB-F2B4E8ACB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0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_textbox_grey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9" y="1989139"/>
            <a:ext cx="6237683" cy="431958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83055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_textbox_blu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9" y="1989139"/>
            <a:ext cx="6237683" cy="431958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42277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_text_blu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8E0F5F1-9B78-46D2-81E0-42E029BD49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0021B80-04F5-34CE-EA62-87E55A0F2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149" y="2828925"/>
            <a:ext cx="6237000" cy="3479801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Enter key message here 36pt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5230E5F-16D8-59E6-19CA-D4D0651B8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9" y="2471430"/>
            <a:ext cx="6237000" cy="357495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73674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text_boxes_Blue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B4B0F3B-DF17-EA00-AE5B-64F1BBB3E859}"/>
              </a:ext>
            </a:extLst>
          </p:cNvPr>
          <p:cNvSpPr/>
          <p:nvPr/>
        </p:nvSpPr>
        <p:spPr>
          <a:xfrm>
            <a:off x="4678205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 dirty="0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B38E1229-973B-4EB2-90BA-D159A3AEE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4846785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Box title 2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1" hasCustomPrompt="1"/>
          </p:nvPr>
        </p:nvSpPr>
        <p:spPr>
          <a:xfrm>
            <a:off x="4846785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Enter bullet points in this text box</a:t>
            </a:r>
          </a:p>
          <a:p>
            <a:pPr lvl="0"/>
            <a:r>
              <a:rPr lang="en-GB" noProof="0" dirty="0"/>
              <a:t>Up to a maximum of 8 lines (paragraph breaks count as 1 line)</a:t>
            </a:r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8EAA30-B9FE-C9D8-5BC9-E674943AAB19}"/>
              </a:ext>
            </a:extLst>
          </p:cNvPr>
          <p:cNvSpPr/>
          <p:nvPr/>
        </p:nvSpPr>
        <p:spPr>
          <a:xfrm>
            <a:off x="413147" y="1989138"/>
            <a:ext cx="4050000" cy="4309200"/>
          </a:xfrm>
          <a:custGeom>
            <a:avLst/>
            <a:gdLst>
              <a:gd name="connsiteX0" fmla="*/ 0 w 6095999"/>
              <a:gd name="connsiteY0" fmla="*/ 0 h 4309200"/>
              <a:gd name="connsiteX1" fmla="*/ 1502758 w 6095999"/>
              <a:gd name="connsiteY1" fmla="*/ 0 h 4309200"/>
              <a:gd name="connsiteX2" fmla="*/ 1502758 w 6095999"/>
              <a:gd name="connsiteY2" fmla="*/ 897 h 4309200"/>
              <a:gd name="connsiteX3" fmla="*/ 5844653 w 6095999"/>
              <a:gd name="connsiteY3" fmla="*/ 897 h 4309200"/>
              <a:gd name="connsiteX4" fmla="*/ 5844663 w 6095999"/>
              <a:gd name="connsiteY4" fmla="*/ 898 h 4309200"/>
              <a:gd name="connsiteX5" fmla="*/ 6095999 w 6095999"/>
              <a:gd name="connsiteY5" fmla="*/ 898 h 4309200"/>
              <a:gd name="connsiteX6" fmla="*/ 6095999 w 6095999"/>
              <a:gd name="connsiteY6" fmla="*/ 252243 h 4309200"/>
              <a:gd name="connsiteX7" fmla="*/ 6095999 w 6095999"/>
              <a:gd name="connsiteY7" fmla="*/ 1010376 h 4309200"/>
              <a:gd name="connsiteX8" fmla="*/ 6095999 w 6095999"/>
              <a:gd name="connsiteY8" fmla="*/ 4057854 h 4309200"/>
              <a:gd name="connsiteX9" fmla="*/ 5844653 w 6095999"/>
              <a:gd name="connsiteY9" fmla="*/ 4309200 h 4309200"/>
              <a:gd name="connsiteX10" fmla="*/ 1502758 w 6095999"/>
              <a:gd name="connsiteY10" fmla="*/ 4309200 h 4309200"/>
              <a:gd name="connsiteX11" fmla="*/ 251346 w 6095999"/>
              <a:gd name="connsiteY11" fmla="*/ 4309200 h 4309200"/>
              <a:gd name="connsiteX12" fmla="*/ 0 w 6095999"/>
              <a:gd name="connsiteY12" fmla="*/ 4309200 h 4309200"/>
              <a:gd name="connsiteX13" fmla="*/ 0 w 6095999"/>
              <a:gd name="connsiteY13" fmla="*/ 4057854 h 4309200"/>
              <a:gd name="connsiteX14" fmla="*/ 0 w 6095999"/>
              <a:gd name="connsiteY14" fmla="*/ 1010376 h 4309200"/>
              <a:gd name="connsiteX15" fmla="*/ 0 w 6095999"/>
              <a:gd name="connsiteY15" fmla="*/ 252243 h 4309200"/>
              <a:gd name="connsiteX16" fmla="*/ 0 w 6095999"/>
              <a:gd name="connsiteY16" fmla="*/ 898 h 430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9" h="4309200">
                <a:moveTo>
                  <a:pt x="0" y="0"/>
                </a:moveTo>
                <a:lnTo>
                  <a:pt x="1502758" y="0"/>
                </a:lnTo>
                <a:lnTo>
                  <a:pt x="1502758" y="897"/>
                </a:lnTo>
                <a:lnTo>
                  <a:pt x="5844653" y="897"/>
                </a:lnTo>
                <a:lnTo>
                  <a:pt x="5844663" y="898"/>
                </a:lnTo>
                <a:lnTo>
                  <a:pt x="6095999" y="898"/>
                </a:lnTo>
                <a:lnTo>
                  <a:pt x="6095999" y="252243"/>
                </a:lnTo>
                <a:lnTo>
                  <a:pt x="6095999" y="1010376"/>
                </a:lnTo>
                <a:lnTo>
                  <a:pt x="6095999" y="4057854"/>
                </a:lnTo>
                <a:cubicBezTo>
                  <a:pt x="6095999" y="4196669"/>
                  <a:pt x="5983468" y="4309200"/>
                  <a:pt x="5844653" y="4309200"/>
                </a:cubicBezTo>
                <a:lnTo>
                  <a:pt x="1502758" y="4309200"/>
                </a:lnTo>
                <a:lnTo>
                  <a:pt x="251346" y="4309200"/>
                </a:lnTo>
                <a:lnTo>
                  <a:pt x="0" y="4309200"/>
                </a:lnTo>
                <a:lnTo>
                  <a:pt x="0" y="4057854"/>
                </a:lnTo>
                <a:lnTo>
                  <a:pt x="0" y="1010376"/>
                </a:lnTo>
                <a:lnTo>
                  <a:pt x="0" y="252243"/>
                </a:lnTo>
                <a:lnTo>
                  <a:pt x="0" y="8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GB" sz="1800" noProof="0" dirty="0"/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7A1870F-A861-2A83-97EF-21EF8E494B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1727" y="2000417"/>
            <a:ext cx="3013504" cy="720000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Box title 2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1EE68061-DFD0-BF21-E46E-BB1DA779D8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1727" y="2894426"/>
            <a:ext cx="3699000" cy="3132000"/>
          </a:xfrm>
        </p:spPr>
        <p:txBody>
          <a:bodyPr lIns="0" tIns="0" rIns="0" bIns="0">
            <a:noAutofit/>
          </a:bodyPr>
          <a:lstStyle>
            <a:lvl1pPr marL="214313" indent="-214313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Wingdings" panose="05000000000000000000" pitchFamily="2" charset="2"/>
              <a:buChar char="§"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Enter bullet points in this text box</a:t>
            </a:r>
          </a:p>
          <a:p>
            <a:pPr lvl="0"/>
            <a:r>
              <a:rPr lang="en-GB" noProof="0" dirty="0"/>
              <a:t>Up to a maximum of 8 lines (paragraph breaks count as 1 line)</a:t>
            </a:r>
          </a:p>
        </p:txBody>
      </p:sp>
    </p:spTree>
    <p:extLst>
      <p:ext uri="{BB962C8B-B14F-4D97-AF65-F5344CB8AC3E}">
        <p14:creationId xmlns:p14="http://schemas.microsoft.com/office/powerpoint/2010/main" val="137682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number_sections+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65772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895645" y="293494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413149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727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895646" y="3526001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13147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365772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6895645" y="4841163"/>
            <a:ext cx="1836000" cy="576000"/>
          </a:xfrm>
          <a:prstGeom prst="rect">
            <a:avLst/>
          </a:prstGeom>
        </p:spPr>
        <p:txBody>
          <a:bodyPr lIns="0" t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700" b="1" i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noProof="0" dirty="0"/>
              <a:t>#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413149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657725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6895646" y="5441103"/>
            <a:ext cx="1836000" cy="864000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baseline="0">
                <a:solidFill>
                  <a:schemeClr val="tx2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text for this section up to a maximum of 3 lines</a:t>
            </a:r>
          </a:p>
        </p:txBody>
      </p:sp>
      <p:sp>
        <p:nvSpPr>
          <p:cNvPr id="22" name="Titel 4">
            <a:extLst>
              <a:ext uri="{FF2B5EF4-FFF2-40B4-BE49-F238E27FC236}">
                <a16:creationId xmlns:a16="http://schemas.microsoft.com/office/drawing/2014/main" id="{93A2A3F3-A34D-436A-ADCB-FC5097B93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070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B1655-FCF2-9806-5810-C0F1357CC6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" t="-117" b="144"/>
          <a:stretch/>
        </p:blipFill>
        <p:spPr>
          <a:xfrm>
            <a:off x="-3085" y="-638827"/>
            <a:ext cx="9144900" cy="7496828"/>
          </a:xfrm>
          <a:prstGeom prst="rect">
            <a:avLst/>
          </a:prstGeom>
        </p:spPr>
      </p:pic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E2ED254-4A93-07A5-A4C4-FD0EF256F1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407569" y="1464741"/>
            <a:ext cx="2382378" cy="4274322"/>
          </a:xfr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600000"/>
            </a:camera>
            <a:lightRig rig="threePt" dir="t"/>
          </a:scene3d>
        </p:spPr>
        <p:txBody>
          <a:bodyPr bIns="1080000" anchor="ctr"/>
          <a:lstStyle>
            <a:lvl1pPr algn="ctr">
              <a:defRPr/>
            </a:lvl1pPr>
          </a:lstStyle>
          <a:p>
            <a:r>
              <a:rPr lang="en-GB" dirty="0"/>
              <a:t>Tablet mock-up: Click icon to insert image </a:t>
            </a:r>
          </a:p>
        </p:txBody>
      </p:sp>
    </p:spTree>
    <p:extLst>
      <p:ext uri="{BB962C8B-B14F-4D97-AF65-F5344CB8AC3E}">
        <p14:creationId xmlns:p14="http://schemas.microsoft.com/office/powerpoint/2010/main" val="82152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027FA2-DB4F-DE81-66B6-70B7321A74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2354"/>
            <a:ext cx="9144001" cy="6855646"/>
          </a:xfrm>
          <a:prstGeom prst="rect">
            <a:avLst/>
          </a:prstGeom>
        </p:spPr>
      </p:pic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E2ED254-4A93-07A5-A4C4-FD0EF256F1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13598" y="2034404"/>
            <a:ext cx="1188000" cy="2808000"/>
          </a:xfr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600000"/>
            </a:camera>
            <a:lightRig rig="threePt" dir="t"/>
          </a:scene3d>
        </p:spPr>
        <p:txBody>
          <a:bodyPr bIns="1296000" anchor="ctr"/>
          <a:lstStyle>
            <a:lvl1pPr algn="ctr">
              <a:defRPr sz="1050"/>
            </a:lvl1pPr>
          </a:lstStyle>
          <a:p>
            <a:r>
              <a:rPr lang="en-GB" dirty="0"/>
              <a:t>Phone mock-up: 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12454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40CF9-26FB-CDAE-592F-9512A01D0C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/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074FEFC-59FA-48A0-F4BE-BAE931E78BF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146326" y="949332"/>
            <a:ext cx="1787400" cy="5105966"/>
          </a:xfrm>
          <a:custGeom>
            <a:avLst/>
            <a:gdLst>
              <a:gd name="connsiteX0" fmla="*/ 229617 w 2376000"/>
              <a:gd name="connsiteY0" fmla="*/ 0 h 5125217"/>
              <a:gd name="connsiteX1" fmla="*/ 2146383 w 2376000"/>
              <a:gd name="connsiteY1" fmla="*/ 0 h 5125217"/>
              <a:gd name="connsiteX2" fmla="*/ 2376000 w 2376000"/>
              <a:gd name="connsiteY2" fmla="*/ 229617 h 5125217"/>
              <a:gd name="connsiteX3" fmla="*/ 2376000 w 2376000"/>
              <a:gd name="connsiteY3" fmla="*/ 4895600 h 5125217"/>
              <a:gd name="connsiteX4" fmla="*/ 2146383 w 2376000"/>
              <a:gd name="connsiteY4" fmla="*/ 5125217 h 5125217"/>
              <a:gd name="connsiteX5" fmla="*/ 229617 w 2376000"/>
              <a:gd name="connsiteY5" fmla="*/ 5125217 h 5125217"/>
              <a:gd name="connsiteX6" fmla="*/ 0 w 2376000"/>
              <a:gd name="connsiteY6" fmla="*/ 4895600 h 5125217"/>
              <a:gd name="connsiteX7" fmla="*/ 0 w 2376000"/>
              <a:gd name="connsiteY7" fmla="*/ 229617 h 5125217"/>
              <a:gd name="connsiteX8" fmla="*/ 229617 w 2376000"/>
              <a:gd name="connsiteY8" fmla="*/ 0 h 51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6000" h="5125217">
                <a:moveTo>
                  <a:pt x="229617" y="0"/>
                </a:moveTo>
                <a:lnTo>
                  <a:pt x="2146383" y="0"/>
                </a:lnTo>
                <a:cubicBezTo>
                  <a:pt x="2273197" y="0"/>
                  <a:pt x="2376000" y="102803"/>
                  <a:pt x="2376000" y="229617"/>
                </a:cubicBezTo>
                <a:lnTo>
                  <a:pt x="2376000" y="4895600"/>
                </a:lnTo>
                <a:cubicBezTo>
                  <a:pt x="2376000" y="5022414"/>
                  <a:pt x="2273197" y="5125217"/>
                  <a:pt x="2146383" y="5125217"/>
                </a:cubicBezTo>
                <a:lnTo>
                  <a:pt x="229617" y="5125217"/>
                </a:lnTo>
                <a:cubicBezTo>
                  <a:pt x="102803" y="5125217"/>
                  <a:pt x="0" y="5022414"/>
                  <a:pt x="0" y="4895600"/>
                </a:cubicBezTo>
                <a:lnTo>
                  <a:pt x="0" y="229617"/>
                </a:lnTo>
                <a:cubicBezTo>
                  <a:pt x="0" y="102803"/>
                  <a:pt x="102803" y="0"/>
                  <a:pt x="229617" y="0"/>
                </a:cubicBezTo>
                <a:close/>
              </a:path>
            </a:pathLst>
          </a:custGeo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bIns="136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Phone mock-up: Click icon to insert image </a:t>
            </a:r>
          </a:p>
        </p:txBody>
      </p:sp>
    </p:spTree>
    <p:extLst>
      <p:ext uri="{BB962C8B-B14F-4D97-AF65-F5344CB8AC3E}">
        <p14:creationId xmlns:p14="http://schemas.microsoft.com/office/powerpoint/2010/main" val="376417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+mockup-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EBA884A-C39D-5E95-AF2D-42630CB4A3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985146" y="1639758"/>
            <a:ext cx="3738641" cy="3600000"/>
          </a:xfrm>
        </p:spPr>
        <p:txBody>
          <a:bodyPr anchor="ctr"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  <a:lvl2pPr>
              <a:defRPr sz="2700"/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GB" noProof="0" dirty="0"/>
              <a:t>Enter message 36pt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EE5F9E8-7935-C16F-4CDC-539A7B0DDBE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98077" y="1828799"/>
            <a:ext cx="3699000" cy="2988000"/>
          </a:xfrm>
          <a:prstGeom prst="rect">
            <a:avLst/>
          </a:prstGeom>
          <a:solidFill>
            <a:schemeClr val="bg2"/>
          </a:solidFill>
          <a:effectLst>
            <a:innerShdw blurRad="215900">
              <a:prstClr val="black">
                <a:alpha val="67000"/>
              </a:prstClr>
            </a:innerShdw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Laptop mock-up: Click icon to insert image</a:t>
            </a:r>
          </a:p>
        </p:txBody>
      </p:sp>
      <p:sp>
        <p:nvSpPr>
          <p:cNvPr id="18" name="Kn Logo">
            <a:extLst>
              <a:ext uri="{FF2B5EF4-FFF2-40B4-BE49-F238E27FC236}">
                <a16:creationId xmlns:a16="http://schemas.microsoft.com/office/drawing/2014/main" id="{8164CA34-B34B-1685-A178-6FF0D8F5DA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018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+right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E734134-F671-B421-FE58-8B03F9BEE1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accent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38656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ext+right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B79C401-3280-497B-8C14-6DB4B9B6C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1C0B84F-BC34-B3B6-D028-1656E4B6CA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accent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399661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Msg_BlueBG+right_half_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9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48835D9B-F18E-92AF-7FB4-0F03A1374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D8901-204C-9C2F-661A-88077ED0BF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127805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Msg_BlueBG+right_half_imag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74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0629" y="0"/>
            <a:ext cx="4571100" cy="6858000"/>
          </a:xfrm>
          <a:prstGeom prst="rect">
            <a:avLst/>
          </a:prstGeom>
          <a:solidFill>
            <a:schemeClr val="accent6"/>
          </a:solidFill>
        </p:spPr>
        <p:txBody>
          <a:bodyPr tIns="2628000"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n Logo"/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el 4">
            <a:extLst>
              <a:ext uri="{FF2B5EF4-FFF2-40B4-BE49-F238E27FC236}">
                <a16:creationId xmlns:a16="http://schemas.microsoft.com/office/drawing/2014/main" id="{859770DA-1E90-989E-E7A8-726FCCC8B5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Click to enter slide title 24pt [do not stretch over logo]</a:t>
            </a:r>
            <a:br>
              <a:rPr lang="en-GB" noProof="0"/>
            </a:br>
            <a:endParaRPr lang="de-D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126F27E-4F7E-ED71-F4EA-81338359FE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3147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162207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Msg_BlueBG+Left_half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4566376" y="0"/>
            <a:ext cx="45711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202" y="0"/>
            <a:ext cx="4571100" cy="6858000"/>
          </a:xfrm>
          <a:prstGeom prst="rect">
            <a:avLst/>
          </a:prstGeom>
          <a:solidFill>
            <a:schemeClr val="bg2"/>
          </a:solidFill>
        </p:spPr>
        <p:txBody>
          <a:bodyPr tIns="2592000" anchor="t"/>
          <a:lstStyle>
            <a:lvl1pPr marL="0" indent="0" algn="ctr"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CA"/>
              <a:t>Click icon to add image</a:t>
            </a:r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7291388" y="558801"/>
            <a:ext cx="1431000" cy="379413"/>
          </a:xfrm>
          <a:custGeom>
            <a:avLst/>
            <a:gdLst>
              <a:gd name="T0" fmla="*/ 1075 w 1196"/>
              <a:gd name="T1" fmla="*/ 70 h 239"/>
              <a:gd name="T2" fmla="*/ 1084 w 1196"/>
              <a:gd name="T3" fmla="*/ 90 h 239"/>
              <a:gd name="T4" fmla="*/ 1063 w 1196"/>
              <a:gd name="T5" fmla="*/ 82 h 239"/>
              <a:gd name="T6" fmla="*/ 1034 w 1196"/>
              <a:gd name="T7" fmla="*/ 232 h 239"/>
              <a:gd name="T8" fmla="*/ 1097 w 1196"/>
              <a:gd name="T9" fmla="*/ 237 h 239"/>
              <a:gd name="T10" fmla="*/ 1137 w 1196"/>
              <a:gd name="T11" fmla="*/ 195 h 239"/>
              <a:gd name="T12" fmla="*/ 1106 w 1196"/>
              <a:gd name="T13" fmla="*/ 134 h 239"/>
              <a:gd name="T14" fmla="*/ 1101 w 1196"/>
              <a:gd name="T15" fmla="*/ 90 h 239"/>
              <a:gd name="T16" fmla="*/ 1095 w 1196"/>
              <a:gd name="T17" fmla="*/ 63 h 239"/>
              <a:gd name="T18" fmla="*/ 1064 w 1196"/>
              <a:gd name="T19" fmla="*/ 58 h 239"/>
              <a:gd name="T20" fmla="*/ 1047 w 1196"/>
              <a:gd name="T21" fmla="*/ 82 h 239"/>
              <a:gd name="T22" fmla="*/ 1044 w 1196"/>
              <a:gd name="T23" fmla="*/ 118 h 239"/>
              <a:gd name="T24" fmla="*/ 1024 w 1196"/>
              <a:gd name="T25" fmla="*/ 203 h 239"/>
              <a:gd name="T26" fmla="*/ 960 w 1196"/>
              <a:gd name="T27" fmla="*/ 84 h 239"/>
              <a:gd name="T28" fmla="*/ 1008 w 1196"/>
              <a:gd name="T29" fmla="*/ 21 h 239"/>
              <a:gd name="T30" fmla="*/ 1076 w 1196"/>
              <a:gd name="T31" fmla="*/ 0 h 239"/>
              <a:gd name="T32" fmla="*/ 1152 w 1196"/>
              <a:gd name="T33" fmla="*/ 27 h 239"/>
              <a:gd name="T34" fmla="*/ 1194 w 1196"/>
              <a:gd name="T35" fmla="*/ 94 h 239"/>
              <a:gd name="T36" fmla="*/ 1188 w 1196"/>
              <a:gd name="T37" fmla="*/ 160 h 239"/>
              <a:gd name="T38" fmla="*/ 1156 w 1196"/>
              <a:gd name="T39" fmla="*/ 174 h 239"/>
              <a:gd name="T40" fmla="*/ 1174 w 1196"/>
              <a:gd name="T41" fmla="*/ 118 h 239"/>
              <a:gd name="T42" fmla="*/ 1157 w 1196"/>
              <a:gd name="T43" fmla="*/ 64 h 239"/>
              <a:gd name="T44" fmla="*/ 1104 w 1196"/>
              <a:gd name="T45" fmla="*/ 25 h 239"/>
              <a:gd name="T46" fmla="*/ 1046 w 1196"/>
              <a:gd name="T47" fmla="*/ 25 h 239"/>
              <a:gd name="T48" fmla="*/ 995 w 1196"/>
              <a:gd name="T49" fmla="*/ 64 h 239"/>
              <a:gd name="T50" fmla="*/ 978 w 1196"/>
              <a:gd name="T51" fmla="*/ 118 h 239"/>
              <a:gd name="T52" fmla="*/ 995 w 1196"/>
              <a:gd name="T53" fmla="*/ 174 h 239"/>
              <a:gd name="T54" fmla="*/ 963 w 1196"/>
              <a:gd name="T55" fmla="*/ 160 h 239"/>
              <a:gd name="T56" fmla="*/ 851 w 1196"/>
              <a:gd name="T57" fmla="*/ 82 h 239"/>
              <a:gd name="T58" fmla="*/ 836 w 1196"/>
              <a:gd name="T59" fmla="*/ 156 h 239"/>
              <a:gd name="T60" fmla="*/ 800 w 1196"/>
              <a:gd name="T61" fmla="*/ 99 h 239"/>
              <a:gd name="T62" fmla="*/ 697 w 1196"/>
              <a:gd name="T63" fmla="*/ 111 h 239"/>
              <a:gd name="T64" fmla="*/ 733 w 1196"/>
              <a:gd name="T65" fmla="*/ 80 h 239"/>
              <a:gd name="T66" fmla="*/ 761 w 1196"/>
              <a:gd name="T67" fmla="*/ 94 h 239"/>
              <a:gd name="T68" fmla="*/ 737 w 1196"/>
              <a:gd name="T69" fmla="*/ 96 h 239"/>
              <a:gd name="T70" fmla="*/ 719 w 1196"/>
              <a:gd name="T71" fmla="*/ 106 h 239"/>
              <a:gd name="T72" fmla="*/ 724 w 1196"/>
              <a:gd name="T73" fmla="*/ 138 h 239"/>
              <a:gd name="T74" fmla="*/ 747 w 1196"/>
              <a:gd name="T75" fmla="*/ 129 h 239"/>
              <a:gd name="T76" fmla="*/ 751 w 1196"/>
              <a:gd name="T77" fmla="*/ 156 h 239"/>
              <a:gd name="T78" fmla="*/ 707 w 1196"/>
              <a:gd name="T79" fmla="*/ 149 h 239"/>
              <a:gd name="T80" fmla="*/ 654 w 1196"/>
              <a:gd name="T81" fmla="*/ 102 h 239"/>
              <a:gd name="T82" fmla="*/ 673 w 1196"/>
              <a:gd name="T83" fmla="*/ 156 h 239"/>
              <a:gd name="T84" fmla="*/ 559 w 1196"/>
              <a:gd name="T85" fmla="*/ 112 h 239"/>
              <a:gd name="T86" fmla="*/ 541 w 1196"/>
              <a:gd name="T87" fmla="*/ 82 h 239"/>
              <a:gd name="T88" fmla="*/ 498 w 1196"/>
              <a:gd name="T89" fmla="*/ 117 h 239"/>
              <a:gd name="T90" fmla="*/ 457 w 1196"/>
              <a:gd name="T91" fmla="*/ 127 h 239"/>
              <a:gd name="T92" fmla="*/ 442 w 1196"/>
              <a:gd name="T93" fmla="*/ 111 h 239"/>
              <a:gd name="T94" fmla="*/ 309 w 1196"/>
              <a:gd name="T95" fmla="*/ 156 h 239"/>
              <a:gd name="T96" fmla="*/ 356 w 1196"/>
              <a:gd name="T97" fmla="*/ 126 h 239"/>
              <a:gd name="T98" fmla="*/ 272 w 1196"/>
              <a:gd name="T99" fmla="*/ 128 h 239"/>
              <a:gd name="T100" fmla="*/ 246 w 1196"/>
              <a:gd name="T101" fmla="*/ 82 h 239"/>
              <a:gd name="T102" fmla="*/ 174 w 1196"/>
              <a:gd name="T103" fmla="*/ 127 h 239"/>
              <a:gd name="T104" fmla="*/ 155 w 1196"/>
              <a:gd name="T105" fmla="*/ 82 h 239"/>
              <a:gd name="T106" fmla="*/ 83 w 1196"/>
              <a:gd name="T107" fmla="*/ 151 h 239"/>
              <a:gd name="T108" fmla="*/ 118 w 1196"/>
              <a:gd name="T109" fmla="*/ 157 h 239"/>
              <a:gd name="T110" fmla="*/ 138 w 1196"/>
              <a:gd name="T111" fmla="*/ 82 h 239"/>
              <a:gd name="T112" fmla="*/ 107 w 1196"/>
              <a:gd name="T113" fmla="*/ 142 h 239"/>
              <a:gd name="T114" fmla="*/ 74 w 1196"/>
              <a:gd name="T115" fmla="*/ 82 h 239"/>
              <a:gd name="T116" fmla="*/ 66 w 1196"/>
              <a:gd name="T117" fmla="*/ 156 h 239"/>
              <a:gd name="T118" fmla="*/ 0 w 1196"/>
              <a:gd name="T119" fmla="*/ 156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96" h="239">
                <a:moveTo>
                  <a:pt x="1063" y="82"/>
                </a:moveTo>
                <a:lnTo>
                  <a:pt x="1063" y="82"/>
                </a:lnTo>
                <a:lnTo>
                  <a:pt x="1064" y="78"/>
                </a:lnTo>
                <a:lnTo>
                  <a:pt x="1066" y="73"/>
                </a:lnTo>
                <a:lnTo>
                  <a:pt x="1070" y="71"/>
                </a:lnTo>
                <a:lnTo>
                  <a:pt x="1075" y="70"/>
                </a:lnTo>
                <a:lnTo>
                  <a:pt x="1075" y="70"/>
                </a:lnTo>
                <a:lnTo>
                  <a:pt x="1080" y="71"/>
                </a:lnTo>
                <a:lnTo>
                  <a:pt x="1084" y="73"/>
                </a:lnTo>
                <a:lnTo>
                  <a:pt x="1086" y="78"/>
                </a:lnTo>
                <a:lnTo>
                  <a:pt x="1087" y="82"/>
                </a:lnTo>
                <a:lnTo>
                  <a:pt x="1087" y="82"/>
                </a:lnTo>
                <a:lnTo>
                  <a:pt x="1086" y="87"/>
                </a:lnTo>
                <a:lnTo>
                  <a:pt x="1084" y="90"/>
                </a:lnTo>
                <a:lnTo>
                  <a:pt x="1080" y="93"/>
                </a:lnTo>
                <a:lnTo>
                  <a:pt x="1075" y="94"/>
                </a:lnTo>
                <a:lnTo>
                  <a:pt x="1075" y="94"/>
                </a:lnTo>
                <a:lnTo>
                  <a:pt x="1070" y="93"/>
                </a:lnTo>
                <a:lnTo>
                  <a:pt x="1066" y="90"/>
                </a:lnTo>
                <a:lnTo>
                  <a:pt x="1064" y="87"/>
                </a:lnTo>
                <a:lnTo>
                  <a:pt x="1063" y="82"/>
                </a:lnTo>
                <a:lnTo>
                  <a:pt x="1063" y="82"/>
                </a:lnTo>
                <a:close/>
                <a:moveTo>
                  <a:pt x="998" y="211"/>
                </a:moveTo>
                <a:lnTo>
                  <a:pt x="998" y="211"/>
                </a:lnTo>
                <a:lnTo>
                  <a:pt x="1006" y="217"/>
                </a:lnTo>
                <a:lnTo>
                  <a:pt x="1015" y="222"/>
                </a:lnTo>
                <a:lnTo>
                  <a:pt x="1024" y="227"/>
                </a:lnTo>
                <a:lnTo>
                  <a:pt x="1034" y="232"/>
                </a:lnTo>
                <a:lnTo>
                  <a:pt x="1044" y="235"/>
                </a:lnTo>
                <a:lnTo>
                  <a:pt x="1054" y="237"/>
                </a:lnTo>
                <a:lnTo>
                  <a:pt x="1064" y="238"/>
                </a:lnTo>
                <a:lnTo>
                  <a:pt x="1076" y="239"/>
                </a:lnTo>
                <a:lnTo>
                  <a:pt x="1076" y="239"/>
                </a:lnTo>
                <a:lnTo>
                  <a:pt x="1086" y="238"/>
                </a:lnTo>
                <a:lnTo>
                  <a:pt x="1097" y="237"/>
                </a:lnTo>
                <a:lnTo>
                  <a:pt x="1106" y="235"/>
                </a:lnTo>
                <a:lnTo>
                  <a:pt x="1117" y="232"/>
                </a:lnTo>
                <a:lnTo>
                  <a:pt x="1126" y="227"/>
                </a:lnTo>
                <a:lnTo>
                  <a:pt x="1136" y="222"/>
                </a:lnTo>
                <a:lnTo>
                  <a:pt x="1144" y="217"/>
                </a:lnTo>
                <a:lnTo>
                  <a:pt x="1153" y="211"/>
                </a:lnTo>
                <a:lnTo>
                  <a:pt x="1137" y="195"/>
                </a:lnTo>
                <a:lnTo>
                  <a:pt x="1137" y="195"/>
                </a:lnTo>
                <a:lnTo>
                  <a:pt x="1126" y="203"/>
                </a:lnTo>
                <a:lnTo>
                  <a:pt x="1114" y="211"/>
                </a:lnTo>
                <a:lnTo>
                  <a:pt x="1100" y="216"/>
                </a:lnTo>
                <a:lnTo>
                  <a:pt x="1086" y="218"/>
                </a:lnTo>
                <a:lnTo>
                  <a:pt x="1086" y="134"/>
                </a:lnTo>
                <a:lnTo>
                  <a:pt x="1106" y="134"/>
                </a:lnTo>
                <a:lnTo>
                  <a:pt x="1106" y="118"/>
                </a:lnTo>
                <a:lnTo>
                  <a:pt x="1086" y="118"/>
                </a:lnTo>
                <a:lnTo>
                  <a:pt x="1086" y="106"/>
                </a:lnTo>
                <a:lnTo>
                  <a:pt x="1086" y="106"/>
                </a:lnTo>
                <a:lnTo>
                  <a:pt x="1093" y="103"/>
                </a:lnTo>
                <a:lnTo>
                  <a:pt x="1098" y="97"/>
                </a:lnTo>
                <a:lnTo>
                  <a:pt x="1101" y="90"/>
                </a:lnTo>
                <a:lnTo>
                  <a:pt x="1102" y="86"/>
                </a:lnTo>
                <a:lnTo>
                  <a:pt x="1103" y="82"/>
                </a:lnTo>
                <a:lnTo>
                  <a:pt x="1103" y="82"/>
                </a:lnTo>
                <a:lnTo>
                  <a:pt x="1102" y="77"/>
                </a:lnTo>
                <a:lnTo>
                  <a:pt x="1101" y="71"/>
                </a:lnTo>
                <a:lnTo>
                  <a:pt x="1098" y="67"/>
                </a:lnTo>
                <a:lnTo>
                  <a:pt x="1095" y="63"/>
                </a:lnTo>
                <a:lnTo>
                  <a:pt x="1091" y="60"/>
                </a:lnTo>
                <a:lnTo>
                  <a:pt x="1086" y="58"/>
                </a:lnTo>
                <a:lnTo>
                  <a:pt x="1081" y="56"/>
                </a:lnTo>
                <a:lnTo>
                  <a:pt x="1076" y="56"/>
                </a:lnTo>
                <a:lnTo>
                  <a:pt x="1076" y="56"/>
                </a:lnTo>
                <a:lnTo>
                  <a:pt x="1069" y="56"/>
                </a:lnTo>
                <a:lnTo>
                  <a:pt x="1064" y="58"/>
                </a:lnTo>
                <a:lnTo>
                  <a:pt x="1060" y="60"/>
                </a:lnTo>
                <a:lnTo>
                  <a:pt x="1056" y="63"/>
                </a:lnTo>
                <a:lnTo>
                  <a:pt x="1053" y="67"/>
                </a:lnTo>
                <a:lnTo>
                  <a:pt x="1049" y="71"/>
                </a:lnTo>
                <a:lnTo>
                  <a:pt x="1048" y="77"/>
                </a:lnTo>
                <a:lnTo>
                  <a:pt x="1047" y="82"/>
                </a:lnTo>
                <a:lnTo>
                  <a:pt x="1047" y="82"/>
                </a:lnTo>
                <a:lnTo>
                  <a:pt x="1048" y="86"/>
                </a:lnTo>
                <a:lnTo>
                  <a:pt x="1049" y="90"/>
                </a:lnTo>
                <a:lnTo>
                  <a:pt x="1053" y="97"/>
                </a:lnTo>
                <a:lnTo>
                  <a:pt x="1058" y="103"/>
                </a:lnTo>
                <a:lnTo>
                  <a:pt x="1064" y="106"/>
                </a:lnTo>
                <a:lnTo>
                  <a:pt x="1064" y="118"/>
                </a:lnTo>
                <a:lnTo>
                  <a:pt x="1044" y="118"/>
                </a:lnTo>
                <a:lnTo>
                  <a:pt x="1044" y="134"/>
                </a:lnTo>
                <a:lnTo>
                  <a:pt x="1064" y="134"/>
                </a:lnTo>
                <a:lnTo>
                  <a:pt x="1064" y="218"/>
                </a:lnTo>
                <a:lnTo>
                  <a:pt x="1064" y="218"/>
                </a:lnTo>
                <a:lnTo>
                  <a:pt x="1050" y="216"/>
                </a:lnTo>
                <a:lnTo>
                  <a:pt x="1037" y="211"/>
                </a:lnTo>
                <a:lnTo>
                  <a:pt x="1024" y="203"/>
                </a:lnTo>
                <a:lnTo>
                  <a:pt x="1014" y="195"/>
                </a:lnTo>
                <a:lnTo>
                  <a:pt x="998" y="211"/>
                </a:lnTo>
                <a:close/>
                <a:moveTo>
                  <a:pt x="954" y="118"/>
                </a:moveTo>
                <a:lnTo>
                  <a:pt x="954" y="118"/>
                </a:lnTo>
                <a:lnTo>
                  <a:pt x="956" y="107"/>
                </a:lnTo>
                <a:lnTo>
                  <a:pt x="958" y="94"/>
                </a:lnTo>
                <a:lnTo>
                  <a:pt x="960" y="84"/>
                </a:lnTo>
                <a:lnTo>
                  <a:pt x="964" y="72"/>
                </a:lnTo>
                <a:lnTo>
                  <a:pt x="969" y="62"/>
                </a:lnTo>
                <a:lnTo>
                  <a:pt x="976" y="52"/>
                </a:lnTo>
                <a:lnTo>
                  <a:pt x="982" y="43"/>
                </a:lnTo>
                <a:lnTo>
                  <a:pt x="990" y="35"/>
                </a:lnTo>
                <a:lnTo>
                  <a:pt x="999" y="27"/>
                </a:lnTo>
                <a:lnTo>
                  <a:pt x="1008" y="21"/>
                </a:lnTo>
                <a:lnTo>
                  <a:pt x="1018" y="15"/>
                </a:lnTo>
                <a:lnTo>
                  <a:pt x="1028" y="9"/>
                </a:lnTo>
                <a:lnTo>
                  <a:pt x="1040" y="5"/>
                </a:lnTo>
                <a:lnTo>
                  <a:pt x="1052" y="3"/>
                </a:lnTo>
                <a:lnTo>
                  <a:pt x="1063" y="1"/>
                </a:lnTo>
                <a:lnTo>
                  <a:pt x="1076" y="0"/>
                </a:lnTo>
                <a:lnTo>
                  <a:pt x="1076" y="0"/>
                </a:lnTo>
                <a:lnTo>
                  <a:pt x="1087" y="1"/>
                </a:lnTo>
                <a:lnTo>
                  <a:pt x="1100" y="3"/>
                </a:lnTo>
                <a:lnTo>
                  <a:pt x="1111" y="5"/>
                </a:lnTo>
                <a:lnTo>
                  <a:pt x="1122" y="9"/>
                </a:lnTo>
                <a:lnTo>
                  <a:pt x="1133" y="15"/>
                </a:lnTo>
                <a:lnTo>
                  <a:pt x="1142" y="21"/>
                </a:lnTo>
                <a:lnTo>
                  <a:pt x="1152" y="27"/>
                </a:lnTo>
                <a:lnTo>
                  <a:pt x="1160" y="35"/>
                </a:lnTo>
                <a:lnTo>
                  <a:pt x="1169" y="43"/>
                </a:lnTo>
                <a:lnTo>
                  <a:pt x="1175" y="52"/>
                </a:lnTo>
                <a:lnTo>
                  <a:pt x="1181" y="62"/>
                </a:lnTo>
                <a:lnTo>
                  <a:pt x="1187" y="72"/>
                </a:lnTo>
                <a:lnTo>
                  <a:pt x="1191" y="84"/>
                </a:lnTo>
                <a:lnTo>
                  <a:pt x="1194" y="94"/>
                </a:lnTo>
                <a:lnTo>
                  <a:pt x="1195" y="107"/>
                </a:lnTo>
                <a:lnTo>
                  <a:pt x="1196" y="118"/>
                </a:lnTo>
                <a:lnTo>
                  <a:pt x="1196" y="118"/>
                </a:lnTo>
                <a:lnTo>
                  <a:pt x="1195" y="130"/>
                </a:lnTo>
                <a:lnTo>
                  <a:pt x="1194" y="140"/>
                </a:lnTo>
                <a:lnTo>
                  <a:pt x="1192" y="151"/>
                </a:lnTo>
                <a:lnTo>
                  <a:pt x="1188" y="160"/>
                </a:lnTo>
                <a:lnTo>
                  <a:pt x="1184" y="171"/>
                </a:lnTo>
                <a:lnTo>
                  <a:pt x="1179" y="179"/>
                </a:lnTo>
                <a:lnTo>
                  <a:pt x="1173" y="189"/>
                </a:lnTo>
                <a:lnTo>
                  <a:pt x="1166" y="197"/>
                </a:lnTo>
                <a:lnTo>
                  <a:pt x="1151" y="181"/>
                </a:lnTo>
                <a:lnTo>
                  <a:pt x="1151" y="181"/>
                </a:lnTo>
                <a:lnTo>
                  <a:pt x="1156" y="174"/>
                </a:lnTo>
                <a:lnTo>
                  <a:pt x="1160" y="167"/>
                </a:lnTo>
                <a:lnTo>
                  <a:pt x="1164" y="159"/>
                </a:lnTo>
                <a:lnTo>
                  <a:pt x="1168" y="152"/>
                </a:lnTo>
                <a:lnTo>
                  <a:pt x="1170" y="144"/>
                </a:lnTo>
                <a:lnTo>
                  <a:pt x="1172" y="135"/>
                </a:lnTo>
                <a:lnTo>
                  <a:pt x="1173" y="127"/>
                </a:lnTo>
                <a:lnTo>
                  <a:pt x="1174" y="118"/>
                </a:lnTo>
                <a:lnTo>
                  <a:pt x="1174" y="118"/>
                </a:lnTo>
                <a:lnTo>
                  <a:pt x="1173" y="109"/>
                </a:lnTo>
                <a:lnTo>
                  <a:pt x="1172" y="100"/>
                </a:lnTo>
                <a:lnTo>
                  <a:pt x="1169" y="90"/>
                </a:lnTo>
                <a:lnTo>
                  <a:pt x="1165" y="81"/>
                </a:lnTo>
                <a:lnTo>
                  <a:pt x="1161" y="72"/>
                </a:lnTo>
                <a:lnTo>
                  <a:pt x="1157" y="64"/>
                </a:lnTo>
                <a:lnTo>
                  <a:pt x="1151" y="57"/>
                </a:lnTo>
                <a:lnTo>
                  <a:pt x="1144" y="49"/>
                </a:lnTo>
                <a:lnTo>
                  <a:pt x="1138" y="43"/>
                </a:lnTo>
                <a:lnTo>
                  <a:pt x="1130" y="38"/>
                </a:lnTo>
                <a:lnTo>
                  <a:pt x="1122" y="32"/>
                </a:lnTo>
                <a:lnTo>
                  <a:pt x="1114" y="28"/>
                </a:lnTo>
                <a:lnTo>
                  <a:pt x="1104" y="25"/>
                </a:lnTo>
                <a:lnTo>
                  <a:pt x="1095" y="23"/>
                </a:lnTo>
                <a:lnTo>
                  <a:pt x="1085" y="21"/>
                </a:lnTo>
                <a:lnTo>
                  <a:pt x="1076" y="21"/>
                </a:lnTo>
                <a:lnTo>
                  <a:pt x="1076" y="21"/>
                </a:lnTo>
                <a:lnTo>
                  <a:pt x="1065" y="21"/>
                </a:lnTo>
                <a:lnTo>
                  <a:pt x="1056" y="23"/>
                </a:lnTo>
                <a:lnTo>
                  <a:pt x="1046" y="25"/>
                </a:lnTo>
                <a:lnTo>
                  <a:pt x="1037" y="28"/>
                </a:lnTo>
                <a:lnTo>
                  <a:pt x="1028" y="32"/>
                </a:lnTo>
                <a:lnTo>
                  <a:pt x="1021" y="38"/>
                </a:lnTo>
                <a:lnTo>
                  <a:pt x="1014" y="43"/>
                </a:lnTo>
                <a:lnTo>
                  <a:pt x="1006" y="49"/>
                </a:lnTo>
                <a:lnTo>
                  <a:pt x="1000" y="57"/>
                </a:lnTo>
                <a:lnTo>
                  <a:pt x="995" y="64"/>
                </a:lnTo>
                <a:lnTo>
                  <a:pt x="989" y="72"/>
                </a:lnTo>
                <a:lnTo>
                  <a:pt x="985" y="81"/>
                </a:lnTo>
                <a:lnTo>
                  <a:pt x="982" y="90"/>
                </a:lnTo>
                <a:lnTo>
                  <a:pt x="979" y="100"/>
                </a:lnTo>
                <a:lnTo>
                  <a:pt x="978" y="109"/>
                </a:lnTo>
                <a:lnTo>
                  <a:pt x="978" y="118"/>
                </a:lnTo>
                <a:lnTo>
                  <a:pt x="978" y="118"/>
                </a:lnTo>
                <a:lnTo>
                  <a:pt x="978" y="127"/>
                </a:lnTo>
                <a:lnTo>
                  <a:pt x="979" y="135"/>
                </a:lnTo>
                <a:lnTo>
                  <a:pt x="981" y="144"/>
                </a:lnTo>
                <a:lnTo>
                  <a:pt x="983" y="152"/>
                </a:lnTo>
                <a:lnTo>
                  <a:pt x="986" y="159"/>
                </a:lnTo>
                <a:lnTo>
                  <a:pt x="990" y="167"/>
                </a:lnTo>
                <a:lnTo>
                  <a:pt x="995" y="174"/>
                </a:lnTo>
                <a:lnTo>
                  <a:pt x="1000" y="181"/>
                </a:lnTo>
                <a:lnTo>
                  <a:pt x="984" y="197"/>
                </a:lnTo>
                <a:lnTo>
                  <a:pt x="984" y="197"/>
                </a:lnTo>
                <a:lnTo>
                  <a:pt x="978" y="189"/>
                </a:lnTo>
                <a:lnTo>
                  <a:pt x="971" y="179"/>
                </a:lnTo>
                <a:lnTo>
                  <a:pt x="967" y="171"/>
                </a:lnTo>
                <a:lnTo>
                  <a:pt x="963" y="160"/>
                </a:lnTo>
                <a:lnTo>
                  <a:pt x="959" y="151"/>
                </a:lnTo>
                <a:lnTo>
                  <a:pt x="957" y="140"/>
                </a:lnTo>
                <a:lnTo>
                  <a:pt x="956" y="130"/>
                </a:lnTo>
                <a:lnTo>
                  <a:pt x="954" y="118"/>
                </a:lnTo>
                <a:lnTo>
                  <a:pt x="954" y="118"/>
                </a:lnTo>
                <a:close/>
                <a:moveTo>
                  <a:pt x="851" y="156"/>
                </a:moveTo>
                <a:lnTo>
                  <a:pt x="851" y="82"/>
                </a:lnTo>
                <a:lnTo>
                  <a:pt x="871" y="82"/>
                </a:lnTo>
                <a:lnTo>
                  <a:pt x="871" y="139"/>
                </a:lnTo>
                <a:lnTo>
                  <a:pt x="905" y="139"/>
                </a:lnTo>
                <a:lnTo>
                  <a:pt x="905" y="156"/>
                </a:lnTo>
                <a:lnTo>
                  <a:pt x="851" y="156"/>
                </a:lnTo>
                <a:close/>
                <a:moveTo>
                  <a:pt x="782" y="156"/>
                </a:moveTo>
                <a:lnTo>
                  <a:pt x="836" y="156"/>
                </a:lnTo>
                <a:lnTo>
                  <a:pt x="836" y="139"/>
                </a:lnTo>
                <a:lnTo>
                  <a:pt x="800" y="139"/>
                </a:lnTo>
                <a:lnTo>
                  <a:pt x="800" y="127"/>
                </a:lnTo>
                <a:lnTo>
                  <a:pt x="830" y="127"/>
                </a:lnTo>
                <a:lnTo>
                  <a:pt x="830" y="111"/>
                </a:lnTo>
                <a:lnTo>
                  <a:pt x="800" y="111"/>
                </a:lnTo>
                <a:lnTo>
                  <a:pt x="800" y="99"/>
                </a:lnTo>
                <a:lnTo>
                  <a:pt x="835" y="99"/>
                </a:lnTo>
                <a:lnTo>
                  <a:pt x="835" y="82"/>
                </a:lnTo>
                <a:lnTo>
                  <a:pt x="782" y="82"/>
                </a:lnTo>
                <a:lnTo>
                  <a:pt x="782" y="156"/>
                </a:lnTo>
                <a:close/>
                <a:moveTo>
                  <a:pt x="696" y="120"/>
                </a:moveTo>
                <a:lnTo>
                  <a:pt x="696" y="120"/>
                </a:lnTo>
                <a:lnTo>
                  <a:pt x="697" y="111"/>
                </a:lnTo>
                <a:lnTo>
                  <a:pt x="699" y="104"/>
                </a:lnTo>
                <a:lnTo>
                  <a:pt x="702" y="96"/>
                </a:lnTo>
                <a:lnTo>
                  <a:pt x="707" y="91"/>
                </a:lnTo>
                <a:lnTo>
                  <a:pt x="712" y="86"/>
                </a:lnTo>
                <a:lnTo>
                  <a:pt x="718" y="83"/>
                </a:lnTo>
                <a:lnTo>
                  <a:pt x="725" y="81"/>
                </a:lnTo>
                <a:lnTo>
                  <a:pt x="733" y="80"/>
                </a:lnTo>
                <a:lnTo>
                  <a:pt x="733" y="80"/>
                </a:lnTo>
                <a:lnTo>
                  <a:pt x="739" y="81"/>
                </a:lnTo>
                <a:lnTo>
                  <a:pt x="745" y="82"/>
                </a:lnTo>
                <a:lnTo>
                  <a:pt x="750" y="84"/>
                </a:lnTo>
                <a:lnTo>
                  <a:pt x="754" y="86"/>
                </a:lnTo>
                <a:lnTo>
                  <a:pt x="758" y="90"/>
                </a:lnTo>
                <a:lnTo>
                  <a:pt x="761" y="94"/>
                </a:lnTo>
                <a:lnTo>
                  <a:pt x="765" y="100"/>
                </a:lnTo>
                <a:lnTo>
                  <a:pt x="766" y="106"/>
                </a:lnTo>
                <a:lnTo>
                  <a:pt x="746" y="106"/>
                </a:lnTo>
                <a:lnTo>
                  <a:pt x="746" y="106"/>
                </a:lnTo>
                <a:lnTo>
                  <a:pt x="744" y="101"/>
                </a:lnTo>
                <a:lnTo>
                  <a:pt x="741" y="99"/>
                </a:lnTo>
                <a:lnTo>
                  <a:pt x="737" y="96"/>
                </a:lnTo>
                <a:lnTo>
                  <a:pt x="733" y="96"/>
                </a:lnTo>
                <a:lnTo>
                  <a:pt x="733" y="96"/>
                </a:lnTo>
                <a:lnTo>
                  <a:pt x="730" y="96"/>
                </a:lnTo>
                <a:lnTo>
                  <a:pt x="726" y="99"/>
                </a:lnTo>
                <a:lnTo>
                  <a:pt x="724" y="101"/>
                </a:lnTo>
                <a:lnTo>
                  <a:pt x="720" y="103"/>
                </a:lnTo>
                <a:lnTo>
                  <a:pt x="719" y="106"/>
                </a:lnTo>
                <a:lnTo>
                  <a:pt x="717" y="110"/>
                </a:lnTo>
                <a:lnTo>
                  <a:pt x="716" y="120"/>
                </a:lnTo>
                <a:lnTo>
                  <a:pt x="716" y="120"/>
                </a:lnTo>
                <a:lnTo>
                  <a:pt x="717" y="129"/>
                </a:lnTo>
                <a:lnTo>
                  <a:pt x="719" y="132"/>
                </a:lnTo>
                <a:lnTo>
                  <a:pt x="721" y="136"/>
                </a:lnTo>
                <a:lnTo>
                  <a:pt x="724" y="138"/>
                </a:lnTo>
                <a:lnTo>
                  <a:pt x="727" y="140"/>
                </a:lnTo>
                <a:lnTo>
                  <a:pt x="730" y="143"/>
                </a:lnTo>
                <a:lnTo>
                  <a:pt x="734" y="143"/>
                </a:lnTo>
                <a:lnTo>
                  <a:pt x="734" y="143"/>
                </a:lnTo>
                <a:lnTo>
                  <a:pt x="741" y="142"/>
                </a:lnTo>
                <a:lnTo>
                  <a:pt x="747" y="139"/>
                </a:lnTo>
                <a:lnTo>
                  <a:pt x="747" y="129"/>
                </a:lnTo>
                <a:lnTo>
                  <a:pt x="734" y="129"/>
                </a:lnTo>
                <a:lnTo>
                  <a:pt x="734" y="115"/>
                </a:lnTo>
                <a:lnTo>
                  <a:pt x="766" y="115"/>
                </a:lnTo>
                <a:lnTo>
                  <a:pt x="766" y="148"/>
                </a:lnTo>
                <a:lnTo>
                  <a:pt x="766" y="148"/>
                </a:lnTo>
                <a:lnTo>
                  <a:pt x="758" y="153"/>
                </a:lnTo>
                <a:lnTo>
                  <a:pt x="751" y="156"/>
                </a:lnTo>
                <a:lnTo>
                  <a:pt x="742" y="158"/>
                </a:lnTo>
                <a:lnTo>
                  <a:pt x="736" y="159"/>
                </a:lnTo>
                <a:lnTo>
                  <a:pt x="736" y="159"/>
                </a:lnTo>
                <a:lnTo>
                  <a:pt x="727" y="158"/>
                </a:lnTo>
                <a:lnTo>
                  <a:pt x="719" y="156"/>
                </a:lnTo>
                <a:lnTo>
                  <a:pt x="712" y="153"/>
                </a:lnTo>
                <a:lnTo>
                  <a:pt x="707" y="149"/>
                </a:lnTo>
                <a:lnTo>
                  <a:pt x="702" y="143"/>
                </a:lnTo>
                <a:lnTo>
                  <a:pt x="699" y="136"/>
                </a:lnTo>
                <a:lnTo>
                  <a:pt x="697" y="128"/>
                </a:lnTo>
                <a:lnTo>
                  <a:pt x="696" y="120"/>
                </a:lnTo>
                <a:lnTo>
                  <a:pt x="696" y="120"/>
                </a:lnTo>
                <a:close/>
                <a:moveTo>
                  <a:pt x="644" y="130"/>
                </a:moveTo>
                <a:lnTo>
                  <a:pt x="654" y="102"/>
                </a:lnTo>
                <a:lnTo>
                  <a:pt x="663" y="130"/>
                </a:lnTo>
                <a:lnTo>
                  <a:pt x="644" y="130"/>
                </a:lnTo>
                <a:close/>
                <a:moveTo>
                  <a:pt x="615" y="156"/>
                </a:moveTo>
                <a:lnTo>
                  <a:pt x="636" y="156"/>
                </a:lnTo>
                <a:lnTo>
                  <a:pt x="639" y="145"/>
                </a:lnTo>
                <a:lnTo>
                  <a:pt x="669" y="145"/>
                </a:lnTo>
                <a:lnTo>
                  <a:pt x="673" y="156"/>
                </a:lnTo>
                <a:lnTo>
                  <a:pt x="693" y="156"/>
                </a:lnTo>
                <a:lnTo>
                  <a:pt x="664" y="82"/>
                </a:lnTo>
                <a:lnTo>
                  <a:pt x="643" y="82"/>
                </a:lnTo>
                <a:lnTo>
                  <a:pt x="615" y="156"/>
                </a:lnTo>
                <a:close/>
                <a:moveTo>
                  <a:pt x="541" y="156"/>
                </a:moveTo>
                <a:lnTo>
                  <a:pt x="559" y="156"/>
                </a:lnTo>
                <a:lnTo>
                  <a:pt x="559" y="112"/>
                </a:lnTo>
                <a:lnTo>
                  <a:pt x="585" y="156"/>
                </a:lnTo>
                <a:lnTo>
                  <a:pt x="606" y="156"/>
                </a:lnTo>
                <a:lnTo>
                  <a:pt x="606" y="82"/>
                </a:lnTo>
                <a:lnTo>
                  <a:pt x="587" y="82"/>
                </a:lnTo>
                <a:lnTo>
                  <a:pt x="587" y="126"/>
                </a:lnTo>
                <a:lnTo>
                  <a:pt x="561" y="82"/>
                </a:lnTo>
                <a:lnTo>
                  <a:pt x="541" y="82"/>
                </a:lnTo>
                <a:lnTo>
                  <a:pt x="541" y="156"/>
                </a:lnTo>
                <a:close/>
                <a:moveTo>
                  <a:pt x="457" y="127"/>
                </a:moveTo>
                <a:lnTo>
                  <a:pt x="457" y="117"/>
                </a:lnTo>
                <a:lnTo>
                  <a:pt x="486" y="117"/>
                </a:lnTo>
                <a:lnTo>
                  <a:pt x="486" y="87"/>
                </a:lnTo>
                <a:lnTo>
                  <a:pt x="498" y="87"/>
                </a:lnTo>
                <a:lnTo>
                  <a:pt x="498" y="117"/>
                </a:lnTo>
                <a:lnTo>
                  <a:pt x="527" y="117"/>
                </a:lnTo>
                <a:lnTo>
                  <a:pt x="527" y="127"/>
                </a:lnTo>
                <a:lnTo>
                  <a:pt x="498" y="127"/>
                </a:lnTo>
                <a:lnTo>
                  <a:pt x="498" y="156"/>
                </a:lnTo>
                <a:lnTo>
                  <a:pt x="486" y="156"/>
                </a:lnTo>
                <a:lnTo>
                  <a:pt x="486" y="127"/>
                </a:lnTo>
                <a:lnTo>
                  <a:pt x="457" y="127"/>
                </a:lnTo>
                <a:close/>
                <a:moveTo>
                  <a:pt x="392" y="156"/>
                </a:moveTo>
                <a:lnTo>
                  <a:pt x="448" y="156"/>
                </a:lnTo>
                <a:lnTo>
                  <a:pt x="448" y="139"/>
                </a:lnTo>
                <a:lnTo>
                  <a:pt x="411" y="139"/>
                </a:lnTo>
                <a:lnTo>
                  <a:pt x="411" y="127"/>
                </a:lnTo>
                <a:lnTo>
                  <a:pt x="442" y="127"/>
                </a:lnTo>
                <a:lnTo>
                  <a:pt x="442" y="111"/>
                </a:lnTo>
                <a:lnTo>
                  <a:pt x="411" y="111"/>
                </a:lnTo>
                <a:lnTo>
                  <a:pt x="411" y="99"/>
                </a:lnTo>
                <a:lnTo>
                  <a:pt x="446" y="99"/>
                </a:lnTo>
                <a:lnTo>
                  <a:pt x="446" y="82"/>
                </a:lnTo>
                <a:lnTo>
                  <a:pt x="392" y="82"/>
                </a:lnTo>
                <a:lnTo>
                  <a:pt x="392" y="156"/>
                </a:lnTo>
                <a:close/>
                <a:moveTo>
                  <a:pt x="309" y="156"/>
                </a:moveTo>
                <a:lnTo>
                  <a:pt x="328" y="156"/>
                </a:lnTo>
                <a:lnTo>
                  <a:pt x="328" y="112"/>
                </a:lnTo>
                <a:lnTo>
                  <a:pt x="354" y="156"/>
                </a:lnTo>
                <a:lnTo>
                  <a:pt x="374" y="156"/>
                </a:lnTo>
                <a:lnTo>
                  <a:pt x="374" y="82"/>
                </a:lnTo>
                <a:lnTo>
                  <a:pt x="356" y="82"/>
                </a:lnTo>
                <a:lnTo>
                  <a:pt x="356" y="126"/>
                </a:lnTo>
                <a:lnTo>
                  <a:pt x="329" y="82"/>
                </a:lnTo>
                <a:lnTo>
                  <a:pt x="309" y="82"/>
                </a:lnTo>
                <a:lnTo>
                  <a:pt x="309" y="156"/>
                </a:lnTo>
                <a:close/>
                <a:moveTo>
                  <a:pt x="226" y="156"/>
                </a:moveTo>
                <a:lnTo>
                  <a:pt x="246" y="156"/>
                </a:lnTo>
                <a:lnTo>
                  <a:pt x="246" y="128"/>
                </a:lnTo>
                <a:lnTo>
                  <a:pt x="272" y="128"/>
                </a:lnTo>
                <a:lnTo>
                  <a:pt x="272" y="156"/>
                </a:lnTo>
                <a:lnTo>
                  <a:pt x="292" y="156"/>
                </a:lnTo>
                <a:lnTo>
                  <a:pt x="292" y="82"/>
                </a:lnTo>
                <a:lnTo>
                  <a:pt x="272" y="82"/>
                </a:lnTo>
                <a:lnTo>
                  <a:pt x="272" y="110"/>
                </a:lnTo>
                <a:lnTo>
                  <a:pt x="246" y="110"/>
                </a:lnTo>
                <a:lnTo>
                  <a:pt x="246" y="82"/>
                </a:lnTo>
                <a:lnTo>
                  <a:pt x="226" y="82"/>
                </a:lnTo>
                <a:lnTo>
                  <a:pt x="226" y="156"/>
                </a:lnTo>
                <a:close/>
                <a:moveTo>
                  <a:pt x="155" y="156"/>
                </a:moveTo>
                <a:lnTo>
                  <a:pt x="211" y="156"/>
                </a:lnTo>
                <a:lnTo>
                  <a:pt x="211" y="139"/>
                </a:lnTo>
                <a:lnTo>
                  <a:pt x="174" y="139"/>
                </a:lnTo>
                <a:lnTo>
                  <a:pt x="174" y="127"/>
                </a:lnTo>
                <a:lnTo>
                  <a:pt x="205" y="127"/>
                </a:lnTo>
                <a:lnTo>
                  <a:pt x="205" y="111"/>
                </a:lnTo>
                <a:lnTo>
                  <a:pt x="174" y="111"/>
                </a:lnTo>
                <a:lnTo>
                  <a:pt x="174" y="99"/>
                </a:lnTo>
                <a:lnTo>
                  <a:pt x="209" y="99"/>
                </a:lnTo>
                <a:lnTo>
                  <a:pt x="209" y="82"/>
                </a:lnTo>
                <a:lnTo>
                  <a:pt x="155" y="82"/>
                </a:lnTo>
                <a:lnTo>
                  <a:pt x="155" y="156"/>
                </a:lnTo>
                <a:close/>
                <a:moveTo>
                  <a:pt x="74" y="126"/>
                </a:moveTo>
                <a:lnTo>
                  <a:pt x="74" y="126"/>
                </a:lnTo>
                <a:lnTo>
                  <a:pt x="74" y="134"/>
                </a:lnTo>
                <a:lnTo>
                  <a:pt x="76" y="142"/>
                </a:lnTo>
                <a:lnTo>
                  <a:pt x="79" y="147"/>
                </a:lnTo>
                <a:lnTo>
                  <a:pt x="83" y="151"/>
                </a:lnTo>
                <a:lnTo>
                  <a:pt x="89" y="155"/>
                </a:lnTo>
                <a:lnTo>
                  <a:pt x="94" y="157"/>
                </a:lnTo>
                <a:lnTo>
                  <a:pt x="99" y="158"/>
                </a:lnTo>
                <a:lnTo>
                  <a:pt x="107" y="159"/>
                </a:lnTo>
                <a:lnTo>
                  <a:pt x="107" y="159"/>
                </a:lnTo>
                <a:lnTo>
                  <a:pt x="113" y="158"/>
                </a:lnTo>
                <a:lnTo>
                  <a:pt x="118" y="157"/>
                </a:lnTo>
                <a:lnTo>
                  <a:pt x="124" y="155"/>
                </a:lnTo>
                <a:lnTo>
                  <a:pt x="129" y="151"/>
                </a:lnTo>
                <a:lnTo>
                  <a:pt x="133" y="147"/>
                </a:lnTo>
                <a:lnTo>
                  <a:pt x="136" y="142"/>
                </a:lnTo>
                <a:lnTo>
                  <a:pt x="138" y="134"/>
                </a:lnTo>
                <a:lnTo>
                  <a:pt x="138" y="126"/>
                </a:lnTo>
                <a:lnTo>
                  <a:pt x="138" y="82"/>
                </a:lnTo>
                <a:lnTo>
                  <a:pt x="118" y="82"/>
                </a:lnTo>
                <a:lnTo>
                  <a:pt x="118" y="129"/>
                </a:lnTo>
                <a:lnTo>
                  <a:pt x="118" y="129"/>
                </a:lnTo>
                <a:lnTo>
                  <a:pt x="117" y="134"/>
                </a:lnTo>
                <a:lnTo>
                  <a:pt x="115" y="138"/>
                </a:lnTo>
                <a:lnTo>
                  <a:pt x="112" y="142"/>
                </a:lnTo>
                <a:lnTo>
                  <a:pt x="107" y="142"/>
                </a:lnTo>
                <a:lnTo>
                  <a:pt x="107" y="142"/>
                </a:lnTo>
                <a:lnTo>
                  <a:pt x="100" y="142"/>
                </a:lnTo>
                <a:lnTo>
                  <a:pt x="97" y="138"/>
                </a:lnTo>
                <a:lnTo>
                  <a:pt x="94" y="134"/>
                </a:lnTo>
                <a:lnTo>
                  <a:pt x="94" y="129"/>
                </a:lnTo>
                <a:lnTo>
                  <a:pt x="94" y="82"/>
                </a:lnTo>
                <a:lnTo>
                  <a:pt x="74" y="82"/>
                </a:lnTo>
                <a:lnTo>
                  <a:pt x="74" y="126"/>
                </a:lnTo>
                <a:close/>
                <a:moveTo>
                  <a:pt x="0" y="156"/>
                </a:moveTo>
                <a:lnTo>
                  <a:pt x="20" y="156"/>
                </a:lnTo>
                <a:lnTo>
                  <a:pt x="20" y="135"/>
                </a:lnTo>
                <a:lnTo>
                  <a:pt x="26" y="127"/>
                </a:lnTo>
                <a:lnTo>
                  <a:pt x="43" y="156"/>
                </a:lnTo>
                <a:lnTo>
                  <a:pt x="66" y="156"/>
                </a:lnTo>
                <a:lnTo>
                  <a:pt x="40" y="112"/>
                </a:lnTo>
                <a:lnTo>
                  <a:pt x="63" y="82"/>
                </a:lnTo>
                <a:lnTo>
                  <a:pt x="40" y="82"/>
                </a:lnTo>
                <a:lnTo>
                  <a:pt x="20" y="109"/>
                </a:lnTo>
                <a:lnTo>
                  <a:pt x="20" y="82"/>
                </a:lnTo>
                <a:lnTo>
                  <a:pt x="0" y="82"/>
                </a:lnTo>
                <a:lnTo>
                  <a:pt x="0" y="1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E41C0E8-021A-E267-EBEC-E86B8C3BED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92291" y="1989139"/>
            <a:ext cx="3739500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chemeClr val="bg1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180036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0D81D-549E-9ADE-7A21-A9632BEB3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/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124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A6815-1002-E68A-59AE-9F98AB459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/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772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9F4EC-0789-38F9-E5DF-1C4FE1B1F3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796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0E734C-0605-B40F-2E85-1C649BF1965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4C78D-7F80-7E7E-3E52-D2A754D994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7" y="550779"/>
            <a:ext cx="3739500" cy="8641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GB" dirty="0"/>
              <a:t>Click to enter slide title 24pt [do not stretch over logo]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456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ft_text_righ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3148" y="1989139"/>
            <a:ext cx="2080022" cy="4321174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350" b="0" baseline="0">
                <a:solidFill>
                  <a:srgbClr val="000000"/>
                </a:solidFill>
              </a:defRPr>
            </a:lvl1pPr>
            <a:lvl2pPr marL="342892" indent="0">
              <a:buNone/>
              <a:defRPr sz="1350"/>
            </a:lvl2pPr>
            <a:lvl3pPr marL="685783" indent="0">
              <a:buNone/>
              <a:defRPr sz="1350"/>
            </a:lvl3pPr>
            <a:lvl4pPr marL="1028675" indent="0">
              <a:buNone/>
              <a:defRPr sz="1350"/>
            </a:lvl4pPr>
            <a:lvl5pPr marL="1371566" indent="0">
              <a:buNone/>
              <a:defRPr sz="1350"/>
            </a:lvl5pPr>
          </a:lstStyle>
          <a:p>
            <a:pPr lvl="0"/>
            <a:r>
              <a:rPr lang="en-GB" noProof="0" dirty="0"/>
              <a:t>Enter body text 18pt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B0BEF629-C30A-40FD-B660-5C8163547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2078179" cy="1438360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029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oadmap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283CF59E-7F02-4284-AFA3-D857CB3F8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5F9C6-6079-745F-3C6E-8D75C03B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91" y="2477646"/>
            <a:ext cx="2577515" cy="3436687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622A5E-9B94-FC73-DE33-547F771637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2912" y="2866847"/>
            <a:ext cx="4157420" cy="3479801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Enter key message here 36pt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D270F5-410F-15B2-89AC-418A5074B2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2912" y="2477647"/>
            <a:ext cx="4157420" cy="357495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Roadmap 2026 </a:t>
            </a:r>
          </a:p>
        </p:txBody>
      </p:sp>
    </p:spTree>
    <p:extLst>
      <p:ext uri="{BB962C8B-B14F-4D97-AF65-F5344CB8AC3E}">
        <p14:creationId xmlns:p14="http://schemas.microsoft.com/office/powerpoint/2010/main" val="183372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oadmap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A197D1-4191-AC42-8644-257C7E71036F}"/>
              </a:ext>
            </a:extLst>
          </p:cNvPr>
          <p:cNvSpPr/>
          <p:nvPr/>
        </p:nvSpPr>
        <p:spPr>
          <a:xfrm>
            <a:off x="0" y="1630863"/>
            <a:ext cx="9144000" cy="522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D8E0F5F1-9B78-46D2-81E0-42E029BD49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0A0D97-6EDA-DD16-78A6-75F27D010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654" y="2096593"/>
            <a:ext cx="4992354" cy="441679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195B347-63FE-4BAE-CBDA-FCC4414E6A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093" y="2866847"/>
            <a:ext cx="3743562" cy="3479801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27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Enter key message here 36pt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F8329F-3077-F004-08DF-179A70E3B1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093" y="2477647"/>
            <a:ext cx="3743562" cy="357495"/>
          </a:xfrm>
        </p:spPr>
        <p:txBody>
          <a:bodyPr>
            <a:noAutofit/>
          </a:bodyPr>
          <a:lstStyle>
            <a:lvl1pPr>
              <a:spcAft>
                <a:spcPts val="900"/>
              </a:spcAft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 dirty="0"/>
              <a:t>Roadmap 2026 </a:t>
            </a:r>
          </a:p>
        </p:txBody>
      </p:sp>
    </p:spTree>
    <p:extLst>
      <p:ext uri="{BB962C8B-B14F-4D97-AF65-F5344CB8AC3E}">
        <p14:creationId xmlns:p14="http://schemas.microsoft.com/office/powerpoint/2010/main" val="83068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_study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2FED01-E700-20D2-2170-BD5D0FEBB6C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370" y="1989140"/>
            <a:ext cx="4573800" cy="4319587"/>
          </a:xfrm>
          <a:custGeom>
            <a:avLst/>
            <a:gdLst>
              <a:gd name="connsiteX0" fmla="*/ 291313 w 6098400"/>
              <a:gd name="connsiteY0" fmla="*/ 0 h 4319587"/>
              <a:gd name="connsiteX1" fmla="*/ 5807087 w 6098400"/>
              <a:gd name="connsiteY1" fmla="*/ 0 h 4319587"/>
              <a:gd name="connsiteX2" fmla="*/ 5807099 w 6098400"/>
              <a:gd name="connsiteY2" fmla="*/ 1 h 4319587"/>
              <a:gd name="connsiteX3" fmla="*/ 6098400 w 6098400"/>
              <a:gd name="connsiteY3" fmla="*/ 1 h 4319587"/>
              <a:gd name="connsiteX4" fmla="*/ 6098400 w 6098400"/>
              <a:gd name="connsiteY4" fmla="*/ 291313 h 4319587"/>
              <a:gd name="connsiteX5" fmla="*/ 6098400 w 6098400"/>
              <a:gd name="connsiteY5" fmla="*/ 1050423 h 4319587"/>
              <a:gd name="connsiteX6" fmla="*/ 6098400 w 6098400"/>
              <a:gd name="connsiteY6" fmla="*/ 4028274 h 4319587"/>
              <a:gd name="connsiteX7" fmla="*/ 6098400 w 6098400"/>
              <a:gd name="connsiteY7" fmla="*/ 4319587 h 4319587"/>
              <a:gd name="connsiteX8" fmla="*/ 5807087 w 6098400"/>
              <a:gd name="connsiteY8" fmla="*/ 4319587 h 4319587"/>
              <a:gd name="connsiteX9" fmla="*/ 3334460 w 6098400"/>
              <a:gd name="connsiteY9" fmla="*/ 4319587 h 4319587"/>
              <a:gd name="connsiteX10" fmla="*/ 291313 w 6098400"/>
              <a:gd name="connsiteY10" fmla="*/ 4319587 h 4319587"/>
              <a:gd name="connsiteX11" fmla="*/ 0 w 6098400"/>
              <a:gd name="connsiteY11" fmla="*/ 4028274 h 4319587"/>
              <a:gd name="connsiteX12" fmla="*/ 0 w 6098400"/>
              <a:gd name="connsiteY12" fmla="*/ 1050423 h 4319587"/>
              <a:gd name="connsiteX13" fmla="*/ 0 w 6098400"/>
              <a:gd name="connsiteY13" fmla="*/ 291313 h 4319587"/>
              <a:gd name="connsiteX14" fmla="*/ 0 w 6098400"/>
              <a:gd name="connsiteY14" fmla="*/ 1 h 4319587"/>
              <a:gd name="connsiteX15" fmla="*/ 291301 w 6098400"/>
              <a:gd name="connsiteY15" fmla="*/ 1 h 431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098400" h="4319587">
                <a:moveTo>
                  <a:pt x="291313" y="0"/>
                </a:moveTo>
                <a:lnTo>
                  <a:pt x="5807087" y="0"/>
                </a:lnTo>
                <a:lnTo>
                  <a:pt x="5807099" y="1"/>
                </a:lnTo>
                <a:lnTo>
                  <a:pt x="6098400" y="1"/>
                </a:lnTo>
                <a:lnTo>
                  <a:pt x="6098400" y="291313"/>
                </a:lnTo>
                <a:lnTo>
                  <a:pt x="6098400" y="1050423"/>
                </a:lnTo>
                <a:lnTo>
                  <a:pt x="6098400" y="4028274"/>
                </a:lnTo>
                <a:lnTo>
                  <a:pt x="6098400" y="4319587"/>
                </a:lnTo>
                <a:lnTo>
                  <a:pt x="5807087" y="4319587"/>
                </a:lnTo>
                <a:lnTo>
                  <a:pt x="3334460" y="4319587"/>
                </a:lnTo>
                <a:lnTo>
                  <a:pt x="291313" y="4319587"/>
                </a:lnTo>
                <a:cubicBezTo>
                  <a:pt x="130425" y="4319587"/>
                  <a:pt x="0" y="4189162"/>
                  <a:pt x="0" y="4028274"/>
                </a:cubicBezTo>
                <a:lnTo>
                  <a:pt x="0" y="1050423"/>
                </a:lnTo>
                <a:lnTo>
                  <a:pt x="0" y="291313"/>
                </a:lnTo>
                <a:lnTo>
                  <a:pt x="0" y="1"/>
                </a:lnTo>
                <a:lnTo>
                  <a:pt x="291301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 tIns="1368000" anchor="t">
            <a:noAutofit/>
          </a:bodyPr>
          <a:lstStyle>
            <a:lvl1pPr marL="0" indent="0" algn="ctr">
              <a:buNone/>
              <a:defRPr sz="1350">
                <a:solidFill>
                  <a:srgbClr val="000000"/>
                </a:solidFill>
              </a:defRPr>
            </a:lvl1pPr>
          </a:lstStyle>
          <a:p>
            <a:r>
              <a:rPr lang="en-CA" dirty="0"/>
              <a:t>Click icon to add image</a:t>
            </a:r>
            <a:endParaRPr lang="en-US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80736" y="6308727"/>
            <a:ext cx="1543050" cy="274637"/>
          </a:xfrm>
          <a:prstGeom prst="rect">
            <a:avLst/>
          </a:prstGeom>
        </p:spPr>
        <p:txBody>
          <a:bodyPr/>
          <a:lstStyle>
            <a:lvl1pPr algn="r">
              <a:defRPr sz="750">
                <a:solidFill>
                  <a:srgbClr val="000000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831FFDBF-39F4-4933-BF72-C74CBF8B1C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1" y="550779"/>
            <a:ext cx="6235841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E007F1-46A5-4E67-917D-953F49F715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3148" y="1989139"/>
            <a:ext cx="3756766" cy="4321174"/>
          </a:xfrm>
        </p:spPr>
        <p:txBody>
          <a:bodyPr tIns="0" bIns="0">
            <a:noAutofit/>
          </a:bodyPr>
          <a:lstStyle>
            <a:lvl1pPr>
              <a:spcAft>
                <a:spcPts val="900"/>
              </a:spcAft>
              <a:defRPr/>
            </a:lvl1pPr>
          </a:lstStyle>
          <a:p>
            <a:pPr lvl="0"/>
            <a:r>
              <a:rPr lang="en-GB" noProof="0" dirty="0"/>
              <a:t>Enter body text 18pt</a:t>
            </a:r>
          </a:p>
        </p:txBody>
      </p:sp>
    </p:spTree>
    <p:extLst>
      <p:ext uri="{BB962C8B-B14F-4D97-AF65-F5344CB8AC3E}">
        <p14:creationId xmlns:p14="http://schemas.microsoft.com/office/powerpoint/2010/main" val="1600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_study_light_image-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bIns="648000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4" name="Kn Logo">
            <a:extLst>
              <a:ext uri="{FF2B5EF4-FFF2-40B4-BE49-F238E27FC236}">
                <a16:creationId xmlns:a16="http://schemas.microsoft.com/office/drawing/2014/main" id="{8BCECCFD-2E7C-71CF-1FDD-DCED34D17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DE4FEBA-2BF9-7DAD-3972-99AE172602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740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_Study_dark_imag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A58D8-A6A2-C555-EADD-B156E6C4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D78B16F-D0B1-DD9A-8319-1B783CCA8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0"/>
            <a:ext cx="4572000" cy="5734050"/>
          </a:xfrm>
          <a:custGeom>
            <a:avLst/>
            <a:gdLst>
              <a:gd name="connsiteX0" fmla="*/ 0 w 6096000"/>
              <a:gd name="connsiteY0" fmla="*/ 0 h 5734050"/>
              <a:gd name="connsiteX1" fmla="*/ 288950 w 6096000"/>
              <a:gd name="connsiteY1" fmla="*/ 0 h 5734050"/>
              <a:gd name="connsiteX2" fmla="*/ 3743324 w 6096000"/>
              <a:gd name="connsiteY2" fmla="*/ 0 h 5734050"/>
              <a:gd name="connsiteX3" fmla="*/ 6095999 w 6096000"/>
              <a:gd name="connsiteY3" fmla="*/ 0 h 5734050"/>
              <a:gd name="connsiteX4" fmla="*/ 6096000 w 6096000"/>
              <a:gd name="connsiteY4" fmla="*/ 0 h 5734050"/>
              <a:gd name="connsiteX5" fmla="*/ 6096000 w 6096000"/>
              <a:gd name="connsiteY5" fmla="*/ 288950 h 5734050"/>
              <a:gd name="connsiteX6" fmla="*/ 6096000 w 6096000"/>
              <a:gd name="connsiteY6" fmla="*/ 2143125 h 5734050"/>
              <a:gd name="connsiteX7" fmla="*/ 6096000 w 6096000"/>
              <a:gd name="connsiteY7" fmla="*/ 5445322 h 5734050"/>
              <a:gd name="connsiteX8" fmla="*/ 6095999 w 6096000"/>
              <a:gd name="connsiteY8" fmla="*/ 5445332 h 5734050"/>
              <a:gd name="connsiteX9" fmla="*/ 6095999 w 6096000"/>
              <a:gd name="connsiteY9" fmla="*/ 5734050 h 5734050"/>
              <a:gd name="connsiteX10" fmla="*/ 286748 w 6096000"/>
              <a:gd name="connsiteY10" fmla="*/ 5734050 h 5734050"/>
              <a:gd name="connsiteX11" fmla="*/ 230717 w 6096000"/>
              <a:gd name="connsiteY11" fmla="*/ 5728402 h 5734050"/>
              <a:gd name="connsiteX12" fmla="*/ 0 w 6096000"/>
              <a:gd name="connsiteY12" fmla="*/ 5445322 h 5734050"/>
              <a:gd name="connsiteX13" fmla="*/ 0 w 6096000"/>
              <a:gd name="connsiteY13" fmla="*/ 2143125 h 5734050"/>
              <a:gd name="connsiteX14" fmla="*/ 0 w 6096000"/>
              <a:gd name="connsiteY14" fmla="*/ 288950 h 573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5734050">
                <a:moveTo>
                  <a:pt x="0" y="0"/>
                </a:moveTo>
                <a:lnTo>
                  <a:pt x="288950" y="0"/>
                </a:lnTo>
                <a:lnTo>
                  <a:pt x="3743324" y="0"/>
                </a:lnTo>
                <a:lnTo>
                  <a:pt x="6095999" y="0"/>
                </a:lnTo>
                <a:lnTo>
                  <a:pt x="6096000" y="0"/>
                </a:lnTo>
                <a:lnTo>
                  <a:pt x="6096000" y="288950"/>
                </a:lnTo>
                <a:lnTo>
                  <a:pt x="6096000" y="2143125"/>
                </a:lnTo>
                <a:lnTo>
                  <a:pt x="6096000" y="5445322"/>
                </a:lnTo>
                <a:lnTo>
                  <a:pt x="6095999" y="5445332"/>
                </a:lnTo>
                <a:lnTo>
                  <a:pt x="6095999" y="5734050"/>
                </a:lnTo>
                <a:lnTo>
                  <a:pt x="286748" y="5734050"/>
                </a:lnTo>
                <a:lnTo>
                  <a:pt x="230717" y="5728402"/>
                </a:lnTo>
                <a:cubicBezTo>
                  <a:pt x="99047" y="5701458"/>
                  <a:pt x="0" y="5584957"/>
                  <a:pt x="0" y="5445322"/>
                </a:cubicBezTo>
                <a:lnTo>
                  <a:pt x="0" y="2143125"/>
                </a:lnTo>
                <a:lnTo>
                  <a:pt x="0" y="28895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bIns="648000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image</a:t>
            </a:r>
          </a:p>
        </p:txBody>
      </p:sp>
      <p:sp>
        <p:nvSpPr>
          <p:cNvPr id="5" name="Kn Logo">
            <a:extLst>
              <a:ext uri="{FF2B5EF4-FFF2-40B4-BE49-F238E27FC236}">
                <a16:creationId xmlns:a16="http://schemas.microsoft.com/office/drawing/2014/main" id="{A73C3A08-DC9A-1B76-3A12-B176D2604D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1559" y="560699"/>
            <a:ext cx="1431000" cy="37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D9E421C9-61B2-B589-D49B-149C98AD5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90" y="550779"/>
            <a:ext cx="3739500" cy="864136"/>
          </a:xfrm>
        </p:spPr>
        <p:txBody>
          <a:bodyPr/>
          <a:lstStyle/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lang="en-GB" noProof="0" dirty="0"/>
              <a:t>Click to enter slide title 24pt [do not stretch over logo]</a:t>
            </a:r>
            <a:br>
              <a:rPr lang="en-GB" noProof="0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817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_blu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8FB721-BDDF-FB48-90B8-55481CA2A3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013"/>
          </a:p>
        </p:txBody>
      </p:sp>
      <p:sp>
        <p:nvSpPr>
          <p:cNvPr id="4" name="Freeform 5"/>
          <p:cNvSpPr>
            <a:spLocks noEditPoints="1"/>
          </p:cNvSpPr>
          <p:nvPr/>
        </p:nvSpPr>
        <p:spPr bwMode="auto">
          <a:xfrm>
            <a:off x="6640116" y="569913"/>
            <a:ext cx="2070497" cy="550862"/>
          </a:xfrm>
          <a:custGeom>
            <a:avLst/>
            <a:gdLst>
              <a:gd name="T0" fmla="*/ 1563 w 1739"/>
              <a:gd name="T1" fmla="*/ 102 h 347"/>
              <a:gd name="T2" fmla="*/ 1576 w 1739"/>
              <a:gd name="T3" fmla="*/ 131 h 347"/>
              <a:gd name="T4" fmla="*/ 1546 w 1739"/>
              <a:gd name="T5" fmla="*/ 119 h 347"/>
              <a:gd name="T6" fmla="*/ 1503 w 1739"/>
              <a:gd name="T7" fmla="*/ 336 h 347"/>
              <a:gd name="T8" fmla="*/ 1595 w 1739"/>
              <a:gd name="T9" fmla="*/ 344 h 347"/>
              <a:gd name="T10" fmla="*/ 1653 w 1739"/>
              <a:gd name="T11" fmla="*/ 283 h 347"/>
              <a:gd name="T12" fmla="*/ 1609 w 1739"/>
              <a:gd name="T13" fmla="*/ 195 h 347"/>
              <a:gd name="T14" fmla="*/ 1601 w 1739"/>
              <a:gd name="T15" fmla="*/ 131 h 347"/>
              <a:gd name="T16" fmla="*/ 1592 w 1739"/>
              <a:gd name="T17" fmla="*/ 91 h 347"/>
              <a:gd name="T18" fmla="*/ 1547 w 1739"/>
              <a:gd name="T19" fmla="*/ 84 h 347"/>
              <a:gd name="T20" fmla="*/ 1523 w 1739"/>
              <a:gd name="T21" fmla="*/ 119 h 347"/>
              <a:gd name="T22" fmla="*/ 1518 w 1739"/>
              <a:gd name="T23" fmla="*/ 172 h 347"/>
              <a:gd name="T24" fmla="*/ 1489 w 1739"/>
              <a:gd name="T25" fmla="*/ 295 h 347"/>
              <a:gd name="T26" fmla="*/ 1395 w 1739"/>
              <a:gd name="T27" fmla="*/ 122 h 347"/>
              <a:gd name="T28" fmla="*/ 1466 w 1739"/>
              <a:gd name="T29" fmla="*/ 30 h 347"/>
              <a:gd name="T30" fmla="*/ 1564 w 1739"/>
              <a:gd name="T31" fmla="*/ 0 h 347"/>
              <a:gd name="T32" fmla="*/ 1675 w 1739"/>
              <a:gd name="T33" fmla="*/ 40 h 347"/>
              <a:gd name="T34" fmla="*/ 1736 w 1739"/>
              <a:gd name="T35" fmla="*/ 137 h 347"/>
              <a:gd name="T36" fmla="*/ 1727 w 1739"/>
              <a:gd name="T37" fmla="*/ 233 h 347"/>
              <a:gd name="T38" fmla="*/ 1681 w 1739"/>
              <a:gd name="T39" fmla="*/ 253 h 347"/>
              <a:gd name="T40" fmla="*/ 1707 w 1739"/>
              <a:gd name="T41" fmla="*/ 172 h 347"/>
              <a:gd name="T42" fmla="*/ 1682 w 1739"/>
              <a:gd name="T43" fmla="*/ 93 h 347"/>
              <a:gd name="T44" fmla="*/ 1606 w 1739"/>
              <a:gd name="T45" fmla="*/ 37 h 347"/>
              <a:gd name="T46" fmla="*/ 1521 w 1739"/>
              <a:gd name="T47" fmla="*/ 37 h 347"/>
              <a:gd name="T48" fmla="*/ 1446 w 1739"/>
              <a:gd name="T49" fmla="*/ 93 h 347"/>
              <a:gd name="T50" fmla="*/ 1422 w 1739"/>
              <a:gd name="T51" fmla="*/ 172 h 347"/>
              <a:gd name="T52" fmla="*/ 1446 w 1739"/>
              <a:gd name="T53" fmla="*/ 253 h 347"/>
              <a:gd name="T54" fmla="*/ 1400 w 1739"/>
              <a:gd name="T55" fmla="*/ 233 h 347"/>
              <a:gd name="T56" fmla="*/ 1238 w 1739"/>
              <a:gd name="T57" fmla="*/ 119 h 347"/>
              <a:gd name="T58" fmla="*/ 1216 w 1739"/>
              <a:gd name="T59" fmla="*/ 227 h 347"/>
              <a:gd name="T60" fmla="*/ 1164 w 1739"/>
              <a:gd name="T61" fmla="*/ 143 h 347"/>
              <a:gd name="T62" fmla="*/ 1014 w 1739"/>
              <a:gd name="T63" fmla="*/ 161 h 347"/>
              <a:gd name="T64" fmla="*/ 1066 w 1739"/>
              <a:gd name="T65" fmla="*/ 116 h 347"/>
              <a:gd name="T66" fmla="*/ 1107 w 1739"/>
              <a:gd name="T67" fmla="*/ 137 h 347"/>
              <a:gd name="T68" fmla="*/ 1072 w 1739"/>
              <a:gd name="T69" fmla="*/ 140 h 347"/>
              <a:gd name="T70" fmla="*/ 1046 w 1739"/>
              <a:gd name="T71" fmla="*/ 154 h 347"/>
              <a:gd name="T72" fmla="*/ 1052 w 1739"/>
              <a:gd name="T73" fmla="*/ 201 h 347"/>
              <a:gd name="T74" fmla="*/ 1086 w 1739"/>
              <a:gd name="T75" fmla="*/ 187 h 347"/>
              <a:gd name="T76" fmla="*/ 1092 w 1739"/>
              <a:gd name="T77" fmla="*/ 227 h 347"/>
              <a:gd name="T78" fmla="*/ 1027 w 1739"/>
              <a:gd name="T79" fmla="*/ 216 h 347"/>
              <a:gd name="T80" fmla="*/ 951 w 1739"/>
              <a:gd name="T81" fmla="*/ 148 h 347"/>
              <a:gd name="T82" fmla="*/ 978 w 1739"/>
              <a:gd name="T83" fmla="*/ 227 h 347"/>
              <a:gd name="T84" fmla="*/ 813 w 1739"/>
              <a:gd name="T85" fmla="*/ 163 h 347"/>
              <a:gd name="T86" fmla="*/ 787 w 1739"/>
              <a:gd name="T87" fmla="*/ 119 h 347"/>
              <a:gd name="T88" fmla="*/ 724 w 1739"/>
              <a:gd name="T89" fmla="*/ 170 h 347"/>
              <a:gd name="T90" fmla="*/ 664 w 1739"/>
              <a:gd name="T91" fmla="*/ 184 h 347"/>
              <a:gd name="T92" fmla="*/ 643 w 1739"/>
              <a:gd name="T93" fmla="*/ 161 h 347"/>
              <a:gd name="T94" fmla="*/ 449 w 1739"/>
              <a:gd name="T95" fmla="*/ 227 h 347"/>
              <a:gd name="T96" fmla="*/ 518 w 1739"/>
              <a:gd name="T97" fmla="*/ 183 h 347"/>
              <a:gd name="T98" fmla="*/ 396 w 1739"/>
              <a:gd name="T99" fmla="*/ 186 h 347"/>
              <a:gd name="T100" fmla="*/ 357 w 1739"/>
              <a:gd name="T101" fmla="*/ 119 h 347"/>
              <a:gd name="T102" fmla="*/ 253 w 1739"/>
              <a:gd name="T103" fmla="*/ 184 h 347"/>
              <a:gd name="T104" fmla="*/ 225 w 1739"/>
              <a:gd name="T105" fmla="*/ 119 h 347"/>
              <a:gd name="T106" fmla="*/ 121 w 1739"/>
              <a:gd name="T107" fmla="*/ 219 h 347"/>
              <a:gd name="T108" fmla="*/ 172 w 1739"/>
              <a:gd name="T109" fmla="*/ 228 h 347"/>
              <a:gd name="T110" fmla="*/ 201 w 1739"/>
              <a:gd name="T111" fmla="*/ 119 h 347"/>
              <a:gd name="T112" fmla="*/ 155 w 1739"/>
              <a:gd name="T113" fmla="*/ 205 h 347"/>
              <a:gd name="T114" fmla="*/ 107 w 1739"/>
              <a:gd name="T115" fmla="*/ 119 h 347"/>
              <a:gd name="T116" fmla="*/ 97 w 1739"/>
              <a:gd name="T117" fmla="*/ 227 h 347"/>
              <a:gd name="T118" fmla="*/ 0 w 1739"/>
              <a:gd name="T119" fmla="*/ 227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39" h="347">
                <a:moveTo>
                  <a:pt x="1546" y="119"/>
                </a:moveTo>
                <a:lnTo>
                  <a:pt x="1546" y="119"/>
                </a:lnTo>
                <a:lnTo>
                  <a:pt x="1547" y="113"/>
                </a:lnTo>
                <a:lnTo>
                  <a:pt x="1550" y="107"/>
                </a:lnTo>
                <a:lnTo>
                  <a:pt x="1557" y="103"/>
                </a:lnTo>
                <a:lnTo>
                  <a:pt x="1563" y="102"/>
                </a:lnTo>
                <a:lnTo>
                  <a:pt x="1563" y="102"/>
                </a:lnTo>
                <a:lnTo>
                  <a:pt x="1570" y="103"/>
                </a:lnTo>
                <a:lnTo>
                  <a:pt x="1576" y="107"/>
                </a:lnTo>
                <a:lnTo>
                  <a:pt x="1580" y="113"/>
                </a:lnTo>
                <a:lnTo>
                  <a:pt x="1581" y="119"/>
                </a:lnTo>
                <a:lnTo>
                  <a:pt x="1581" y="119"/>
                </a:lnTo>
                <a:lnTo>
                  <a:pt x="1580" y="126"/>
                </a:lnTo>
                <a:lnTo>
                  <a:pt x="1576" y="131"/>
                </a:lnTo>
                <a:lnTo>
                  <a:pt x="1570" y="135"/>
                </a:lnTo>
                <a:lnTo>
                  <a:pt x="1563" y="137"/>
                </a:lnTo>
                <a:lnTo>
                  <a:pt x="1563" y="137"/>
                </a:lnTo>
                <a:lnTo>
                  <a:pt x="1557" y="135"/>
                </a:lnTo>
                <a:lnTo>
                  <a:pt x="1550" y="131"/>
                </a:lnTo>
                <a:lnTo>
                  <a:pt x="1547" y="126"/>
                </a:lnTo>
                <a:lnTo>
                  <a:pt x="1546" y="119"/>
                </a:lnTo>
                <a:lnTo>
                  <a:pt x="1546" y="119"/>
                </a:lnTo>
                <a:close/>
                <a:moveTo>
                  <a:pt x="1451" y="306"/>
                </a:moveTo>
                <a:lnTo>
                  <a:pt x="1451" y="306"/>
                </a:lnTo>
                <a:lnTo>
                  <a:pt x="1463" y="315"/>
                </a:lnTo>
                <a:lnTo>
                  <a:pt x="1475" y="323"/>
                </a:lnTo>
                <a:lnTo>
                  <a:pt x="1489" y="330"/>
                </a:lnTo>
                <a:lnTo>
                  <a:pt x="1503" y="336"/>
                </a:lnTo>
                <a:lnTo>
                  <a:pt x="1518" y="341"/>
                </a:lnTo>
                <a:lnTo>
                  <a:pt x="1532" y="344"/>
                </a:lnTo>
                <a:lnTo>
                  <a:pt x="1547" y="345"/>
                </a:lnTo>
                <a:lnTo>
                  <a:pt x="1564" y="347"/>
                </a:lnTo>
                <a:lnTo>
                  <a:pt x="1564" y="347"/>
                </a:lnTo>
                <a:lnTo>
                  <a:pt x="1580" y="345"/>
                </a:lnTo>
                <a:lnTo>
                  <a:pt x="1595" y="344"/>
                </a:lnTo>
                <a:lnTo>
                  <a:pt x="1609" y="341"/>
                </a:lnTo>
                <a:lnTo>
                  <a:pt x="1624" y="336"/>
                </a:lnTo>
                <a:lnTo>
                  <a:pt x="1638" y="330"/>
                </a:lnTo>
                <a:lnTo>
                  <a:pt x="1652" y="323"/>
                </a:lnTo>
                <a:lnTo>
                  <a:pt x="1664" y="315"/>
                </a:lnTo>
                <a:lnTo>
                  <a:pt x="1676" y="306"/>
                </a:lnTo>
                <a:lnTo>
                  <a:pt x="1653" y="283"/>
                </a:lnTo>
                <a:lnTo>
                  <a:pt x="1653" y="283"/>
                </a:lnTo>
                <a:lnTo>
                  <a:pt x="1638" y="295"/>
                </a:lnTo>
                <a:lnTo>
                  <a:pt x="1619" y="306"/>
                </a:lnTo>
                <a:lnTo>
                  <a:pt x="1599" y="314"/>
                </a:lnTo>
                <a:lnTo>
                  <a:pt x="1580" y="317"/>
                </a:lnTo>
                <a:lnTo>
                  <a:pt x="1580" y="195"/>
                </a:lnTo>
                <a:lnTo>
                  <a:pt x="1609" y="195"/>
                </a:lnTo>
                <a:lnTo>
                  <a:pt x="1609" y="172"/>
                </a:lnTo>
                <a:lnTo>
                  <a:pt x="1580" y="172"/>
                </a:lnTo>
                <a:lnTo>
                  <a:pt x="1580" y="154"/>
                </a:lnTo>
                <a:lnTo>
                  <a:pt x="1580" y="154"/>
                </a:lnTo>
                <a:lnTo>
                  <a:pt x="1589" y="149"/>
                </a:lnTo>
                <a:lnTo>
                  <a:pt x="1596" y="142"/>
                </a:lnTo>
                <a:lnTo>
                  <a:pt x="1601" y="131"/>
                </a:lnTo>
                <a:lnTo>
                  <a:pt x="1603" y="125"/>
                </a:lnTo>
                <a:lnTo>
                  <a:pt x="1604" y="119"/>
                </a:lnTo>
                <a:lnTo>
                  <a:pt x="1604" y="119"/>
                </a:lnTo>
                <a:lnTo>
                  <a:pt x="1603" y="111"/>
                </a:lnTo>
                <a:lnTo>
                  <a:pt x="1601" y="103"/>
                </a:lnTo>
                <a:lnTo>
                  <a:pt x="1596" y="97"/>
                </a:lnTo>
                <a:lnTo>
                  <a:pt x="1592" y="91"/>
                </a:lnTo>
                <a:lnTo>
                  <a:pt x="1586" y="87"/>
                </a:lnTo>
                <a:lnTo>
                  <a:pt x="1580" y="84"/>
                </a:lnTo>
                <a:lnTo>
                  <a:pt x="1572" y="81"/>
                </a:lnTo>
                <a:lnTo>
                  <a:pt x="1564" y="81"/>
                </a:lnTo>
                <a:lnTo>
                  <a:pt x="1564" y="81"/>
                </a:lnTo>
                <a:lnTo>
                  <a:pt x="1555" y="81"/>
                </a:lnTo>
                <a:lnTo>
                  <a:pt x="1547" y="84"/>
                </a:lnTo>
                <a:lnTo>
                  <a:pt x="1541" y="87"/>
                </a:lnTo>
                <a:lnTo>
                  <a:pt x="1535" y="91"/>
                </a:lnTo>
                <a:lnTo>
                  <a:pt x="1530" y="97"/>
                </a:lnTo>
                <a:lnTo>
                  <a:pt x="1526" y="103"/>
                </a:lnTo>
                <a:lnTo>
                  <a:pt x="1524" y="111"/>
                </a:lnTo>
                <a:lnTo>
                  <a:pt x="1523" y="119"/>
                </a:lnTo>
                <a:lnTo>
                  <a:pt x="1523" y="119"/>
                </a:lnTo>
                <a:lnTo>
                  <a:pt x="1524" y="125"/>
                </a:lnTo>
                <a:lnTo>
                  <a:pt x="1526" y="131"/>
                </a:lnTo>
                <a:lnTo>
                  <a:pt x="1530" y="142"/>
                </a:lnTo>
                <a:lnTo>
                  <a:pt x="1538" y="149"/>
                </a:lnTo>
                <a:lnTo>
                  <a:pt x="1547" y="154"/>
                </a:lnTo>
                <a:lnTo>
                  <a:pt x="1547" y="172"/>
                </a:lnTo>
                <a:lnTo>
                  <a:pt x="1518" y="172"/>
                </a:lnTo>
                <a:lnTo>
                  <a:pt x="1518" y="195"/>
                </a:lnTo>
                <a:lnTo>
                  <a:pt x="1547" y="195"/>
                </a:lnTo>
                <a:lnTo>
                  <a:pt x="1547" y="317"/>
                </a:lnTo>
                <a:lnTo>
                  <a:pt x="1547" y="317"/>
                </a:lnTo>
                <a:lnTo>
                  <a:pt x="1527" y="314"/>
                </a:lnTo>
                <a:lnTo>
                  <a:pt x="1507" y="306"/>
                </a:lnTo>
                <a:lnTo>
                  <a:pt x="1489" y="295"/>
                </a:lnTo>
                <a:lnTo>
                  <a:pt x="1474" y="283"/>
                </a:lnTo>
                <a:lnTo>
                  <a:pt x="1451" y="306"/>
                </a:lnTo>
                <a:close/>
                <a:moveTo>
                  <a:pt x="1388" y="172"/>
                </a:moveTo>
                <a:lnTo>
                  <a:pt x="1388" y="172"/>
                </a:lnTo>
                <a:lnTo>
                  <a:pt x="1389" y="155"/>
                </a:lnTo>
                <a:lnTo>
                  <a:pt x="1392" y="137"/>
                </a:lnTo>
                <a:lnTo>
                  <a:pt x="1395" y="122"/>
                </a:lnTo>
                <a:lnTo>
                  <a:pt x="1402" y="105"/>
                </a:lnTo>
                <a:lnTo>
                  <a:pt x="1409" y="90"/>
                </a:lnTo>
                <a:lnTo>
                  <a:pt x="1418" y="76"/>
                </a:lnTo>
                <a:lnTo>
                  <a:pt x="1428" y="62"/>
                </a:lnTo>
                <a:lnTo>
                  <a:pt x="1440" y="50"/>
                </a:lnTo>
                <a:lnTo>
                  <a:pt x="1452" y="40"/>
                </a:lnTo>
                <a:lnTo>
                  <a:pt x="1466" y="30"/>
                </a:lnTo>
                <a:lnTo>
                  <a:pt x="1480" y="21"/>
                </a:lnTo>
                <a:lnTo>
                  <a:pt x="1495" y="14"/>
                </a:lnTo>
                <a:lnTo>
                  <a:pt x="1512" y="8"/>
                </a:lnTo>
                <a:lnTo>
                  <a:pt x="1529" y="5"/>
                </a:lnTo>
                <a:lnTo>
                  <a:pt x="1546" y="2"/>
                </a:lnTo>
                <a:lnTo>
                  <a:pt x="1564" y="0"/>
                </a:lnTo>
                <a:lnTo>
                  <a:pt x="1564" y="0"/>
                </a:lnTo>
                <a:lnTo>
                  <a:pt x="1581" y="2"/>
                </a:lnTo>
                <a:lnTo>
                  <a:pt x="1599" y="5"/>
                </a:lnTo>
                <a:lnTo>
                  <a:pt x="1615" y="8"/>
                </a:lnTo>
                <a:lnTo>
                  <a:pt x="1632" y="14"/>
                </a:lnTo>
                <a:lnTo>
                  <a:pt x="1647" y="21"/>
                </a:lnTo>
                <a:lnTo>
                  <a:pt x="1661" y="30"/>
                </a:lnTo>
                <a:lnTo>
                  <a:pt x="1675" y="40"/>
                </a:lnTo>
                <a:lnTo>
                  <a:pt x="1687" y="50"/>
                </a:lnTo>
                <a:lnTo>
                  <a:pt x="1699" y="62"/>
                </a:lnTo>
                <a:lnTo>
                  <a:pt x="1708" y="76"/>
                </a:lnTo>
                <a:lnTo>
                  <a:pt x="1718" y="90"/>
                </a:lnTo>
                <a:lnTo>
                  <a:pt x="1725" y="105"/>
                </a:lnTo>
                <a:lnTo>
                  <a:pt x="1731" y="122"/>
                </a:lnTo>
                <a:lnTo>
                  <a:pt x="1736" y="137"/>
                </a:lnTo>
                <a:lnTo>
                  <a:pt x="1737" y="155"/>
                </a:lnTo>
                <a:lnTo>
                  <a:pt x="1739" y="172"/>
                </a:lnTo>
                <a:lnTo>
                  <a:pt x="1739" y="172"/>
                </a:lnTo>
                <a:lnTo>
                  <a:pt x="1737" y="189"/>
                </a:lnTo>
                <a:lnTo>
                  <a:pt x="1736" y="204"/>
                </a:lnTo>
                <a:lnTo>
                  <a:pt x="1733" y="219"/>
                </a:lnTo>
                <a:lnTo>
                  <a:pt x="1727" y="233"/>
                </a:lnTo>
                <a:lnTo>
                  <a:pt x="1722" y="248"/>
                </a:lnTo>
                <a:lnTo>
                  <a:pt x="1714" y="260"/>
                </a:lnTo>
                <a:lnTo>
                  <a:pt x="1705" y="274"/>
                </a:lnTo>
                <a:lnTo>
                  <a:pt x="1696" y="286"/>
                </a:lnTo>
                <a:lnTo>
                  <a:pt x="1673" y="263"/>
                </a:lnTo>
                <a:lnTo>
                  <a:pt x="1673" y="263"/>
                </a:lnTo>
                <a:lnTo>
                  <a:pt x="1681" y="253"/>
                </a:lnTo>
                <a:lnTo>
                  <a:pt x="1687" y="242"/>
                </a:lnTo>
                <a:lnTo>
                  <a:pt x="1693" y="231"/>
                </a:lnTo>
                <a:lnTo>
                  <a:pt x="1698" y="221"/>
                </a:lnTo>
                <a:lnTo>
                  <a:pt x="1701" y="209"/>
                </a:lnTo>
                <a:lnTo>
                  <a:pt x="1704" y="196"/>
                </a:lnTo>
                <a:lnTo>
                  <a:pt x="1705" y="184"/>
                </a:lnTo>
                <a:lnTo>
                  <a:pt x="1707" y="172"/>
                </a:lnTo>
                <a:lnTo>
                  <a:pt x="1707" y="172"/>
                </a:lnTo>
                <a:lnTo>
                  <a:pt x="1705" y="158"/>
                </a:lnTo>
                <a:lnTo>
                  <a:pt x="1704" y="145"/>
                </a:lnTo>
                <a:lnTo>
                  <a:pt x="1699" y="131"/>
                </a:lnTo>
                <a:lnTo>
                  <a:pt x="1695" y="117"/>
                </a:lnTo>
                <a:lnTo>
                  <a:pt x="1688" y="105"/>
                </a:lnTo>
                <a:lnTo>
                  <a:pt x="1682" y="93"/>
                </a:lnTo>
                <a:lnTo>
                  <a:pt x="1673" y="82"/>
                </a:lnTo>
                <a:lnTo>
                  <a:pt x="1664" y="72"/>
                </a:lnTo>
                <a:lnTo>
                  <a:pt x="1655" y="62"/>
                </a:lnTo>
                <a:lnTo>
                  <a:pt x="1642" y="55"/>
                </a:lnTo>
                <a:lnTo>
                  <a:pt x="1632" y="47"/>
                </a:lnTo>
                <a:lnTo>
                  <a:pt x="1619" y="41"/>
                </a:lnTo>
                <a:lnTo>
                  <a:pt x="1606" y="37"/>
                </a:lnTo>
                <a:lnTo>
                  <a:pt x="1592" y="33"/>
                </a:lnTo>
                <a:lnTo>
                  <a:pt x="1578" y="30"/>
                </a:lnTo>
                <a:lnTo>
                  <a:pt x="1564" y="30"/>
                </a:lnTo>
                <a:lnTo>
                  <a:pt x="1564" y="30"/>
                </a:lnTo>
                <a:lnTo>
                  <a:pt x="1549" y="30"/>
                </a:lnTo>
                <a:lnTo>
                  <a:pt x="1535" y="33"/>
                </a:lnTo>
                <a:lnTo>
                  <a:pt x="1521" y="37"/>
                </a:lnTo>
                <a:lnTo>
                  <a:pt x="1507" y="41"/>
                </a:lnTo>
                <a:lnTo>
                  <a:pt x="1495" y="47"/>
                </a:lnTo>
                <a:lnTo>
                  <a:pt x="1484" y="55"/>
                </a:lnTo>
                <a:lnTo>
                  <a:pt x="1474" y="62"/>
                </a:lnTo>
                <a:lnTo>
                  <a:pt x="1463" y="72"/>
                </a:lnTo>
                <a:lnTo>
                  <a:pt x="1454" y="82"/>
                </a:lnTo>
                <a:lnTo>
                  <a:pt x="1446" y="93"/>
                </a:lnTo>
                <a:lnTo>
                  <a:pt x="1438" y="105"/>
                </a:lnTo>
                <a:lnTo>
                  <a:pt x="1432" y="117"/>
                </a:lnTo>
                <a:lnTo>
                  <a:pt x="1428" y="131"/>
                </a:lnTo>
                <a:lnTo>
                  <a:pt x="1423" y="145"/>
                </a:lnTo>
                <a:lnTo>
                  <a:pt x="1422" y="158"/>
                </a:lnTo>
                <a:lnTo>
                  <a:pt x="1422" y="172"/>
                </a:lnTo>
                <a:lnTo>
                  <a:pt x="1422" y="172"/>
                </a:lnTo>
                <a:lnTo>
                  <a:pt x="1422" y="184"/>
                </a:lnTo>
                <a:lnTo>
                  <a:pt x="1423" y="196"/>
                </a:lnTo>
                <a:lnTo>
                  <a:pt x="1426" y="209"/>
                </a:lnTo>
                <a:lnTo>
                  <a:pt x="1429" y="221"/>
                </a:lnTo>
                <a:lnTo>
                  <a:pt x="1434" y="231"/>
                </a:lnTo>
                <a:lnTo>
                  <a:pt x="1440" y="242"/>
                </a:lnTo>
                <a:lnTo>
                  <a:pt x="1446" y="253"/>
                </a:lnTo>
                <a:lnTo>
                  <a:pt x="1454" y="263"/>
                </a:lnTo>
                <a:lnTo>
                  <a:pt x="1431" y="286"/>
                </a:lnTo>
                <a:lnTo>
                  <a:pt x="1431" y="286"/>
                </a:lnTo>
                <a:lnTo>
                  <a:pt x="1422" y="274"/>
                </a:lnTo>
                <a:lnTo>
                  <a:pt x="1412" y="260"/>
                </a:lnTo>
                <a:lnTo>
                  <a:pt x="1406" y="248"/>
                </a:lnTo>
                <a:lnTo>
                  <a:pt x="1400" y="233"/>
                </a:lnTo>
                <a:lnTo>
                  <a:pt x="1394" y="219"/>
                </a:lnTo>
                <a:lnTo>
                  <a:pt x="1391" y="204"/>
                </a:lnTo>
                <a:lnTo>
                  <a:pt x="1389" y="189"/>
                </a:lnTo>
                <a:lnTo>
                  <a:pt x="1388" y="172"/>
                </a:lnTo>
                <a:lnTo>
                  <a:pt x="1388" y="172"/>
                </a:lnTo>
                <a:close/>
                <a:moveTo>
                  <a:pt x="1238" y="227"/>
                </a:moveTo>
                <a:lnTo>
                  <a:pt x="1238" y="119"/>
                </a:lnTo>
                <a:lnTo>
                  <a:pt x="1267" y="119"/>
                </a:lnTo>
                <a:lnTo>
                  <a:pt x="1267" y="202"/>
                </a:lnTo>
                <a:lnTo>
                  <a:pt x="1316" y="202"/>
                </a:lnTo>
                <a:lnTo>
                  <a:pt x="1316" y="227"/>
                </a:lnTo>
                <a:lnTo>
                  <a:pt x="1238" y="227"/>
                </a:lnTo>
                <a:close/>
                <a:moveTo>
                  <a:pt x="1136" y="227"/>
                </a:moveTo>
                <a:lnTo>
                  <a:pt x="1216" y="227"/>
                </a:lnTo>
                <a:lnTo>
                  <a:pt x="1216" y="202"/>
                </a:lnTo>
                <a:lnTo>
                  <a:pt x="1164" y="202"/>
                </a:lnTo>
                <a:lnTo>
                  <a:pt x="1164" y="184"/>
                </a:lnTo>
                <a:lnTo>
                  <a:pt x="1207" y="184"/>
                </a:lnTo>
                <a:lnTo>
                  <a:pt x="1207" y="161"/>
                </a:lnTo>
                <a:lnTo>
                  <a:pt x="1164" y="161"/>
                </a:lnTo>
                <a:lnTo>
                  <a:pt x="1164" y="143"/>
                </a:lnTo>
                <a:lnTo>
                  <a:pt x="1215" y="143"/>
                </a:lnTo>
                <a:lnTo>
                  <a:pt x="1215" y="119"/>
                </a:lnTo>
                <a:lnTo>
                  <a:pt x="1136" y="119"/>
                </a:lnTo>
                <a:lnTo>
                  <a:pt x="1136" y="227"/>
                </a:lnTo>
                <a:close/>
                <a:moveTo>
                  <a:pt x="1012" y="174"/>
                </a:moveTo>
                <a:lnTo>
                  <a:pt x="1012" y="174"/>
                </a:lnTo>
                <a:lnTo>
                  <a:pt x="1014" y="161"/>
                </a:lnTo>
                <a:lnTo>
                  <a:pt x="1017" y="151"/>
                </a:lnTo>
                <a:lnTo>
                  <a:pt x="1021" y="140"/>
                </a:lnTo>
                <a:lnTo>
                  <a:pt x="1027" y="132"/>
                </a:lnTo>
                <a:lnTo>
                  <a:pt x="1035" y="125"/>
                </a:lnTo>
                <a:lnTo>
                  <a:pt x="1044" y="120"/>
                </a:lnTo>
                <a:lnTo>
                  <a:pt x="1054" y="117"/>
                </a:lnTo>
                <a:lnTo>
                  <a:pt x="1066" y="116"/>
                </a:lnTo>
                <a:lnTo>
                  <a:pt x="1066" y="116"/>
                </a:lnTo>
                <a:lnTo>
                  <a:pt x="1075" y="117"/>
                </a:lnTo>
                <a:lnTo>
                  <a:pt x="1083" y="119"/>
                </a:lnTo>
                <a:lnTo>
                  <a:pt x="1090" y="122"/>
                </a:lnTo>
                <a:lnTo>
                  <a:pt x="1096" y="125"/>
                </a:lnTo>
                <a:lnTo>
                  <a:pt x="1103" y="131"/>
                </a:lnTo>
                <a:lnTo>
                  <a:pt x="1107" y="137"/>
                </a:lnTo>
                <a:lnTo>
                  <a:pt x="1112" y="145"/>
                </a:lnTo>
                <a:lnTo>
                  <a:pt x="1113" y="154"/>
                </a:lnTo>
                <a:lnTo>
                  <a:pt x="1084" y="154"/>
                </a:lnTo>
                <a:lnTo>
                  <a:pt x="1084" y="154"/>
                </a:lnTo>
                <a:lnTo>
                  <a:pt x="1081" y="146"/>
                </a:lnTo>
                <a:lnTo>
                  <a:pt x="1078" y="143"/>
                </a:lnTo>
                <a:lnTo>
                  <a:pt x="1072" y="140"/>
                </a:lnTo>
                <a:lnTo>
                  <a:pt x="1066" y="140"/>
                </a:lnTo>
                <a:lnTo>
                  <a:pt x="1066" y="140"/>
                </a:lnTo>
                <a:lnTo>
                  <a:pt x="1061" y="140"/>
                </a:lnTo>
                <a:lnTo>
                  <a:pt x="1055" y="143"/>
                </a:lnTo>
                <a:lnTo>
                  <a:pt x="1052" y="146"/>
                </a:lnTo>
                <a:lnTo>
                  <a:pt x="1047" y="149"/>
                </a:lnTo>
                <a:lnTo>
                  <a:pt x="1046" y="154"/>
                </a:lnTo>
                <a:lnTo>
                  <a:pt x="1043" y="160"/>
                </a:lnTo>
                <a:lnTo>
                  <a:pt x="1041" y="174"/>
                </a:lnTo>
                <a:lnTo>
                  <a:pt x="1041" y="174"/>
                </a:lnTo>
                <a:lnTo>
                  <a:pt x="1043" y="187"/>
                </a:lnTo>
                <a:lnTo>
                  <a:pt x="1046" y="192"/>
                </a:lnTo>
                <a:lnTo>
                  <a:pt x="1049" y="198"/>
                </a:lnTo>
                <a:lnTo>
                  <a:pt x="1052" y="201"/>
                </a:lnTo>
                <a:lnTo>
                  <a:pt x="1057" y="204"/>
                </a:lnTo>
                <a:lnTo>
                  <a:pt x="1061" y="207"/>
                </a:lnTo>
                <a:lnTo>
                  <a:pt x="1067" y="207"/>
                </a:lnTo>
                <a:lnTo>
                  <a:pt x="1067" y="207"/>
                </a:lnTo>
                <a:lnTo>
                  <a:pt x="1078" y="205"/>
                </a:lnTo>
                <a:lnTo>
                  <a:pt x="1086" y="202"/>
                </a:lnTo>
                <a:lnTo>
                  <a:pt x="1086" y="187"/>
                </a:lnTo>
                <a:lnTo>
                  <a:pt x="1067" y="187"/>
                </a:lnTo>
                <a:lnTo>
                  <a:pt x="1067" y="167"/>
                </a:lnTo>
                <a:lnTo>
                  <a:pt x="1113" y="167"/>
                </a:lnTo>
                <a:lnTo>
                  <a:pt x="1113" y="215"/>
                </a:lnTo>
                <a:lnTo>
                  <a:pt x="1113" y="215"/>
                </a:lnTo>
                <a:lnTo>
                  <a:pt x="1103" y="222"/>
                </a:lnTo>
                <a:lnTo>
                  <a:pt x="1092" y="227"/>
                </a:lnTo>
                <a:lnTo>
                  <a:pt x="1080" y="230"/>
                </a:lnTo>
                <a:lnTo>
                  <a:pt x="1070" y="231"/>
                </a:lnTo>
                <a:lnTo>
                  <a:pt x="1070" y="231"/>
                </a:lnTo>
                <a:lnTo>
                  <a:pt x="1057" y="230"/>
                </a:lnTo>
                <a:lnTo>
                  <a:pt x="1046" y="227"/>
                </a:lnTo>
                <a:lnTo>
                  <a:pt x="1035" y="222"/>
                </a:lnTo>
                <a:lnTo>
                  <a:pt x="1027" y="216"/>
                </a:lnTo>
                <a:lnTo>
                  <a:pt x="1021" y="207"/>
                </a:lnTo>
                <a:lnTo>
                  <a:pt x="1017" y="198"/>
                </a:lnTo>
                <a:lnTo>
                  <a:pt x="1014" y="186"/>
                </a:lnTo>
                <a:lnTo>
                  <a:pt x="1012" y="174"/>
                </a:lnTo>
                <a:lnTo>
                  <a:pt x="1012" y="174"/>
                </a:lnTo>
                <a:close/>
                <a:moveTo>
                  <a:pt x="937" y="189"/>
                </a:moveTo>
                <a:lnTo>
                  <a:pt x="951" y="148"/>
                </a:lnTo>
                <a:lnTo>
                  <a:pt x="965" y="189"/>
                </a:lnTo>
                <a:lnTo>
                  <a:pt x="937" y="189"/>
                </a:lnTo>
                <a:close/>
                <a:moveTo>
                  <a:pt x="894" y="227"/>
                </a:moveTo>
                <a:lnTo>
                  <a:pt x="925" y="227"/>
                </a:lnTo>
                <a:lnTo>
                  <a:pt x="929" y="210"/>
                </a:lnTo>
                <a:lnTo>
                  <a:pt x="972" y="210"/>
                </a:lnTo>
                <a:lnTo>
                  <a:pt x="978" y="227"/>
                </a:lnTo>
                <a:lnTo>
                  <a:pt x="1008" y="227"/>
                </a:lnTo>
                <a:lnTo>
                  <a:pt x="966" y="119"/>
                </a:lnTo>
                <a:lnTo>
                  <a:pt x="935" y="119"/>
                </a:lnTo>
                <a:lnTo>
                  <a:pt x="894" y="227"/>
                </a:lnTo>
                <a:close/>
                <a:moveTo>
                  <a:pt x="787" y="227"/>
                </a:moveTo>
                <a:lnTo>
                  <a:pt x="813" y="227"/>
                </a:lnTo>
                <a:lnTo>
                  <a:pt x="813" y="163"/>
                </a:lnTo>
                <a:lnTo>
                  <a:pt x="851" y="227"/>
                </a:lnTo>
                <a:lnTo>
                  <a:pt x="882" y="227"/>
                </a:lnTo>
                <a:lnTo>
                  <a:pt x="882" y="119"/>
                </a:lnTo>
                <a:lnTo>
                  <a:pt x="854" y="119"/>
                </a:lnTo>
                <a:lnTo>
                  <a:pt x="854" y="183"/>
                </a:lnTo>
                <a:lnTo>
                  <a:pt x="816" y="119"/>
                </a:lnTo>
                <a:lnTo>
                  <a:pt x="787" y="119"/>
                </a:lnTo>
                <a:lnTo>
                  <a:pt x="787" y="227"/>
                </a:lnTo>
                <a:close/>
                <a:moveTo>
                  <a:pt x="664" y="184"/>
                </a:moveTo>
                <a:lnTo>
                  <a:pt x="664" y="170"/>
                </a:lnTo>
                <a:lnTo>
                  <a:pt x="707" y="170"/>
                </a:lnTo>
                <a:lnTo>
                  <a:pt x="707" y="126"/>
                </a:lnTo>
                <a:lnTo>
                  <a:pt x="724" y="126"/>
                </a:lnTo>
                <a:lnTo>
                  <a:pt x="724" y="170"/>
                </a:lnTo>
                <a:lnTo>
                  <a:pt x="767" y="170"/>
                </a:lnTo>
                <a:lnTo>
                  <a:pt x="767" y="184"/>
                </a:lnTo>
                <a:lnTo>
                  <a:pt x="724" y="184"/>
                </a:lnTo>
                <a:lnTo>
                  <a:pt x="724" y="227"/>
                </a:lnTo>
                <a:lnTo>
                  <a:pt x="707" y="227"/>
                </a:lnTo>
                <a:lnTo>
                  <a:pt x="707" y="184"/>
                </a:lnTo>
                <a:lnTo>
                  <a:pt x="664" y="184"/>
                </a:lnTo>
                <a:close/>
                <a:moveTo>
                  <a:pt x="570" y="227"/>
                </a:moveTo>
                <a:lnTo>
                  <a:pt x="652" y="227"/>
                </a:lnTo>
                <a:lnTo>
                  <a:pt x="652" y="202"/>
                </a:lnTo>
                <a:lnTo>
                  <a:pt x="598" y="202"/>
                </a:lnTo>
                <a:lnTo>
                  <a:pt x="598" y="184"/>
                </a:lnTo>
                <a:lnTo>
                  <a:pt x="643" y="184"/>
                </a:lnTo>
                <a:lnTo>
                  <a:pt x="643" y="161"/>
                </a:lnTo>
                <a:lnTo>
                  <a:pt x="598" y="161"/>
                </a:lnTo>
                <a:lnTo>
                  <a:pt x="598" y="143"/>
                </a:lnTo>
                <a:lnTo>
                  <a:pt x="649" y="143"/>
                </a:lnTo>
                <a:lnTo>
                  <a:pt x="649" y="119"/>
                </a:lnTo>
                <a:lnTo>
                  <a:pt x="570" y="119"/>
                </a:lnTo>
                <a:lnTo>
                  <a:pt x="570" y="227"/>
                </a:lnTo>
                <a:close/>
                <a:moveTo>
                  <a:pt x="449" y="227"/>
                </a:moveTo>
                <a:lnTo>
                  <a:pt x="477" y="227"/>
                </a:lnTo>
                <a:lnTo>
                  <a:pt x="477" y="163"/>
                </a:lnTo>
                <a:lnTo>
                  <a:pt x="515" y="227"/>
                </a:lnTo>
                <a:lnTo>
                  <a:pt x="544" y="227"/>
                </a:lnTo>
                <a:lnTo>
                  <a:pt x="544" y="119"/>
                </a:lnTo>
                <a:lnTo>
                  <a:pt x="518" y="119"/>
                </a:lnTo>
                <a:lnTo>
                  <a:pt x="518" y="183"/>
                </a:lnTo>
                <a:lnTo>
                  <a:pt x="478" y="119"/>
                </a:lnTo>
                <a:lnTo>
                  <a:pt x="449" y="119"/>
                </a:lnTo>
                <a:lnTo>
                  <a:pt x="449" y="227"/>
                </a:lnTo>
                <a:close/>
                <a:moveTo>
                  <a:pt x="328" y="227"/>
                </a:moveTo>
                <a:lnTo>
                  <a:pt x="357" y="227"/>
                </a:lnTo>
                <a:lnTo>
                  <a:pt x="357" y="186"/>
                </a:lnTo>
                <a:lnTo>
                  <a:pt x="396" y="186"/>
                </a:lnTo>
                <a:lnTo>
                  <a:pt x="396" y="227"/>
                </a:lnTo>
                <a:lnTo>
                  <a:pt x="425" y="227"/>
                </a:lnTo>
                <a:lnTo>
                  <a:pt x="425" y="119"/>
                </a:lnTo>
                <a:lnTo>
                  <a:pt x="396" y="119"/>
                </a:lnTo>
                <a:lnTo>
                  <a:pt x="396" y="160"/>
                </a:lnTo>
                <a:lnTo>
                  <a:pt x="357" y="160"/>
                </a:lnTo>
                <a:lnTo>
                  <a:pt x="357" y="119"/>
                </a:lnTo>
                <a:lnTo>
                  <a:pt x="328" y="119"/>
                </a:lnTo>
                <a:lnTo>
                  <a:pt x="328" y="227"/>
                </a:lnTo>
                <a:close/>
                <a:moveTo>
                  <a:pt x="225" y="227"/>
                </a:moveTo>
                <a:lnTo>
                  <a:pt x="307" y="227"/>
                </a:lnTo>
                <a:lnTo>
                  <a:pt x="307" y="202"/>
                </a:lnTo>
                <a:lnTo>
                  <a:pt x="253" y="202"/>
                </a:lnTo>
                <a:lnTo>
                  <a:pt x="253" y="184"/>
                </a:lnTo>
                <a:lnTo>
                  <a:pt x="298" y="184"/>
                </a:lnTo>
                <a:lnTo>
                  <a:pt x="298" y="161"/>
                </a:lnTo>
                <a:lnTo>
                  <a:pt x="253" y="161"/>
                </a:lnTo>
                <a:lnTo>
                  <a:pt x="253" y="143"/>
                </a:lnTo>
                <a:lnTo>
                  <a:pt x="304" y="143"/>
                </a:lnTo>
                <a:lnTo>
                  <a:pt x="304" y="119"/>
                </a:lnTo>
                <a:lnTo>
                  <a:pt x="225" y="119"/>
                </a:lnTo>
                <a:lnTo>
                  <a:pt x="225" y="227"/>
                </a:lnTo>
                <a:close/>
                <a:moveTo>
                  <a:pt x="107" y="183"/>
                </a:moveTo>
                <a:lnTo>
                  <a:pt x="107" y="183"/>
                </a:lnTo>
                <a:lnTo>
                  <a:pt x="107" y="195"/>
                </a:lnTo>
                <a:lnTo>
                  <a:pt x="110" y="205"/>
                </a:lnTo>
                <a:lnTo>
                  <a:pt x="115" y="213"/>
                </a:lnTo>
                <a:lnTo>
                  <a:pt x="121" y="219"/>
                </a:lnTo>
                <a:lnTo>
                  <a:pt x="129" y="225"/>
                </a:lnTo>
                <a:lnTo>
                  <a:pt x="136" y="228"/>
                </a:lnTo>
                <a:lnTo>
                  <a:pt x="144" y="230"/>
                </a:lnTo>
                <a:lnTo>
                  <a:pt x="155" y="231"/>
                </a:lnTo>
                <a:lnTo>
                  <a:pt x="155" y="231"/>
                </a:lnTo>
                <a:lnTo>
                  <a:pt x="164" y="230"/>
                </a:lnTo>
                <a:lnTo>
                  <a:pt x="172" y="228"/>
                </a:lnTo>
                <a:lnTo>
                  <a:pt x="181" y="225"/>
                </a:lnTo>
                <a:lnTo>
                  <a:pt x="187" y="219"/>
                </a:lnTo>
                <a:lnTo>
                  <a:pt x="193" y="213"/>
                </a:lnTo>
                <a:lnTo>
                  <a:pt x="198" y="205"/>
                </a:lnTo>
                <a:lnTo>
                  <a:pt x="201" y="195"/>
                </a:lnTo>
                <a:lnTo>
                  <a:pt x="201" y="183"/>
                </a:lnTo>
                <a:lnTo>
                  <a:pt x="201" y="119"/>
                </a:lnTo>
                <a:lnTo>
                  <a:pt x="172" y="119"/>
                </a:lnTo>
                <a:lnTo>
                  <a:pt x="172" y="187"/>
                </a:lnTo>
                <a:lnTo>
                  <a:pt x="172" y="187"/>
                </a:lnTo>
                <a:lnTo>
                  <a:pt x="170" y="195"/>
                </a:lnTo>
                <a:lnTo>
                  <a:pt x="167" y="201"/>
                </a:lnTo>
                <a:lnTo>
                  <a:pt x="163" y="205"/>
                </a:lnTo>
                <a:lnTo>
                  <a:pt x="155" y="205"/>
                </a:lnTo>
                <a:lnTo>
                  <a:pt x="155" y="205"/>
                </a:lnTo>
                <a:lnTo>
                  <a:pt x="146" y="205"/>
                </a:lnTo>
                <a:lnTo>
                  <a:pt x="141" y="201"/>
                </a:lnTo>
                <a:lnTo>
                  <a:pt x="136" y="195"/>
                </a:lnTo>
                <a:lnTo>
                  <a:pt x="136" y="187"/>
                </a:lnTo>
                <a:lnTo>
                  <a:pt x="136" y="119"/>
                </a:lnTo>
                <a:lnTo>
                  <a:pt x="107" y="119"/>
                </a:lnTo>
                <a:lnTo>
                  <a:pt x="107" y="183"/>
                </a:lnTo>
                <a:close/>
                <a:moveTo>
                  <a:pt x="0" y="227"/>
                </a:moveTo>
                <a:lnTo>
                  <a:pt x="29" y="227"/>
                </a:lnTo>
                <a:lnTo>
                  <a:pt x="29" y="196"/>
                </a:lnTo>
                <a:lnTo>
                  <a:pt x="38" y="184"/>
                </a:lnTo>
                <a:lnTo>
                  <a:pt x="63" y="227"/>
                </a:lnTo>
                <a:lnTo>
                  <a:pt x="97" y="227"/>
                </a:lnTo>
                <a:lnTo>
                  <a:pt x="58" y="163"/>
                </a:lnTo>
                <a:lnTo>
                  <a:pt x="92" y="119"/>
                </a:lnTo>
                <a:lnTo>
                  <a:pt x="58" y="119"/>
                </a:lnTo>
                <a:lnTo>
                  <a:pt x="29" y="158"/>
                </a:lnTo>
                <a:lnTo>
                  <a:pt x="29" y="119"/>
                </a:lnTo>
                <a:lnTo>
                  <a:pt x="0" y="119"/>
                </a:lnTo>
                <a:lnTo>
                  <a:pt x="0" y="2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13146" y="3213715"/>
            <a:ext cx="6237686" cy="3096598"/>
          </a:xfrm>
          <a:prstGeom prst="rect">
            <a:avLst/>
          </a:prstGeom>
        </p:spPr>
        <p:txBody>
          <a:bodyPr l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Event information, location, name of presenter and date 24pt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EBB3F1-09E0-4702-8AF6-CBB268022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48" y="1991893"/>
            <a:ext cx="6237686" cy="1065940"/>
          </a:xfrm>
          <a:noFill/>
        </p:spPr>
        <p:txBody>
          <a:bodyPr>
            <a:noAutofit/>
          </a:bodyPr>
          <a:lstStyle>
            <a:lvl1pPr>
              <a:spcAft>
                <a:spcPts val="0"/>
              </a:spcAft>
              <a:defRPr lang="en-US" sz="2700" b="1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68578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25"/>
              </a:spcAft>
              <a:buFontTx/>
              <a:buNone/>
            </a:pPr>
            <a:r>
              <a:rPr lang="en-GB" noProof="0"/>
              <a:t>Enter Presentation Title up to a maximum of two lines 36pt</a:t>
            </a:r>
          </a:p>
        </p:txBody>
      </p:sp>
    </p:spTree>
    <p:extLst>
      <p:ext uri="{BB962C8B-B14F-4D97-AF65-F5344CB8AC3E}">
        <p14:creationId xmlns:p14="http://schemas.microsoft.com/office/powerpoint/2010/main" val="175568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7097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2500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6" name="Rectangle 5"/>
          <p:cNvSpPr/>
          <p:nvPr/>
        </p:nvSpPr>
        <p:spPr>
          <a:xfrm>
            <a:off x="416267" y="6251983"/>
            <a:ext cx="1912303" cy="32316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GB" sz="750" noProof="0" dirty="0">
                <a:solidFill>
                  <a:schemeClr val="bg1"/>
                </a:solidFill>
              </a:rPr>
              <a:t>© 2025 Kuehne</a:t>
            </a:r>
            <a:r>
              <a:rPr lang="en-GB" sz="750" baseline="0" noProof="0" dirty="0">
                <a:solidFill>
                  <a:schemeClr val="bg1"/>
                </a:solidFill>
              </a:rPr>
              <a:t>+Nagel.</a:t>
            </a:r>
            <a:r>
              <a:rPr lang="en-GB" sz="750" noProof="0" dirty="0">
                <a:solidFill>
                  <a:schemeClr val="bg1"/>
                </a:solidFill>
              </a:rPr>
              <a:t>  All rights reserved.</a:t>
            </a:r>
          </a:p>
        </p:txBody>
      </p: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4898231" y="2974975"/>
            <a:ext cx="3244454" cy="865188"/>
          </a:xfrm>
          <a:custGeom>
            <a:avLst/>
            <a:gdLst>
              <a:gd name="T0" fmla="*/ 2449 w 2725"/>
              <a:gd name="T1" fmla="*/ 160 h 545"/>
              <a:gd name="T2" fmla="*/ 2470 w 2725"/>
              <a:gd name="T3" fmla="*/ 206 h 545"/>
              <a:gd name="T4" fmla="*/ 2422 w 2725"/>
              <a:gd name="T5" fmla="*/ 186 h 545"/>
              <a:gd name="T6" fmla="*/ 2355 w 2725"/>
              <a:gd name="T7" fmla="*/ 528 h 545"/>
              <a:gd name="T8" fmla="*/ 2499 w 2725"/>
              <a:gd name="T9" fmla="*/ 540 h 545"/>
              <a:gd name="T10" fmla="*/ 2590 w 2725"/>
              <a:gd name="T11" fmla="*/ 445 h 545"/>
              <a:gd name="T12" fmla="*/ 2521 w 2725"/>
              <a:gd name="T13" fmla="*/ 306 h 545"/>
              <a:gd name="T14" fmla="*/ 2509 w 2725"/>
              <a:gd name="T15" fmla="*/ 206 h 545"/>
              <a:gd name="T16" fmla="*/ 2494 w 2725"/>
              <a:gd name="T17" fmla="*/ 143 h 545"/>
              <a:gd name="T18" fmla="*/ 2425 w 2725"/>
              <a:gd name="T19" fmla="*/ 131 h 545"/>
              <a:gd name="T20" fmla="*/ 2386 w 2725"/>
              <a:gd name="T21" fmla="*/ 186 h 545"/>
              <a:gd name="T22" fmla="*/ 2379 w 2725"/>
              <a:gd name="T23" fmla="*/ 270 h 545"/>
              <a:gd name="T24" fmla="*/ 2333 w 2725"/>
              <a:gd name="T25" fmla="*/ 464 h 545"/>
              <a:gd name="T26" fmla="*/ 2187 w 2725"/>
              <a:gd name="T27" fmla="*/ 191 h 545"/>
              <a:gd name="T28" fmla="*/ 2297 w 2725"/>
              <a:gd name="T29" fmla="*/ 48 h 545"/>
              <a:gd name="T30" fmla="*/ 2451 w 2725"/>
              <a:gd name="T31" fmla="*/ 0 h 545"/>
              <a:gd name="T32" fmla="*/ 2624 w 2725"/>
              <a:gd name="T33" fmla="*/ 62 h 545"/>
              <a:gd name="T34" fmla="*/ 2720 w 2725"/>
              <a:gd name="T35" fmla="*/ 215 h 545"/>
              <a:gd name="T36" fmla="*/ 2706 w 2725"/>
              <a:gd name="T37" fmla="*/ 366 h 545"/>
              <a:gd name="T38" fmla="*/ 2634 w 2725"/>
              <a:gd name="T39" fmla="*/ 397 h 545"/>
              <a:gd name="T40" fmla="*/ 2675 w 2725"/>
              <a:gd name="T41" fmla="*/ 270 h 545"/>
              <a:gd name="T42" fmla="*/ 2636 w 2725"/>
              <a:gd name="T43" fmla="*/ 146 h 545"/>
              <a:gd name="T44" fmla="*/ 2516 w 2725"/>
              <a:gd name="T45" fmla="*/ 57 h 545"/>
              <a:gd name="T46" fmla="*/ 2384 w 2725"/>
              <a:gd name="T47" fmla="*/ 57 h 545"/>
              <a:gd name="T48" fmla="*/ 2266 w 2725"/>
              <a:gd name="T49" fmla="*/ 146 h 545"/>
              <a:gd name="T50" fmla="*/ 2228 w 2725"/>
              <a:gd name="T51" fmla="*/ 270 h 545"/>
              <a:gd name="T52" fmla="*/ 2266 w 2725"/>
              <a:gd name="T53" fmla="*/ 397 h 545"/>
              <a:gd name="T54" fmla="*/ 2194 w 2725"/>
              <a:gd name="T55" fmla="*/ 366 h 545"/>
              <a:gd name="T56" fmla="*/ 1939 w 2725"/>
              <a:gd name="T57" fmla="*/ 186 h 545"/>
              <a:gd name="T58" fmla="*/ 1906 w 2725"/>
              <a:gd name="T59" fmla="*/ 356 h 545"/>
              <a:gd name="T60" fmla="*/ 1824 w 2725"/>
              <a:gd name="T61" fmla="*/ 225 h 545"/>
              <a:gd name="T62" fmla="*/ 1588 w 2725"/>
              <a:gd name="T63" fmla="*/ 253 h 545"/>
              <a:gd name="T64" fmla="*/ 1670 w 2725"/>
              <a:gd name="T65" fmla="*/ 182 h 545"/>
              <a:gd name="T66" fmla="*/ 1735 w 2725"/>
              <a:gd name="T67" fmla="*/ 215 h 545"/>
              <a:gd name="T68" fmla="*/ 1680 w 2725"/>
              <a:gd name="T69" fmla="*/ 220 h 545"/>
              <a:gd name="T70" fmla="*/ 1639 w 2725"/>
              <a:gd name="T71" fmla="*/ 241 h 545"/>
              <a:gd name="T72" fmla="*/ 1648 w 2725"/>
              <a:gd name="T73" fmla="*/ 316 h 545"/>
              <a:gd name="T74" fmla="*/ 1701 w 2725"/>
              <a:gd name="T75" fmla="*/ 294 h 545"/>
              <a:gd name="T76" fmla="*/ 1711 w 2725"/>
              <a:gd name="T77" fmla="*/ 356 h 545"/>
              <a:gd name="T78" fmla="*/ 1610 w 2725"/>
              <a:gd name="T79" fmla="*/ 339 h 545"/>
              <a:gd name="T80" fmla="*/ 1490 w 2725"/>
              <a:gd name="T81" fmla="*/ 232 h 545"/>
              <a:gd name="T82" fmla="*/ 1533 w 2725"/>
              <a:gd name="T83" fmla="*/ 356 h 545"/>
              <a:gd name="T84" fmla="*/ 1274 w 2725"/>
              <a:gd name="T85" fmla="*/ 256 h 545"/>
              <a:gd name="T86" fmla="*/ 1233 w 2725"/>
              <a:gd name="T87" fmla="*/ 186 h 545"/>
              <a:gd name="T88" fmla="*/ 1134 w 2725"/>
              <a:gd name="T89" fmla="*/ 268 h 545"/>
              <a:gd name="T90" fmla="*/ 1040 w 2725"/>
              <a:gd name="T91" fmla="*/ 289 h 545"/>
              <a:gd name="T92" fmla="*/ 1007 w 2725"/>
              <a:gd name="T93" fmla="*/ 253 h 545"/>
              <a:gd name="T94" fmla="*/ 704 w 2725"/>
              <a:gd name="T95" fmla="*/ 356 h 545"/>
              <a:gd name="T96" fmla="*/ 812 w 2725"/>
              <a:gd name="T97" fmla="*/ 287 h 545"/>
              <a:gd name="T98" fmla="*/ 620 w 2725"/>
              <a:gd name="T99" fmla="*/ 292 h 545"/>
              <a:gd name="T100" fmla="*/ 560 w 2725"/>
              <a:gd name="T101" fmla="*/ 186 h 545"/>
              <a:gd name="T102" fmla="*/ 396 w 2725"/>
              <a:gd name="T103" fmla="*/ 289 h 545"/>
              <a:gd name="T104" fmla="*/ 353 w 2725"/>
              <a:gd name="T105" fmla="*/ 186 h 545"/>
              <a:gd name="T106" fmla="*/ 190 w 2725"/>
              <a:gd name="T107" fmla="*/ 344 h 545"/>
              <a:gd name="T108" fmla="*/ 269 w 2725"/>
              <a:gd name="T109" fmla="*/ 359 h 545"/>
              <a:gd name="T110" fmla="*/ 315 w 2725"/>
              <a:gd name="T111" fmla="*/ 186 h 545"/>
              <a:gd name="T112" fmla="*/ 243 w 2725"/>
              <a:gd name="T113" fmla="*/ 323 h 545"/>
              <a:gd name="T114" fmla="*/ 168 w 2725"/>
              <a:gd name="T115" fmla="*/ 186 h 545"/>
              <a:gd name="T116" fmla="*/ 151 w 2725"/>
              <a:gd name="T117" fmla="*/ 356 h 545"/>
              <a:gd name="T118" fmla="*/ 0 w 2725"/>
              <a:gd name="T119" fmla="*/ 356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25" h="545">
                <a:moveTo>
                  <a:pt x="2422" y="186"/>
                </a:moveTo>
                <a:lnTo>
                  <a:pt x="2422" y="186"/>
                </a:lnTo>
                <a:lnTo>
                  <a:pt x="2425" y="177"/>
                </a:lnTo>
                <a:lnTo>
                  <a:pt x="2429" y="167"/>
                </a:lnTo>
                <a:lnTo>
                  <a:pt x="2439" y="163"/>
                </a:lnTo>
                <a:lnTo>
                  <a:pt x="2449" y="160"/>
                </a:lnTo>
                <a:lnTo>
                  <a:pt x="2449" y="160"/>
                </a:lnTo>
                <a:lnTo>
                  <a:pt x="2461" y="163"/>
                </a:lnTo>
                <a:lnTo>
                  <a:pt x="2470" y="167"/>
                </a:lnTo>
                <a:lnTo>
                  <a:pt x="2475" y="177"/>
                </a:lnTo>
                <a:lnTo>
                  <a:pt x="2477" y="186"/>
                </a:lnTo>
                <a:lnTo>
                  <a:pt x="2477" y="186"/>
                </a:lnTo>
                <a:lnTo>
                  <a:pt x="2475" y="198"/>
                </a:lnTo>
                <a:lnTo>
                  <a:pt x="2470" y="206"/>
                </a:lnTo>
                <a:lnTo>
                  <a:pt x="2461" y="213"/>
                </a:lnTo>
                <a:lnTo>
                  <a:pt x="2449" y="215"/>
                </a:lnTo>
                <a:lnTo>
                  <a:pt x="2449" y="215"/>
                </a:lnTo>
                <a:lnTo>
                  <a:pt x="2439" y="213"/>
                </a:lnTo>
                <a:lnTo>
                  <a:pt x="2429" y="206"/>
                </a:lnTo>
                <a:lnTo>
                  <a:pt x="2425" y="198"/>
                </a:lnTo>
                <a:lnTo>
                  <a:pt x="2422" y="186"/>
                </a:lnTo>
                <a:lnTo>
                  <a:pt x="2422" y="186"/>
                </a:lnTo>
                <a:close/>
                <a:moveTo>
                  <a:pt x="2273" y="480"/>
                </a:moveTo>
                <a:lnTo>
                  <a:pt x="2273" y="480"/>
                </a:lnTo>
                <a:lnTo>
                  <a:pt x="2292" y="495"/>
                </a:lnTo>
                <a:lnTo>
                  <a:pt x="2312" y="507"/>
                </a:lnTo>
                <a:lnTo>
                  <a:pt x="2333" y="519"/>
                </a:lnTo>
                <a:lnTo>
                  <a:pt x="2355" y="528"/>
                </a:lnTo>
                <a:lnTo>
                  <a:pt x="2379" y="535"/>
                </a:lnTo>
                <a:lnTo>
                  <a:pt x="2401" y="540"/>
                </a:lnTo>
                <a:lnTo>
                  <a:pt x="2425" y="543"/>
                </a:lnTo>
                <a:lnTo>
                  <a:pt x="2451" y="545"/>
                </a:lnTo>
                <a:lnTo>
                  <a:pt x="2451" y="545"/>
                </a:lnTo>
                <a:lnTo>
                  <a:pt x="2475" y="543"/>
                </a:lnTo>
                <a:lnTo>
                  <a:pt x="2499" y="540"/>
                </a:lnTo>
                <a:lnTo>
                  <a:pt x="2521" y="535"/>
                </a:lnTo>
                <a:lnTo>
                  <a:pt x="2545" y="528"/>
                </a:lnTo>
                <a:lnTo>
                  <a:pt x="2566" y="519"/>
                </a:lnTo>
                <a:lnTo>
                  <a:pt x="2588" y="507"/>
                </a:lnTo>
                <a:lnTo>
                  <a:pt x="2607" y="495"/>
                </a:lnTo>
                <a:lnTo>
                  <a:pt x="2626" y="480"/>
                </a:lnTo>
                <a:lnTo>
                  <a:pt x="2590" y="445"/>
                </a:lnTo>
                <a:lnTo>
                  <a:pt x="2590" y="445"/>
                </a:lnTo>
                <a:lnTo>
                  <a:pt x="2566" y="464"/>
                </a:lnTo>
                <a:lnTo>
                  <a:pt x="2538" y="480"/>
                </a:lnTo>
                <a:lnTo>
                  <a:pt x="2506" y="492"/>
                </a:lnTo>
                <a:lnTo>
                  <a:pt x="2475" y="497"/>
                </a:lnTo>
                <a:lnTo>
                  <a:pt x="2475" y="306"/>
                </a:lnTo>
                <a:lnTo>
                  <a:pt x="2521" y="306"/>
                </a:lnTo>
                <a:lnTo>
                  <a:pt x="2521" y="270"/>
                </a:lnTo>
                <a:lnTo>
                  <a:pt x="2475" y="270"/>
                </a:lnTo>
                <a:lnTo>
                  <a:pt x="2475" y="241"/>
                </a:lnTo>
                <a:lnTo>
                  <a:pt x="2475" y="241"/>
                </a:lnTo>
                <a:lnTo>
                  <a:pt x="2490" y="234"/>
                </a:lnTo>
                <a:lnTo>
                  <a:pt x="2502" y="222"/>
                </a:lnTo>
                <a:lnTo>
                  <a:pt x="2509" y="206"/>
                </a:lnTo>
                <a:lnTo>
                  <a:pt x="2511" y="196"/>
                </a:lnTo>
                <a:lnTo>
                  <a:pt x="2514" y="186"/>
                </a:lnTo>
                <a:lnTo>
                  <a:pt x="2514" y="186"/>
                </a:lnTo>
                <a:lnTo>
                  <a:pt x="2511" y="174"/>
                </a:lnTo>
                <a:lnTo>
                  <a:pt x="2509" y="163"/>
                </a:lnTo>
                <a:lnTo>
                  <a:pt x="2502" y="153"/>
                </a:lnTo>
                <a:lnTo>
                  <a:pt x="2494" y="143"/>
                </a:lnTo>
                <a:lnTo>
                  <a:pt x="2485" y="136"/>
                </a:lnTo>
                <a:lnTo>
                  <a:pt x="2475" y="131"/>
                </a:lnTo>
                <a:lnTo>
                  <a:pt x="2463" y="127"/>
                </a:lnTo>
                <a:lnTo>
                  <a:pt x="2451" y="127"/>
                </a:lnTo>
                <a:lnTo>
                  <a:pt x="2451" y="127"/>
                </a:lnTo>
                <a:lnTo>
                  <a:pt x="2437" y="127"/>
                </a:lnTo>
                <a:lnTo>
                  <a:pt x="2425" y="131"/>
                </a:lnTo>
                <a:lnTo>
                  <a:pt x="2415" y="136"/>
                </a:lnTo>
                <a:lnTo>
                  <a:pt x="2405" y="143"/>
                </a:lnTo>
                <a:lnTo>
                  <a:pt x="2398" y="153"/>
                </a:lnTo>
                <a:lnTo>
                  <a:pt x="2391" y="163"/>
                </a:lnTo>
                <a:lnTo>
                  <a:pt x="2389" y="174"/>
                </a:lnTo>
                <a:lnTo>
                  <a:pt x="2386" y="186"/>
                </a:lnTo>
                <a:lnTo>
                  <a:pt x="2386" y="186"/>
                </a:lnTo>
                <a:lnTo>
                  <a:pt x="2389" y="196"/>
                </a:lnTo>
                <a:lnTo>
                  <a:pt x="2391" y="206"/>
                </a:lnTo>
                <a:lnTo>
                  <a:pt x="2398" y="222"/>
                </a:lnTo>
                <a:lnTo>
                  <a:pt x="2410" y="234"/>
                </a:lnTo>
                <a:lnTo>
                  <a:pt x="2425" y="241"/>
                </a:lnTo>
                <a:lnTo>
                  <a:pt x="2425" y="270"/>
                </a:lnTo>
                <a:lnTo>
                  <a:pt x="2379" y="270"/>
                </a:lnTo>
                <a:lnTo>
                  <a:pt x="2379" y="306"/>
                </a:lnTo>
                <a:lnTo>
                  <a:pt x="2425" y="306"/>
                </a:lnTo>
                <a:lnTo>
                  <a:pt x="2425" y="497"/>
                </a:lnTo>
                <a:lnTo>
                  <a:pt x="2425" y="497"/>
                </a:lnTo>
                <a:lnTo>
                  <a:pt x="2393" y="492"/>
                </a:lnTo>
                <a:lnTo>
                  <a:pt x="2362" y="480"/>
                </a:lnTo>
                <a:lnTo>
                  <a:pt x="2333" y="464"/>
                </a:lnTo>
                <a:lnTo>
                  <a:pt x="2309" y="445"/>
                </a:lnTo>
                <a:lnTo>
                  <a:pt x="2273" y="480"/>
                </a:lnTo>
                <a:close/>
                <a:moveTo>
                  <a:pt x="2175" y="270"/>
                </a:moveTo>
                <a:lnTo>
                  <a:pt x="2175" y="270"/>
                </a:lnTo>
                <a:lnTo>
                  <a:pt x="2177" y="244"/>
                </a:lnTo>
                <a:lnTo>
                  <a:pt x="2182" y="215"/>
                </a:lnTo>
                <a:lnTo>
                  <a:pt x="2187" y="191"/>
                </a:lnTo>
                <a:lnTo>
                  <a:pt x="2196" y="165"/>
                </a:lnTo>
                <a:lnTo>
                  <a:pt x="2208" y="141"/>
                </a:lnTo>
                <a:lnTo>
                  <a:pt x="2223" y="120"/>
                </a:lnTo>
                <a:lnTo>
                  <a:pt x="2237" y="98"/>
                </a:lnTo>
                <a:lnTo>
                  <a:pt x="2256" y="79"/>
                </a:lnTo>
                <a:lnTo>
                  <a:pt x="2276" y="62"/>
                </a:lnTo>
                <a:lnTo>
                  <a:pt x="2297" y="48"/>
                </a:lnTo>
                <a:lnTo>
                  <a:pt x="2319" y="33"/>
                </a:lnTo>
                <a:lnTo>
                  <a:pt x="2343" y="22"/>
                </a:lnTo>
                <a:lnTo>
                  <a:pt x="2369" y="12"/>
                </a:lnTo>
                <a:lnTo>
                  <a:pt x="2396" y="7"/>
                </a:lnTo>
                <a:lnTo>
                  <a:pt x="2422" y="2"/>
                </a:lnTo>
                <a:lnTo>
                  <a:pt x="2451" y="0"/>
                </a:lnTo>
                <a:lnTo>
                  <a:pt x="2451" y="0"/>
                </a:lnTo>
                <a:lnTo>
                  <a:pt x="2477" y="2"/>
                </a:lnTo>
                <a:lnTo>
                  <a:pt x="2506" y="7"/>
                </a:lnTo>
                <a:lnTo>
                  <a:pt x="2530" y="12"/>
                </a:lnTo>
                <a:lnTo>
                  <a:pt x="2557" y="22"/>
                </a:lnTo>
                <a:lnTo>
                  <a:pt x="2581" y="33"/>
                </a:lnTo>
                <a:lnTo>
                  <a:pt x="2602" y="48"/>
                </a:lnTo>
                <a:lnTo>
                  <a:pt x="2624" y="62"/>
                </a:lnTo>
                <a:lnTo>
                  <a:pt x="2643" y="79"/>
                </a:lnTo>
                <a:lnTo>
                  <a:pt x="2663" y="98"/>
                </a:lnTo>
                <a:lnTo>
                  <a:pt x="2677" y="120"/>
                </a:lnTo>
                <a:lnTo>
                  <a:pt x="2691" y="141"/>
                </a:lnTo>
                <a:lnTo>
                  <a:pt x="2703" y="165"/>
                </a:lnTo>
                <a:lnTo>
                  <a:pt x="2713" y="191"/>
                </a:lnTo>
                <a:lnTo>
                  <a:pt x="2720" y="215"/>
                </a:lnTo>
                <a:lnTo>
                  <a:pt x="2723" y="244"/>
                </a:lnTo>
                <a:lnTo>
                  <a:pt x="2725" y="270"/>
                </a:lnTo>
                <a:lnTo>
                  <a:pt x="2725" y="270"/>
                </a:lnTo>
                <a:lnTo>
                  <a:pt x="2723" y="296"/>
                </a:lnTo>
                <a:lnTo>
                  <a:pt x="2720" y="320"/>
                </a:lnTo>
                <a:lnTo>
                  <a:pt x="2715" y="344"/>
                </a:lnTo>
                <a:lnTo>
                  <a:pt x="2706" y="366"/>
                </a:lnTo>
                <a:lnTo>
                  <a:pt x="2699" y="390"/>
                </a:lnTo>
                <a:lnTo>
                  <a:pt x="2687" y="409"/>
                </a:lnTo>
                <a:lnTo>
                  <a:pt x="2672" y="430"/>
                </a:lnTo>
                <a:lnTo>
                  <a:pt x="2658" y="449"/>
                </a:lnTo>
                <a:lnTo>
                  <a:pt x="2622" y="414"/>
                </a:lnTo>
                <a:lnTo>
                  <a:pt x="2622" y="414"/>
                </a:lnTo>
                <a:lnTo>
                  <a:pt x="2634" y="397"/>
                </a:lnTo>
                <a:lnTo>
                  <a:pt x="2643" y="380"/>
                </a:lnTo>
                <a:lnTo>
                  <a:pt x="2653" y="363"/>
                </a:lnTo>
                <a:lnTo>
                  <a:pt x="2660" y="347"/>
                </a:lnTo>
                <a:lnTo>
                  <a:pt x="2665" y="327"/>
                </a:lnTo>
                <a:lnTo>
                  <a:pt x="2670" y="308"/>
                </a:lnTo>
                <a:lnTo>
                  <a:pt x="2672" y="289"/>
                </a:lnTo>
                <a:lnTo>
                  <a:pt x="2675" y="270"/>
                </a:lnTo>
                <a:lnTo>
                  <a:pt x="2675" y="270"/>
                </a:lnTo>
                <a:lnTo>
                  <a:pt x="2672" y="249"/>
                </a:lnTo>
                <a:lnTo>
                  <a:pt x="2670" y="227"/>
                </a:lnTo>
                <a:lnTo>
                  <a:pt x="2663" y="206"/>
                </a:lnTo>
                <a:lnTo>
                  <a:pt x="2655" y="184"/>
                </a:lnTo>
                <a:lnTo>
                  <a:pt x="2646" y="165"/>
                </a:lnTo>
                <a:lnTo>
                  <a:pt x="2636" y="146"/>
                </a:lnTo>
                <a:lnTo>
                  <a:pt x="2622" y="129"/>
                </a:lnTo>
                <a:lnTo>
                  <a:pt x="2607" y="112"/>
                </a:lnTo>
                <a:lnTo>
                  <a:pt x="2593" y="98"/>
                </a:lnTo>
                <a:lnTo>
                  <a:pt x="2574" y="86"/>
                </a:lnTo>
                <a:lnTo>
                  <a:pt x="2557" y="74"/>
                </a:lnTo>
                <a:lnTo>
                  <a:pt x="2538" y="65"/>
                </a:lnTo>
                <a:lnTo>
                  <a:pt x="2516" y="57"/>
                </a:lnTo>
                <a:lnTo>
                  <a:pt x="2494" y="53"/>
                </a:lnTo>
                <a:lnTo>
                  <a:pt x="2473" y="48"/>
                </a:lnTo>
                <a:lnTo>
                  <a:pt x="2451" y="48"/>
                </a:lnTo>
                <a:lnTo>
                  <a:pt x="2451" y="48"/>
                </a:lnTo>
                <a:lnTo>
                  <a:pt x="2427" y="48"/>
                </a:lnTo>
                <a:lnTo>
                  <a:pt x="2405" y="53"/>
                </a:lnTo>
                <a:lnTo>
                  <a:pt x="2384" y="57"/>
                </a:lnTo>
                <a:lnTo>
                  <a:pt x="2362" y="65"/>
                </a:lnTo>
                <a:lnTo>
                  <a:pt x="2343" y="74"/>
                </a:lnTo>
                <a:lnTo>
                  <a:pt x="2326" y="86"/>
                </a:lnTo>
                <a:lnTo>
                  <a:pt x="2309" y="98"/>
                </a:lnTo>
                <a:lnTo>
                  <a:pt x="2292" y="112"/>
                </a:lnTo>
                <a:lnTo>
                  <a:pt x="2278" y="129"/>
                </a:lnTo>
                <a:lnTo>
                  <a:pt x="2266" y="146"/>
                </a:lnTo>
                <a:lnTo>
                  <a:pt x="2254" y="165"/>
                </a:lnTo>
                <a:lnTo>
                  <a:pt x="2244" y="184"/>
                </a:lnTo>
                <a:lnTo>
                  <a:pt x="2237" y="206"/>
                </a:lnTo>
                <a:lnTo>
                  <a:pt x="2230" y="227"/>
                </a:lnTo>
                <a:lnTo>
                  <a:pt x="2228" y="249"/>
                </a:lnTo>
                <a:lnTo>
                  <a:pt x="2228" y="270"/>
                </a:lnTo>
                <a:lnTo>
                  <a:pt x="2228" y="270"/>
                </a:lnTo>
                <a:lnTo>
                  <a:pt x="2228" y="289"/>
                </a:lnTo>
                <a:lnTo>
                  <a:pt x="2230" y="308"/>
                </a:lnTo>
                <a:lnTo>
                  <a:pt x="2235" y="327"/>
                </a:lnTo>
                <a:lnTo>
                  <a:pt x="2240" y="347"/>
                </a:lnTo>
                <a:lnTo>
                  <a:pt x="2247" y="363"/>
                </a:lnTo>
                <a:lnTo>
                  <a:pt x="2256" y="380"/>
                </a:lnTo>
                <a:lnTo>
                  <a:pt x="2266" y="397"/>
                </a:lnTo>
                <a:lnTo>
                  <a:pt x="2278" y="414"/>
                </a:lnTo>
                <a:lnTo>
                  <a:pt x="2242" y="449"/>
                </a:lnTo>
                <a:lnTo>
                  <a:pt x="2242" y="449"/>
                </a:lnTo>
                <a:lnTo>
                  <a:pt x="2228" y="430"/>
                </a:lnTo>
                <a:lnTo>
                  <a:pt x="2213" y="409"/>
                </a:lnTo>
                <a:lnTo>
                  <a:pt x="2204" y="390"/>
                </a:lnTo>
                <a:lnTo>
                  <a:pt x="2194" y="366"/>
                </a:lnTo>
                <a:lnTo>
                  <a:pt x="2184" y="344"/>
                </a:lnTo>
                <a:lnTo>
                  <a:pt x="2180" y="320"/>
                </a:lnTo>
                <a:lnTo>
                  <a:pt x="2177" y="296"/>
                </a:lnTo>
                <a:lnTo>
                  <a:pt x="2175" y="270"/>
                </a:lnTo>
                <a:lnTo>
                  <a:pt x="2175" y="270"/>
                </a:lnTo>
                <a:close/>
                <a:moveTo>
                  <a:pt x="1939" y="356"/>
                </a:moveTo>
                <a:lnTo>
                  <a:pt x="1939" y="186"/>
                </a:lnTo>
                <a:lnTo>
                  <a:pt x="1985" y="186"/>
                </a:lnTo>
                <a:lnTo>
                  <a:pt x="1985" y="318"/>
                </a:lnTo>
                <a:lnTo>
                  <a:pt x="2062" y="318"/>
                </a:lnTo>
                <a:lnTo>
                  <a:pt x="2062" y="356"/>
                </a:lnTo>
                <a:lnTo>
                  <a:pt x="1939" y="356"/>
                </a:lnTo>
                <a:close/>
                <a:moveTo>
                  <a:pt x="1781" y="356"/>
                </a:moveTo>
                <a:lnTo>
                  <a:pt x="1906" y="356"/>
                </a:lnTo>
                <a:lnTo>
                  <a:pt x="1906" y="318"/>
                </a:lnTo>
                <a:lnTo>
                  <a:pt x="1824" y="318"/>
                </a:lnTo>
                <a:lnTo>
                  <a:pt x="1824" y="289"/>
                </a:lnTo>
                <a:lnTo>
                  <a:pt x="1891" y="289"/>
                </a:lnTo>
                <a:lnTo>
                  <a:pt x="1891" y="253"/>
                </a:lnTo>
                <a:lnTo>
                  <a:pt x="1824" y="253"/>
                </a:lnTo>
                <a:lnTo>
                  <a:pt x="1824" y="225"/>
                </a:lnTo>
                <a:lnTo>
                  <a:pt x="1903" y="225"/>
                </a:lnTo>
                <a:lnTo>
                  <a:pt x="1903" y="186"/>
                </a:lnTo>
                <a:lnTo>
                  <a:pt x="1781" y="186"/>
                </a:lnTo>
                <a:lnTo>
                  <a:pt x="1781" y="356"/>
                </a:lnTo>
                <a:close/>
                <a:moveTo>
                  <a:pt x="1586" y="273"/>
                </a:moveTo>
                <a:lnTo>
                  <a:pt x="1586" y="273"/>
                </a:lnTo>
                <a:lnTo>
                  <a:pt x="1588" y="253"/>
                </a:lnTo>
                <a:lnTo>
                  <a:pt x="1593" y="237"/>
                </a:lnTo>
                <a:lnTo>
                  <a:pt x="1600" y="220"/>
                </a:lnTo>
                <a:lnTo>
                  <a:pt x="1610" y="208"/>
                </a:lnTo>
                <a:lnTo>
                  <a:pt x="1622" y="196"/>
                </a:lnTo>
                <a:lnTo>
                  <a:pt x="1636" y="189"/>
                </a:lnTo>
                <a:lnTo>
                  <a:pt x="1651" y="184"/>
                </a:lnTo>
                <a:lnTo>
                  <a:pt x="1670" y="182"/>
                </a:lnTo>
                <a:lnTo>
                  <a:pt x="1670" y="182"/>
                </a:lnTo>
                <a:lnTo>
                  <a:pt x="1685" y="184"/>
                </a:lnTo>
                <a:lnTo>
                  <a:pt x="1697" y="186"/>
                </a:lnTo>
                <a:lnTo>
                  <a:pt x="1709" y="191"/>
                </a:lnTo>
                <a:lnTo>
                  <a:pt x="1718" y="196"/>
                </a:lnTo>
                <a:lnTo>
                  <a:pt x="1728" y="206"/>
                </a:lnTo>
                <a:lnTo>
                  <a:pt x="1735" y="215"/>
                </a:lnTo>
                <a:lnTo>
                  <a:pt x="1742" y="227"/>
                </a:lnTo>
                <a:lnTo>
                  <a:pt x="1745" y="241"/>
                </a:lnTo>
                <a:lnTo>
                  <a:pt x="1699" y="241"/>
                </a:lnTo>
                <a:lnTo>
                  <a:pt x="1699" y="241"/>
                </a:lnTo>
                <a:lnTo>
                  <a:pt x="1694" y="229"/>
                </a:lnTo>
                <a:lnTo>
                  <a:pt x="1689" y="225"/>
                </a:lnTo>
                <a:lnTo>
                  <a:pt x="1680" y="220"/>
                </a:lnTo>
                <a:lnTo>
                  <a:pt x="1670" y="220"/>
                </a:lnTo>
                <a:lnTo>
                  <a:pt x="1670" y="220"/>
                </a:lnTo>
                <a:lnTo>
                  <a:pt x="1663" y="220"/>
                </a:lnTo>
                <a:lnTo>
                  <a:pt x="1653" y="225"/>
                </a:lnTo>
                <a:lnTo>
                  <a:pt x="1648" y="229"/>
                </a:lnTo>
                <a:lnTo>
                  <a:pt x="1641" y="234"/>
                </a:lnTo>
                <a:lnTo>
                  <a:pt x="1639" y="241"/>
                </a:lnTo>
                <a:lnTo>
                  <a:pt x="1634" y="251"/>
                </a:lnTo>
                <a:lnTo>
                  <a:pt x="1632" y="273"/>
                </a:lnTo>
                <a:lnTo>
                  <a:pt x="1632" y="273"/>
                </a:lnTo>
                <a:lnTo>
                  <a:pt x="1634" y="294"/>
                </a:lnTo>
                <a:lnTo>
                  <a:pt x="1639" y="301"/>
                </a:lnTo>
                <a:lnTo>
                  <a:pt x="1644" y="311"/>
                </a:lnTo>
                <a:lnTo>
                  <a:pt x="1648" y="316"/>
                </a:lnTo>
                <a:lnTo>
                  <a:pt x="1656" y="320"/>
                </a:lnTo>
                <a:lnTo>
                  <a:pt x="1663" y="325"/>
                </a:lnTo>
                <a:lnTo>
                  <a:pt x="1672" y="325"/>
                </a:lnTo>
                <a:lnTo>
                  <a:pt x="1672" y="325"/>
                </a:lnTo>
                <a:lnTo>
                  <a:pt x="1689" y="323"/>
                </a:lnTo>
                <a:lnTo>
                  <a:pt x="1701" y="318"/>
                </a:lnTo>
                <a:lnTo>
                  <a:pt x="1701" y="294"/>
                </a:lnTo>
                <a:lnTo>
                  <a:pt x="1672" y="294"/>
                </a:lnTo>
                <a:lnTo>
                  <a:pt x="1672" y="263"/>
                </a:lnTo>
                <a:lnTo>
                  <a:pt x="1745" y="263"/>
                </a:lnTo>
                <a:lnTo>
                  <a:pt x="1745" y="337"/>
                </a:lnTo>
                <a:lnTo>
                  <a:pt x="1745" y="337"/>
                </a:lnTo>
                <a:lnTo>
                  <a:pt x="1728" y="349"/>
                </a:lnTo>
                <a:lnTo>
                  <a:pt x="1711" y="356"/>
                </a:lnTo>
                <a:lnTo>
                  <a:pt x="1692" y="361"/>
                </a:lnTo>
                <a:lnTo>
                  <a:pt x="1677" y="363"/>
                </a:lnTo>
                <a:lnTo>
                  <a:pt x="1677" y="363"/>
                </a:lnTo>
                <a:lnTo>
                  <a:pt x="1656" y="361"/>
                </a:lnTo>
                <a:lnTo>
                  <a:pt x="1639" y="356"/>
                </a:lnTo>
                <a:lnTo>
                  <a:pt x="1622" y="349"/>
                </a:lnTo>
                <a:lnTo>
                  <a:pt x="1610" y="339"/>
                </a:lnTo>
                <a:lnTo>
                  <a:pt x="1600" y="325"/>
                </a:lnTo>
                <a:lnTo>
                  <a:pt x="1593" y="311"/>
                </a:lnTo>
                <a:lnTo>
                  <a:pt x="1588" y="292"/>
                </a:lnTo>
                <a:lnTo>
                  <a:pt x="1586" y="273"/>
                </a:lnTo>
                <a:lnTo>
                  <a:pt x="1586" y="273"/>
                </a:lnTo>
                <a:close/>
                <a:moveTo>
                  <a:pt x="1468" y="296"/>
                </a:moveTo>
                <a:lnTo>
                  <a:pt x="1490" y="232"/>
                </a:lnTo>
                <a:lnTo>
                  <a:pt x="1511" y="296"/>
                </a:lnTo>
                <a:lnTo>
                  <a:pt x="1468" y="296"/>
                </a:lnTo>
                <a:close/>
                <a:moveTo>
                  <a:pt x="1401" y="356"/>
                </a:moveTo>
                <a:lnTo>
                  <a:pt x="1449" y="356"/>
                </a:lnTo>
                <a:lnTo>
                  <a:pt x="1456" y="330"/>
                </a:lnTo>
                <a:lnTo>
                  <a:pt x="1524" y="330"/>
                </a:lnTo>
                <a:lnTo>
                  <a:pt x="1533" y="356"/>
                </a:lnTo>
                <a:lnTo>
                  <a:pt x="1579" y="356"/>
                </a:lnTo>
                <a:lnTo>
                  <a:pt x="1514" y="186"/>
                </a:lnTo>
                <a:lnTo>
                  <a:pt x="1466" y="186"/>
                </a:lnTo>
                <a:lnTo>
                  <a:pt x="1401" y="356"/>
                </a:lnTo>
                <a:close/>
                <a:moveTo>
                  <a:pt x="1233" y="356"/>
                </a:moveTo>
                <a:lnTo>
                  <a:pt x="1274" y="356"/>
                </a:lnTo>
                <a:lnTo>
                  <a:pt x="1274" y="256"/>
                </a:lnTo>
                <a:lnTo>
                  <a:pt x="1334" y="356"/>
                </a:lnTo>
                <a:lnTo>
                  <a:pt x="1382" y="356"/>
                </a:lnTo>
                <a:lnTo>
                  <a:pt x="1382" y="186"/>
                </a:lnTo>
                <a:lnTo>
                  <a:pt x="1338" y="186"/>
                </a:lnTo>
                <a:lnTo>
                  <a:pt x="1338" y="287"/>
                </a:lnTo>
                <a:lnTo>
                  <a:pt x="1278" y="186"/>
                </a:lnTo>
                <a:lnTo>
                  <a:pt x="1233" y="186"/>
                </a:lnTo>
                <a:lnTo>
                  <a:pt x="1233" y="356"/>
                </a:lnTo>
                <a:close/>
                <a:moveTo>
                  <a:pt x="1040" y="289"/>
                </a:moveTo>
                <a:lnTo>
                  <a:pt x="1040" y="268"/>
                </a:lnTo>
                <a:lnTo>
                  <a:pt x="1108" y="268"/>
                </a:lnTo>
                <a:lnTo>
                  <a:pt x="1108" y="198"/>
                </a:lnTo>
                <a:lnTo>
                  <a:pt x="1134" y="198"/>
                </a:lnTo>
                <a:lnTo>
                  <a:pt x="1134" y="268"/>
                </a:lnTo>
                <a:lnTo>
                  <a:pt x="1201" y="268"/>
                </a:lnTo>
                <a:lnTo>
                  <a:pt x="1201" y="289"/>
                </a:lnTo>
                <a:lnTo>
                  <a:pt x="1134" y="289"/>
                </a:lnTo>
                <a:lnTo>
                  <a:pt x="1134" y="356"/>
                </a:lnTo>
                <a:lnTo>
                  <a:pt x="1108" y="356"/>
                </a:lnTo>
                <a:lnTo>
                  <a:pt x="1108" y="289"/>
                </a:lnTo>
                <a:lnTo>
                  <a:pt x="1040" y="289"/>
                </a:lnTo>
                <a:close/>
                <a:moveTo>
                  <a:pt x="894" y="356"/>
                </a:moveTo>
                <a:lnTo>
                  <a:pt x="1021" y="356"/>
                </a:lnTo>
                <a:lnTo>
                  <a:pt x="1021" y="318"/>
                </a:lnTo>
                <a:lnTo>
                  <a:pt x="937" y="318"/>
                </a:lnTo>
                <a:lnTo>
                  <a:pt x="937" y="289"/>
                </a:lnTo>
                <a:lnTo>
                  <a:pt x="1007" y="289"/>
                </a:lnTo>
                <a:lnTo>
                  <a:pt x="1007" y="253"/>
                </a:lnTo>
                <a:lnTo>
                  <a:pt x="937" y="253"/>
                </a:lnTo>
                <a:lnTo>
                  <a:pt x="937" y="225"/>
                </a:lnTo>
                <a:lnTo>
                  <a:pt x="1016" y="225"/>
                </a:lnTo>
                <a:lnTo>
                  <a:pt x="1016" y="186"/>
                </a:lnTo>
                <a:lnTo>
                  <a:pt x="894" y="186"/>
                </a:lnTo>
                <a:lnTo>
                  <a:pt x="894" y="356"/>
                </a:lnTo>
                <a:close/>
                <a:moveTo>
                  <a:pt x="704" y="356"/>
                </a:moveTo>
                <a:lnTo>
                  <a:pt x="747" y="356"/>
                </a:lnTo>
                <a:lnTo>
                  <a:pt x="747" y="256"/>
                </a:lnTo>
                <a:lnTo>
                  <a:pt x="807" y="356"/>
                </a:lnTo>
                <a:lnTo>
                  <a:pt x="853" y="356"/>
                </a:lnTo>
                <a:lnTo>
                  <a:pt x="853" y="186"/>
                </a:lnTo>
                <a:lnTo>
                  <a:pt x="812" y="186"/>
                </a:lnTo>
                <a:lnTo>
                  <a:pt x="812" y="287"/>
                </a:lnTo>
                <a:lnTo>
                  <a:pt x="750" y="186"/>
                </a:lnTo>
                <a:lnTo>
                  <a:pt x="704" y="186"/>
                </a:lnTo>
                <a:lnTo>
                  <a:pt x="704" y="356"/>
                </a:lnTo>
                <a:close/>
                <a:moveTo>
                  <a:pt x="514" y="356"/>
                </a:moveTo>
                <a:lnTo>
                  <a:pt x="560" y="356"/>
                </a:lnTo>
                <a:lnTo>
                  <a:pt x="560" y="292"/>
                </a:lnTo>
                <a:lnTo>
                  <a:pt x="620" y="292"/>
                </a:lnTo>
                <a:lnTo>
                  <a:pt x="620" y="356"/>
                </a:lnTo>
                <a:lnTo>
                  <a:pt x="666" y="356"/>
                </a:lnTo>
                <a:lnTo>
                  <a:pt x="666" y="186"/>
                </a:lnTo>
                <a:lnTo>
                  <a:pt x="620" y="186"/>
                </a:lnTo>
                <a:lnTo>
                  <a:pt x="620" y="251"/>
                </a:lnTo>
                <a:lnTo>
                  <a:pt x="560" y="251"/>
                </a:lnTo>
                <a:lnTo>
                  <a:pt x="560" y="186"/>
                </a:lnTo>
                <a:lnTo>
                  <a:pt x="514" y="186"/>
                </a:lnTo>
                <a:lnTo>
                  <a:pt x="514" y="356"/>
                </a:lnTo>
                <a:close/>
                <a:moveTo>
                  <a:pt x="353" y="356"/>
                </a:moveTo>
                <a:lnTo>
                  <a:pt x="481" y="356"/>
                </a:lnTo>
                <a:lnTo>
                  <a:pt x="481" y="318"/>
                </a:lnTo>
                <a:lnTo>
                  <a:pt x="396" y="318"/>
                </a:lnTo>
                <a:lnTo>
                  <a:pt x="396" y="289"/>
                </a:lnTo>
                <a:lnTo>
                  <a:pt x="466" y="289"/>
                </a:lnTo>
                <a:lnTo>
                  <a:pt x="466" y="253"/>
                </a:lnTo>
                <a:lnTo>
                  <a:pt x="396" y="253"/>
                </a:lnTo>
                <a:lnTo>
                  <a:pt x="396" y="225"/>
                </a:lnTo>
                <a:lnTo>
                  <a:pt x="476" y="225"/>
                </a:lnTo>
                <a:lnTo>
                  <a:pt x="476" y="186"/>
                </a:lnTo>
                <a:lnTo>
                  <a:pt x="353" y="186"/>
                </a:lnTo>
                <a:lnTo>
                  <a:pt x="353" y="356"/>
                </a:lnTo>
                <a:close/>
                <a:moveTo>
                  <a:pt x="168" y="287"/>
                </a:moveTo>
                <a:lnTo>
                  <a:pt x="168" y="287"/>
                </a:lnTo>
                <a:lnTo>
                  <a:pt x="168" y="306"/>
                </a:lnTo>
                <a:lnTo>
                  <a:pt x="173" y="323"/>
                </a:lnTo>
                <a:lnTo>
                  <a:pt x="180" y="335"/>
                </a:lnTo>
                <a:lnTo>
                  <a:pt x="190" y="344"/>
                </a:lnTo>
                <a:lnTo>
                  <a:pt x="202" y="354"/>
                </a:lnTo>
                <a:lnTo>
                  <a:pt x="214" y="359"/>
                </a:lnTo>
                <a:lnTo>
                  <a:pt x="226" y="361"/>
                </a:lnTo>
                <a:lnTo>
                  <a:pt x="243" y="363"/>
                </a:lnTo>
                <a:lnTo>
                  <a:pt x="243" y="363"/>
                </a:lnTo>
                <a:lnTo>
                  <a:pt x="257" y="361"/>
                </a:lnTo>
                <a:lnTo>
                  <a:pt x="269" y="359"/>
                </a:lnTo>
                <a:lnTo>
                  <a:pt x="284" y="354"/>
                </a:lnTo>
                <a:lnTo>
                  <a:pt x="293" y="344"/>
                </a:lnTo>
                <a:lnTo>
                  <a:pt x="303" y="335"/>
                </a:lnTo>
                <a:lnTo>
                  <a:pt x="310" y="323"/>
                </a:lnTo>
                <a:lnTo>
                  <a:pt x="315" y="306"/>
                </a:lnTo>
                <a:lnTo>
                  <a:pt x="315" y="287"/>
                </a:lnTo>
                <a:lnTo>
                  <a:pt x="315" y="186"/>
                </a:lnTo>
                <a:lnTo>
                  <a:pt x="269" y="186"/>
                </a:lnTo>
                <a:lnTo>
                  <a:pt x="269" y="294"/>
                </a:lnTo>
                <a:lnTo>
                  <a:pt x="269" y="294"/>
                </a:lnTo>
                <a:lnTo>
                  <a:pt x="267" y="306"/>
                </a:lnTo>
                <a:lnTo>
                  <a:pt x="262" y="316"/>
                </a:lnTo>
                <a:lnTo>
                  <a:pt x="255" y="323"/>
                </a:lnTo>
                <a:lnTo>
                  <a:pt x="243" y="323"/>
                </a:lnTo>
                <a:lnTo>
                  <a:pt x="243" y="323"/>
                </a:lnTo>
                <a:lnTo>
                  <a:pt x="228" y="323"/>
                </a:lnTo>
                <a:lnTo>
                  <a:pt x="221" y="316"/>
                </a:lnTo>
                <a:lnTo>
                  <a:pt x="214" y="306"/>
                </a:lnTo>
                <a:lnTo>
                  <a:pt x="214" y="294"/>
                </a:lnTo>
                <a:lnTo>
                  <a:pt x="214" y="186"/>
                </a:lnTo>
                <a:lnTo>
                  <a:pt x="168" y="186"/>
                </a:lnTo>
                <a:lnTo>
                  <a:pt x="168" y="287"/>
                </a:lnTo>
                <a:close/>
                <a:moveTo>
                  <a:pt x="0" y="356"/>
                </a:moveTo>
                <a:lnTo>
                  <a:pt x="46" y="356"/>
                </a:lnTo>
                <a:lnTo>
                  <a:pt x="46" y="308"/>
                </a:lnTo>
                <a:lnTo>
                  <a:pt x="60" y="289"/>
                </a:lnTo>
                <a:lnTo>
                  <a:pt x="99" y="356"/>
                </a:lnTo>
                <a:lnTo>
                  <a:pt x="151" y="356"/>
                </a:lnTo>
                <a:lnTo>
                  <a:pt x="91" y="256"/>
                </a:lnTo>
                <a:lnTo>
                  <a:pt x="144" y="186"/>
                </a:lnTo>
                <a:lnTo>
                  <a:pt x="91" y="186"/>
                </a:lnTo>
                <a:lnTo>
                  <a:pt x="46" y="249"/>
                </a:lnTo>
                <a:lnTo>
                  <a:pt x="46" y="186"/>
                </a:lnTo>
                <a:lnTo>
                  <a:pt x="0" y="186"/>
                </a:lnTo>
                <a:lnTo>
                  <a:pt x="0" y="3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F52375E-B56B-469F-8222-E43636937DC3}"/>
              </a:ext>
            </a:extLst>
          </p:cNvPr>
          <p:cNvSpPr txBox="1">
            <a:spLocks/>
          </p:cNvSpPr>
          <p:nvPr/>
        </p:nvSpPr>
        <p:spPr>
          <a:xfrm>
            <a:off x="1006078" y="3145959"/>
            <a:ext cx="3234929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2100">
                <a:solidFill>
                  <a:schemeClr val="bg1"/>
                </a:solidFill>
              </a:rPr>
              <a:t>Inspire. Empower. Deliver.</a:t>
            </a:r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5FCCFC4-361D-2EB8-3ABB-F2B4E8ACB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noFill/>
              </a:defRPr>
            </a:lvl1pPr>
          </a:lstStyle>
          <a:p>
            <a:fld id="{ACD070C9-30FD-4CFC-95B5-5639DFECCCE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558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463B09-5042-4E71-B45B-08D0E46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Click to enter slide title 24pt [do not stretch over logo]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77AC2-D2F1-4798-B6EE-9A91136CB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694A53DD-4F8B-48A9-80C7-6A73D2AE1E08}"/>
              </a:ext>
            </a:extLst>
          </p:cNvPr>
          <p:cNvSpPr>
            <a:spLocks noEditPoints="1"/>
          </p:cNvSpPr>
          <p:nvPr/>
        </p:nvSpPr>
        <p:spPr bwMode="auto">
          <a:xfrm>
            <a:off x="7291386" y="563563"/>
            <a:ext cx="1431000" cy="378000"/>
          </a:xfrm>
          <a:custGeom>
            <a:avLst/>
            <a:gdLst>
              <a:gd name="T0" fmla="*/ 3141 w 3494"/>
              <a:gd name="T1" fmla="*/ 205 h 700"/>
              <a:gd name="T2" fmla="*/ 3176 w 3494"/>
              <a:gd name="T3" fmla="*/ 239 h 700"/>
              <a:gd name="T4" fmla="*/ 3134 w 3494"/>
              <a:gd name="T5" fmla="*/ 274 h 700"/>
              <a:gd name="T6" fmla="*/ 2916 w 3494"/>
              <a:gd name="T7" fmla="*/ 617 h 700"/>
              <a:gd name="T8" fmla="*/ 3049 w 3494"/>
              <a:gd name="T9" fmla="*/ 687 h 700"/>
              <a:gd name="T10" fmla="*/ 3188 w 3494"/>
              <a:gd name="T11" fmla="*/ 697 h 700"/>
              <a:gd name="T12" fmla="*/ 3331 w 3494"/>
              <a:gd name="T13" fmla="*/ 644 h 700"/>
              <a:gd name="T14" fmla="*/ 3235 w 3494"/>
              <a:gd name="T15" fmla="*/ 625 h 700"/>
              <a:gd name="T16" fmla="*/ 3184 w 3494"/>
              <a:gd name="T17" fmla="*/ 306 h 700"/>
              <a:gd name="T18" fmla="*/ 3220 w 3494"/>
              <a:gd name="T19" fmla="*/ 224 h 700"/>
              <a:gd name="T20" fmla="*/ 3173 w 3494"/>
              <a:gd name="T21" fmla="*/ 167 h 700"/>
              <a:gd name="T22" fmla="*/ 3103 w 3494"/>
              <a:gd name="T23" fmla="*/ 171 h 700"/>
              <a:gd name="T24" fmla="*/ 3061 w 3494"/>
              <a:gd name="T25" fmla="*/ 232 h 700"/>
              <a:gd name="T26" fmla="*/ 3111 w 3494"/>
              <a:gd name="T27" fmla="*/ 310 h 700"/>
              <a:gd name="T28" fmla="*/ 3029 w 3494"/>
              <a:gd name="T29" fmla="*/ 617 h 700"/>
              <a:gd name="T30" fmla="*/ 2794 w 3494"/>
              <a:gd name="T31" fmla="*/ 294 h 700"/>
              <a:gd name="T32" fmla="*/ 2859 w 3494"/>
              <a:gd name="T33" fmla="*/ 140 h 700"/>
              <a:gd name="T34" fmla="*/ 2989 w 3494"/>
              <a:gd name="T35" fmla="*/ 34 h 700"/>
              <a:gd name="T36" fmla="*/ 3142 w 3494"/>
              <a:gd name="T37" fmla="*/ 0 h 700"/>
              <a:gd name="T38" fmla="*/ 3309 w 3494"/>
              <a:gd name="T39" fmla="*/ 42 h 700"/>
              <a:gd name="T40" fmla="*/ 3434 w 3494"/>
              <a:gd name="T41" fmla="*/ 152 h 700"/>
              <a:gd name="T42" fmla="*/ 3492 w 3494"/>
              <a:gd name="T43" fmla="*/ 311 h 700"/>
              <a:gd name="T44" fmla="*/ 3477 w 3494"/>
              <a:gd name="T45" fmla="*/ 456 h 700"/>
              <a:gd name="T46" fmla="*/ 3363 w 3494"/>
              <a:gd name="T47" fmla="*/ 530 h 700"/>
              <a:gd name="T48" fmla="*/ 3428 w 3494"/>
              <a:gd name="T49" fmla="*/ 347 h 700"/>
              <a:gd name="T50" fmla="*/ 3393 w 3494"/>
              <a:gd name="T51" fmla="*/ 210 h 700"/>
              <a:gd name="T52" fmla="*/ 3302 w 3494"/>
              <a:gd name="T53" fmla="*/ 108 h 700"/>
              <a:gd name="T54" fmla="*/ 3171 w 3494"/>
              <a:gd name="T55" fmla="*/ 61 h 700"/>
              <a:gd name="T56" fmla="*/ 3044 w 3494"/>
              <a:gd name="T57" fmla="*/ 77 h 700"/>
              <a:gd name="T58" fmla="*/ 2930 w 3494"/>
              <a:gd name="T59" fmla="*/ 155 h 700"/>
              <a:gd name="T60" fmla="*/ 2865 w 3494"/>
              <a:gd name="T61" fmla="*/ 276 h 700"/>
              <a:gd name="T62" fmla="*/ 2872 w 3494"/>
              <a:gd name="T63" fmla="*/ 444 h 700"/>
              <a:gd name="T64" fmla="*/ 2839 w 3494"/>
              <a:gd name="T65" fmla="*/ 526 h 700"/>
              <a:gd name="T66" fmla="*/ 2790 w 3494"/>
              <a:gd name="T67" fmla="*/ 380 h 700"/>
              <a:gd name="T68" fmla="*/ 2488 w 3494"/>
              <a:gd name="T69" fmla="*/ 457 h 700"/>
              <a:gd name="T70" fmla="*/ 2439 w 3494"/>
              <a:gd name="T71" fmla="*/ 288 h 700"/>
              <a:gd name="T72" fmla="*/ 2047 w 3494"/>
              <a:gd name="T73" fmla="*/ 292 h 700"/>
              <a:gd name="T74" fmla="*/ 2130 w 3494"/>
              <a:gd name="T75" fmla="*/ 234 h 700"/>
              <a:gd name="T76" fmla="*/ 2210 w 3494"/>
              <a:gd name="T77" fmla="*/ 258 h 700"/>
              <a:gd name="T78" fmla="*/ 2177 w 3494"/>
              <a:gd name="T79" fmla="*/ 301 h 700"/>
              <a:gd name="T80" fmla="*/ 2131 w 3494"/>
              <a:gd name="T81" fmla="*/ 283 h 700"/>
              <a:gd name="T82" fmla="*/ 2093 w 3494"/>
              <a:gd name="T83" fmla="*/ 349 h 700"/>
              <a:gd name="T84" fmla="*/ 2140 w 3494"/>
              <a:gd name="T85" fmla="*/ 417 h 700"/>
              <a:gd name="T86" fmla="*/ 2237 w 3494"/>
              <a:gd name="T87" fmla="*/ 336 h 700"/>
              <a:gd name="T88" fmla="*/ 2149 w 3494"/>
              <a:gd name="T89" fmla="*/ 465 h 700"/>
              <a:gd name="T90" fmla="*/ 2058 w 3494"/>
              <a:gd name="T91" fmla="*/ 426 h 700"/>
              <a:gd name="T92" fmla="*/ 1911 w 3494"/>
              <a:gd name="T93" fmla="*/ 297 h 700"/>
              <a:gd name="T94" fmla="*/ 1880 w 3494"/>
              <a:gd name="T95" fmla="*/ 240 h 700"/>
              <a:gd name="T96" fmla="*/ 1638 w 3494"/>
              <a:gd name="T97" fmla="*/ 240 h 700"/>
              <a:gd name="T98" fmla="*/ 1541 w 3494"/>
              <a:gd name="T99" fmla="*/ 370 h 700"/>
              <a:gd name="T100" fmla="*/ 1202 w 3494"/>
              <a:gd name="T101" fmla="*/ 370 h 700"/>
              <a:gd name="T102" fmla="*/ 958 w 3494"/>
              <a:gd name="T103" fmla="*/ 457 h 700"/>
              <a:gd name="T104" fmla="*/ 659 w 3494"/>
              <a:gd name="T105" fmla="*/ 457 h 700"/>
              <a:gd name="T106" fmla="*/ 716 w 3494"/>
              <a:gd name="T107" fmla="*/ 240 h 700"/>
              <a:gd name="T108" fmla="*/ 509 w 3494"/>
              <a:gd name="T109" fmla="*/ 325 h 700"/>
              <a:gd name="T110" fmla="*/ 219 w 3494"/>
              <a:gd name="T111" fmla="*/ 404 h 700"/>
              <a:gd name="T112" fmla="*/ 282 w 3494"/>
              <a:gd name="T113" fmla="*/ 463 h 700"/>
              <a:gd name="T114" fmla="*/ 362 w 3494"/>
              <a:gd name="T115" fmla="*/ 453 h 700"/>
              <a:gd name="T116" fmla="*/ 405 w 3494"/>
              <a:gd name="T117" fmla="*/ 368 h 700"/>
              <a:gd name="T118" fmla="*/ 325 w 3494"/>
              <a:gd name="T119" fmla="*/ 413 h 700"/>
              <a:gd name="T120" fmla="*/ 274 w 3494"/>
              <a:gd name="T121" fmla="*/ 385 h 700"/>
              <a:gd name="T122" fmla="*/ 194 w 3494"/>
              <a:gd name="T123" fmla="*/ 45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494" h="700">
                <a:moveTo>
                  <a:pt x="3106" y="239"/>
                </a:moveTo>
                <a:lnTo>
                  <a:pt x="3106" y="239"/>
                </a:lnTo>
                <a:lnTo>
                  <a:pt x="3107" y="232"/>
                </a:lnTo>
                <a:lnTo>
                  <a:pt x="3109" y="225"/>
                </a:lnTo>
                <a:lnTo>
                  <a:pt x="3113" y="220"/>
                </a:lnTo>
                <a:lnTo>
                  <a:pt x="3117" y="215"/>
                </a:lnTo>
                <a:lnTo>
                  <a:pt x="3122" y="210"/>
                </a:lnTo>
                <a:lnTo>
                  <a:pt x="3128" y="207"/>
                </a:lnTo>
                <a:lnTo>
                  <a:pt x="3134" y="205"/>
                </a:lnTo>
                <a:lnTo>
                  <a:pt x="3141" y="205"/>
                </a:lnTo>
                <a:lnTo>
                  <a:pt x="3141" y="205"/>
                </a:lnTo>
                <a:lnTo>
                  <a:pt x="3148" y="205"/>
                </a:lnTo>
                <a:lnTo>
                  <a:pt x="3155" y="207"/>
                </a:lnTo>
                <a:lnTo>
                  <a:pt x="3161" y="210"/>
                </a:lnTo>
                <a:lnTo>
                  <a:pt x="3166" y="215"/>
                </a:lnTo>
                <a:lnTo>
                  <a:pt x="3171" y="220"/>
                </a:lnTo>
                <a:lnTo>
                  <a:pt x="3174" y="225"/>
                </a:lnTo>
                <a:lnTo>
                  <a:pt x="3176" y="232"/>
                </a:lnTo>
                <a:lnTo>
                  <a:pt x="3176" y="239"/>
                </a:lnTo>
                <a:lnTo>
                  <a:pt x="3176" y="239"/>
                </a:lnTo>
                <a:lnTo>
                  <a:pt x="3176" y="247"/>
                </a:lnTo>
                <a:lnTo>
                  <a:pt x="3174" y="253"/>
                </a:lnTo>
                <a:lnTo>
                  <a:pt x="3171" y="260"/>
                </a:lnTo>
                <a:lnTo>
                  <a:pt x="3166" y="264"/>
                </a:lnTo>
                <a:lnTo>
                  <a:pt x="3161" y="268"/>
                </a:lnTo>
                <a:lnTo>
                  <a:pt x="3155" y="272"/>
                </a:lnTo>
                <a:lnTo>
                  <a:pt x="3148" y="274"/>
                </a:lnTo>
                <a:lnTo>
                  <a:pt x="3141" y="275"/>
                </a:lnTo>
                <a:lnTo>
                  <a:pt x="3141" y="275"/>
                </a:lnTo>
                <a:lnTo>
                  <a:pt x="3134" y="274"/>
                </a:lnTo>
                <a:lnTo>
                  <a:pt x="3128" y="272"/>
                </a:lnTo>
                <a:lnTo>
                  <a:pt x="3122" y="268"/>
                </a:lnTo>
                <a:lnTo>
                  <a:pt x="3117" y="264"/>
                </a:lnTo>
                <a:lnTo>
                  <a:pt x="3113" y="260"/>
                </a:lnTo>
                <a:lnTo>
                  <a:pt x="3109" y="253"/>
                </a:lnTo>
                <a:lnTo>
                  <a:pt x="3107" y="247"/>
                </a:lnTo>
                <a:lnTo>
                  <a:pt x="3106" y="239"/>
                </a:lnTo>
                <a:lnTo>
                  <a:pt x="3106" y="239"/>
                </a:lnTo>
                <a:close/>
                <a:moveTo>
                  <a:pt x="2916" y="617"/>
                </a:moveTo>
                <a:lnTo>
                  <a:pt x="2916" y="617"/>
                </a:lnTo>
                <a:lnTo>
                  <a:pt x="2928" y="627"/>
                </a:lnTo>
                <a:lnTo>
                  <a:pt x="2940" y="636"/>
                </a:lnTo>
                <a:lnTo>
                  <a:pt x="2953" y="644"/>
                </a:lnTo>
                <a:lnTo>
                  <a:pt x="2966" y="653"/>
                </a:lnTo>
                <a:lnTo>
                  <a:pt x="2978" y="660"/>
                </a:lnTo>
                <a:lnTo>
                  <a:pt x="2992" y="667"/>
                </a:lnTo>
                <a:lnTo>
                  <a:pt x="3006" y="673"/>
                </a:lnTo>
                <a:lnTo>
                  <a:pt x="3020" y="679"/>
                </a:lnTo>
                <a:lnTo>
                  <a:pt x="3034" y="683"/>
                </a:lnTo>
                <a:lnTo>
                  <a:pt x="3049" y="687"/>
                </a:lnTo>
                <a:lnTo>
                  <a:pt x="3064" y="691"/>
                </a:lnTo>
                <a:lnTo>
                  <a:pt x="3079" y="695"/>
                </a:lnTo>
                <a:lnTo>
                  <a:pt x="3094" y="697"/>
                </a:lnTo>
                <a:lnTo>
                  <a:pt x="3111" y="698"/>
                </a:lnTo>
                <a:lnTo>
                  <a:pt x="3126" y="699"/>
                </a:lnTo>
                <a:lnTo>
                  <a:pt x="3142" y="700"/>
                </a:lnTo>
                <a:lnTo>
                  <a:pt x="3142" y="700"/>
                </a:lnTo>
                <a:lnTo>
                  <a:pt x="3157" y="699"/>
                </a:lnTo>
                <a:lnTo>
                  <a:pt x="3173" y="698"/>
                </a:lnTo>
                <a:lnTo>
                  <a:pt x="3188" y="697"/>
                </a:lnTo>
                <a:lnTo>
                  <a:pt x="3204" y="695"/>
                </a:lnTo>
                <a:lnTo>
                  <a:pt x="3219" y="691"/>
                </a:lnTo>
                <a:lnTo>
                  <a:pt x="3234" y="687"/>
                </a:lnTo>
                <a:lnTo>
                  <a:pt x="3248" y="683"/>
                </a:lnTo>
                <a:lnTo>
                  <a:pt x="3263" y="679"/>
                </a:lnTo>
                <a:lnTo>
                  <a:pt x="3277" y="673"/>
                </a:lnTo>
                <a:lnTo>
                  <a:pt x="3291" y="667"/>
                </a:lnTo>
                <a:lnTo>
                  <a:pt x="3305" y="660"/>
                </a:lnTo>
                <a:lnTo>
                  <a:pt x="3318" y="653"/>
                </a:lnTo>
                <a:lnTo>
                  <a:pt x="3331" y="644"/>
                </a:lnTo>
                <a:lnTo>
                  <a:pt x="3344" y="636"/>
                </a:lnTo>
                <a:lnTo>
                  <a:pt x="3355" y="627"/>
                </a:lnTo>
                <a:lnTo>
                  <a:pt x="3366" y="617"/>
                </a:lnTo>
                <a:lnTo>
                  <a:pt x="3323" y="571"/>
                </a:lnTo>
                <a:lnTo>
                  <a:pt x="3323" y="571"/>
                </a:lnTo>
                <a:lnTo>
                  <a:pt x="3307" y="585"/>
                </a:lnTo>
                <a:lnTo>
                  <a:pt x="3290" y="597"/>
                </a:lnTo>
                <a:lnTo>
                  <a:pt x="3273" y="608"/>
                </a:lnTo>
                <a:lnTo>
                  <a:pt x="3254" y="617"/>
                </a:lnTo>
                <a:lnTo>
                  <a:pt x="3235" y="625"/>
                </a:lnTo>
                <a:lnTo>
                  <a:pt x="3215" y="631"/>
                </a:lnTo>
                <a:lnTo>
                  <a:pt x="3194" y="637"/>
                </a:lnTo>
                <a:lnTo>
                  <a:pt x="3173" y="639"/>
                </a:lnTo>
                <a:lnTo>
                  <a:pt x="3173" y="393"/>
                </a:lnTo>
                <a:lnTo>
                  <a:pt x="3233" y="393"/>
                </a:lnTo>
                <a:lnTo>
                  <a:pt x="3233" y="347"/>
                </a:lnTo>
                <a:lnTo>
                  <a:pt x="3173" y="347"/>
                </a:lnTo>
                <a:lnTo>
                  <a:pt x="3173" y="310"/>
                </a:lnTo>
                <a:lnTo>
                  <a:pt x="3173" y="310"/>
                </a:lnTo>
                <a:lnTo>
                  <a:pt x="3184" y="306"/>
                </a:lnTo>
                <a:lnTo>
                  <a:pt x="3192" y="300"/>
                </a:lnTo>
                <a:lnTo>
                  <a:pt x="3201" y="292"/>
                </a:lnTo>
                <a:lnTo>
                  <a:pt x="3208" y="283"/>
                </a:lnTo>
                <a:lnTo>
                  <a:pt x="3214" y="275"/>
                </a:lnTo>
                <a:lnTo>
                  <a:pt x="3218" y="264"/>
                </a:lnTo>
                <a:lnTo>
                  <a:pt x="3221" y="252"/>
                </a:lnTo>
                <a:lnTo>
                  <a:pt x="3222" y="240"/>
                </a:lnTo>
                <a:lnTo>
                  <a:pt x="3222" y="240"/>
                </a:lnTo>
                <a:lnTo>
                  <a:pt x="3221" y="232"/>
                </a:lnTo>
                <a:lnTo>
                  <a:pt x="3220" y="224"/>
                </a:lnTo>
                <a:lnTo>
                  <a:pt x="3218" y="217"/>
                </a:lnTo>
                <a:lnTo>
                  <a:pt x="3216" y="209"/>
                </a:lnTo>
                <a:lnTo>
                  <a:pt x="3213" y="202"/>
                </a:lnTo>
                <a:lnTo>
                  <a:pt x="3208" y="195"/>
                </a:lnTo>
                <a:lnTo>
                  <a:pt x="3204" y="189"/>
                </a:lnTo>
                <a:lnTo>
                  <a:pt x="3199" y="184"/>
                </a:lnTo>
                <a:lnTo>
                  <a:pt x="3193" y="179"/>
                </a:lnTo>
                <a:lnTo>
                  <a:pt x="3187" y="174"/>
                </a:lnTo>
                <a:lnTo>
                  <a:pt x="3180" y="171"/>
                </a:lnTo>
                <a:lnTo>
                  <a:pt x="3173" y="167"/>
                </a:lnTo>
                <a:lnTo>
                  <a:pt x="3165" y="164"/>
                </a:lnTo>
                <a:lnTo>
                  <a:pt x="3158" y="162"/>
                </a:lnTo>
                <a:lnTo>
                  <a:pt x="3150" y="161"/>
                </a:lnTo>
                <a:lnTo>
                  <a:pt x="3142" y="161"/>
                </a:lnTo>
                <a:lnTo>
                  <a:pt x="3142" y="161"/>
                </a:lnTo>
                <a:lnTo>
                  <a:pt x="3133" y="161"/>
                </a:lnTo>
                <a:lnTo>
                  <a:pt x="3126" y="162"/>
                </a:lnTo>
                <a:lnTo>
                  <a:pt x="3118" y="164"/>
                </a:lnTo>
                <a:lnTo>
                  <a:pt x="3111" y="167"/>
                </a:lnTo>
                <a:lnTo>
                  <a:pt x="3103" y="171"/>
                </a:lnTo>
                <a:lnTo>
                  <a:pt x="3097" y="174"/>
                </a:lnTo>
                <a:lnTo>
                  <a:pt x="3090" y="179"/>
                </a:lnTo>
                <a:lnTo>
                  <a:pt x="3085" y="184"/>
                </a:lnTo>
                <a:lnTo>
                  <a:pt x="3079" y="189"/>
                </a:lnTo>
                <a:lnTo>
                  <a:pt x="3075" y="195"/>
                </a:lnTo>
                <a:lnTo>
                  <a:pt x="3071" y="202"/>
                </a:lnTo>
                <a:lnTo>
                  <a:pt x="3068" y="209"/>
                </a:lnTo>
                <a:lnTo>
                  <a:pt x="3064" y="217"/>
                </a:lnTo>
                <a:lnTo>
                  <a:pt x="3062" y="224"/>
                </a:lnTo>
                <a:lnTo>
                  <a:pt x="3061" y="232"/>
                </a:lnTo>
                <a:lnTo>
                  <a:pt x="3061" y="240"/>
                </a:lnTo>
                <a:lnTo>
                  <a:pt x="3061" y="240"/>
                </a:lnTo>
                <a:lnTo>
                  <a:pt x="3062" y="252"/>
                </a:lnTo>
                <a:lnTo>
                  <a:pt x="3064" y="264"/>
                </a:lnTo>
                <a:lnTo>
                  <a:pt x="3069" y="275"/>
                </a:lnTo>
                <a:lnTo>
                  <a:pt x="3075" y="283"/>
                </a:lnTo>
                <a:lnTo>
                  <a:pt x="3082" y="292"/>
                </a:lnTo>
                <a:lnTo>
                  <a:pt x="3090" y="300"/>
                </a:lnTo>
                <a:lnTo>
                  <a:pt x="3100" y="306"/>
                </a:lnTo>
                <a:lnTo>
                  <a:pt x="3111" y="310"/>
                </a:lnTo>
                <a:lnTo>
                  <a:pt x="3111" y="347"/>
                </a:lnTo>
                <a:lnTo>
                  <a:pt x="3050" y="347"/>
                </a:lnTo>
                <a:lnTo>
                  <a:pt x="3050" y="393"/>
                </a:lnTo>
                <a:lnTo>
                  <a:pt x="3111" y="393"/>
                </a:lnTo>
                <a:lnTo>
                  <a:pt x="3111" y="639"/>
                </a:lnTo>
                <a:lnTo>
                  <a:pt x="3111" y="639"/>
                </a:lnTo>
                <a:lnTo>
                  <a:pt x="3089" y="637"/>
                </a:lnTo>
                <a:lnTo>
                  <a:pt x="3069" y="631"/>
                </a:lnTo>
                <a:lnTo>
                  <a:pt x="3048" y="625"/>
                </a:lnTo>
                <a:lnTo>
                  <a:pt x="3029" y="617"/>
                </a:lnTo>
                <a:lnTo>
                  <a:pt x="3011" y="608"/>
                </a:lnTo>
                <a:lnTo>
                  <a:pt x="2992" y="597"/>
                </a:lnTo>
                <a:lnTo>
                  <a:pt x="2976" y="585"/>
                </a:lnTo>
                <a:lnTo>
                  <a:pt x="2960" y="571"/>
                </a:lnTo>
                <a:lnTo>
                  <a:pt x="2916" y="617"/>
                </a:lnTo>
                <a:close/>
                <a:moveTo>
                  <a:pt x="2789" y="347"/>
                </a:moveTo>
                <a:lnTo>
                  <a:pt x="2789" y="347"/>
                </a:lnTo>
                <a:lnTo>
                  <a:pt x="2789" y="330"/>
                </a:lnTo>
                <a:lnTo>
                  <a:pt x="2792" y="311"/>
                </a:lnTo>
                <a:lnTo>
                  <a:pt x="2794" y="294"/>
                </a:lnTo>
                <a:lnTo>
                  <a:pt x="2797" y="277"/>
                </a:lnTo>
                <a:lnTo>
                  <a:pt x="2800" y="261"/>
                </a:lnTo>
                <a:lnTo>
                  <a:pt x="2806" y="244"/>
                </a:lnTo>
                <a:lnTo>
                  <a:pt x="2811" y="228"/>
                </a:lnTo>
                <a:lnTo>
                  <a:pt x="2817" y="212"/>
                </a:lnTo>
                <a:lnTo>
                  <a:pt x="2824" y="196"/>
                </a:lnTo>
                <a:lnTo>
                  <a:pt x="2832" y="181"/>
                </a:lnTo>
                <a:lnTo>
                  <a:pt x="2840" y="167"/>
                </a:lnTo>
                <a:lnTo>
                  <a:pt x="2850" y="152"/>
                </a:lnTo>
                <a:lnTo>
                  <a:pt x="2859" y="140"/>
                </a:lnTo>
                <a:lnTo>
                  <a:pt x="2870" y="127"/>
                </a:lnTo>
                <a:lnTo>
                  <a:pt x="2881" y="114"/>
                </a:lnTo>
                <a:lnTo>
                  <a:pt x="2893" y="101"/>
                </a:lnTo>
                <a:lnTo>
                  <a:pt x="2905" y="90"/>
                </a:lnTo>
                <a:lnTo>
                  <a:pt x="2917" y="79"/>
                </a:lnTo>
                <a:lnTo>
                  <a:pt x="2931" y="69"/>
                </a:lnTo>
                <a:lnTo>
                  <a:pt x="2945" y="59"/>
                </a:lnTo>
                <a:lnTo>
                  <a:pt x="2959" y="49"/>
                </a:lnTo>
                <a:lnTo>
                  <a:pt x="2974" y="42"/>
                </a:lnTo>
                <a:lnTo>
                  <a:pt x="2989" y="34"/>
                </a:lnTo>
                <a:lnTo>
                  <a:pt x="3004" y="27"/>
                </a:lnTo>
                <a:lnTo>
                  <a:pt x="3020" y="20"/>
                </a:lnTo>
                <a:lnTo>
                  <a:pt x="3038" y="15"/>
                </a:lnTo>
                <a:lnTo>
                  <a:pt x="3054" y="11"/>
                </a:lnTo>
                <a:lnTo>
                  <a:pt x="3071" y="6"/>
                </a:lnTo>
                <a:lnTo>
                  <a:pt x="3088" y="3"/>
                </a:lnTo>
                <a:lnTo>
                  <a:pt x="3105" y="1"/>
                </a:lnTo>
                <a:lnTo>
                  <a:pt x="3123" y="0"/>
                </a:lnTo>
                <a:lnTo>
                  <a:pt x="3142" y="0"/>
                </a:lnTo>
                <a:lnTo>
                  <a:pt x="3142" y="0"/>
                </a:lnTo>
                <a:lnTo>
                  <a:pt x="3160" y="0"/>
                </a:lnTo>
                <a:lnTo>
                  <a:pt x="3177" y="1"/>
                </a:lnTo>
                <a:lnTo>
                  <a:pt x="3195" y="3"/>
                </a:lnTo>
                <a:lnTo>
                  <a:pt x="3213" y="6"/>
                </a:lnTo>
                <a:lnTo>
                  <a:pt x="3230" y="11"/>
                </a:lnTo>
                <a:lnTo>
                  <a:pt x="3246" y="15"/>
                </a:lnTo>
                <a:lnTo>
                  <a:pt x="3262" y="20"/>
                </a:lnTo>
                <a:lnTo>
                  <a:pt x="3278" y="27"/>
                </a:lnTo>
                <a:lnTo>
                  <a:pt x="3294" y="34"/>
                </a:lnTo>
                <a:lnTo>
                  <a:pt x="3309" y="42"/>
                </a:lnTo>
                <a:lnTo>
                  <a:pt x="3324" y="49"/>
                </a:lnTo>
                <a:lnTo>
                  <a:pt x="3338" y="59"/>
                </a:lnTo>
                <a:lnTo>
                  <a:pt x="3352" y="69"/>
                </a:lnTo>
                <a:lnTo>
                  <a:pt x="3365" y="79"/>
                </a:lnTo>
                <a:lnTo>
                  <a:pt x="3378" y="90"/>
                </a:lnTo>
                <a:lnTo>
                  <a:pt x="3391" y="101"/>
                </a:lnTo>
                <a:lnTo>
                  <a:pt x="3403" y="114"/>
                </a:lnTo>
                <a:lnTo>
                  <a:pt x="3413" y="127"/>
                </a:lnTo>
                <a:lnTo>
                  <a:pt x="3424" y="140"/>
                </a:lnTo>
                <a:lnTo>
                  <a:pt x="3434" y="152"/>
                </a:lnTo>
                <a:lnTo>
                  <a:pt x="3442" y="167"/>
                </a:lnTo>
                <a:lnTo>
                  <a:pt x="3451" y="181"/>
                </a:lnTo>
                <a:lnTo>
                  <a:pt x="3459" y="196"/>
                </a:lnTo>
                <a:lnTo>
                  <a:pt x="3466" y="212"/>
                </a:lnTo>
                <a:lnTo>
                  <a:pt x="3473" y="228"/>
                </a:lnTo>
                <a:lnTo>
                  <a:pt x="3478" y="244"/>
                </a:lnTo>
                <a:lnTo>
                  <a:pt x="3483" y="261"/>
                </a:lnTo>
                <a:lnTo>
                  <a:pt x="3486" y="277"/>
                </a:lnTo>
                <a:lnTo>
                  <a:pt x="3490" y="294"/>
                </a:lnTo>
                <a:lnTo>
                  <a:pt x="3492" y="311"/>
                </a:lnTo>
                <a:lnTo>
                  <a:pt x="3493" y="330"/>
                </a:lnTo>
                <a:lnTo>
                  <a:pt x="3494" y="347"/>
                </a:lnTo>
                <a:lnTo>
                  <a:pt x="3494" y="347"/>
                </a:lnTo>
                <a:lnTo>
                  <a:pt x="3494" y="364"/>
                </a:lnTo>
                <a:lnTo>
                  <a:pt x="3493" y="380"/>
                </a:lnTo>
                <a:lnTo>
                  <a:pt x="3491" y="395"/>
                </a:lnTo>
                <a:lnTo>
                  <a:pt x="3488" y="411"/>
                </a:lnTo>
                <a:lnTo>
                  <a:pt x="3484" y="426"/>
                </a:lnTo>
                <a:lnTo>
                  <a:pt x="3481" y="441"/>
                </a:lnTo>
                <a:lnTo>
                  <a:pt x="3477" y="456"/>
                </a:lnTo>
                <a:lnTo>
                  <a:pt x="3471" y="471"/>
                </a:lnTo>
                <a:lnTo>
                  <a:pt x="3465" y="485"/>
                </a:lnTo>
                <a:lnTo>
                  <a:pt x="3459" y="499"/>
                </a:lnTo>
                <a:lnTo>
                  <a:pt x="3452" y="513"/>
                </a:lnTo>
                <a:lnTo>
                  <a:pt x="3445" y="526"/>
                </a:lnTo>
                <a:lnTo>
                  <a:pt x="3436" y="539"/>
                </a:lnTo>
                <a:lnTo>
                  <a:pt x="3427" y="552"/>
                </a:lnTo>
                <a:lnTo>
                  <a:pt x="3419" y="565"/>
                </a:lnTo>
                <a:lnTo>
                  <a:pt x="3408" y="577"/>
                </a:lnTo>
                <a:lnTo>
                  <a:pt x="3363" y="530"/>
                </a:lnTo>
                <a:lnTo>
                  <a:pt x="3363" y="530"/>
                </a:lnTo>
                <a:lnTo>
                  <a:pt x="3378" y="511"/>
                </a:lnTo>
                <a:lnTo>
                  <a:pt x="3391" y="490"/>
                </a:lnTo>
                <a:lnTo>
                  <a:pt x="3402" y="468"/>
                </a:lnTo>
                <a:lnTo>
                  <a:pt x="3411" y="444"/>
                </a:lnTo>
                <a:lnTo>
                  <a:pt x="3419" y="421"/>
                </a:lnTo>
                <a:lnTo>
                  <a:pt x="3424" y="397"/>
                </a:lnTo>
                <a:lnTo>
                  <a:pt x="3427" y="373"/>
                </a:lnTo>
                <a:lnTo>
                  <a:pt x="3428" y="347"/>
                </a:lnTo>
                <a:lnTo>
                  <a:pt x="3428" y="347"/>
                </a:lnTo>
                <a:lnTo>
                  <a:pt x="3427" y="333"/>
                </a:lnTo>
                <a:lnTo>
                  <a:pt x="3426" y="318"/>
                </a:lnTo>
                <a:lnTo>
                  <a:pt x="3425" y="304"/>
                </a:lnTo>
                <a:lnTo>
                  <a:pt x="3422" y="290"/>
                </a:lnTo>
                <a:lnTo>
                  <a:pt x="3419" y="276"/>
                </a:lnTo>
                <a:lnTo>
                  <a:pt x="3416" y="262"/>
                </a:lnTo>
                <a:lnTo>
                  <a:pt x="3410" y="249"/>
                </a:lnTo>
                <a:lnTo>
                  <a:pt x="3406" y="236"/>
                </a:lnTo>
                <a:lnTo>
                  <a:pt x="3399" y="223"/>
                </a:lnTo>
                <a:lnTo>
                  <a:pt x="3393" y="210"/>
                </a:lnTo>
                <a:lnTo>
                  <a:pt x="3387" y="199"/>
                </a:lnTo>
                <a:lnTo>
                  <a:pt x="3379" y="187"/>
                </a:lnTo>
                <a:lnTo>
                  <a:pt x="3370" y="176"/>
                </a:lnTo>
                <a:lnTo>
                  <a:pt x="3362" y="164"/>
                </a:lnTo>
                <a:lnTo>
                  <a:pt x="3353" y="155"/>
                </a:lnTo>
                <a:lnTo>
                  <a:pt x="3344" y="144"/>
                </a:lnTo>
                <a:lnTo>
                  <a:pt x="3334" y="134"/>
                </a:lnTo>
                <a:lnTo>
                  <a:pt x="3323" y="126"/>
                </a:lnTo>
                <a:lnTo>
                  <a:pt x="3312" y="117"/>
                </a:lnTo>
                <a:lnTo>
                  <a:pt x="3302" y="108"/>
                </a:lnTo>
                <a:lnTo>
                  <a:pt x="3290" y="101"/>
                </a:lnTo>
                <a:lnTo>
                  <a:pt x="3278" y="94"/>
                </a:lnTo>
                <a:lnTo>
                  <a:pt x="3265" y="88"/>
                </a:lnTo>
                <a:lnTo>
                  <a:pt x="3252" y="82"/>
                </a:lnTo>
                <a:lnTo>
                  <a:pt x="3239" y="77"/>
                </a:lnTo>
                <a:lnTo>
                  <a:pt x="3227" y="72"/>
                </a:lnTo>
                <a:lnTo>
                  <a:pt x="3213" y="69"/>
                </a:lnTo>
                <a:lnTo>
                  <a:pt x="3199" y="65"/>
                </a:lnTo>
                <a:lnTo>
                  <a:pt x="3185" y="62"/>
                </a:lnTo>
                <a:lnTo>
                  <a:pt x="3171" y="61"/>
                </a:lnTo>
                <a:lnTo>
                  <a:pt x="3157" y="60"/>
                </a:lnTo>
                <a:lnTo>
                  <a:pt x="3142" y="59"/>
                </a:lnTo>
                <a:lnTo>
                  <a:pt x="3142" y="59"/>
                </a:lnTo>
                <a:lnTo>
                  <a:pt x="3127" y="60"/>
                </a:lnTo>
                <a:lnTo>
                  <a:pt x="3113" y="61"/>
                </a:lnTo>
                <a:lnTo>
                  <a:pt x="3099" y="62"/>
                </a:lnTo>
                <a:lnTo>
                  <a:pt x="3084" y="65"/>
                </a:lnTo>
                <a:lnTo>
                  <a:pt x="3071" y="69"/>
                </a:lnTo>
                <a:lnTo>
                  <a:pt x="3057" y="72"/>
                </a:lnTo>
                <a:lnTo>
                  <a:pt x="3044" y="77"/>
                </a:lnTo>
                <a:lnTo>
                  <a:pt x="3030" y="82"/>
                </a:lnTo>
                <a:lnTo>
                  <a:pt x="3018" y="88"/>
                </a:lnTo>
                <a:lnTo>
                  <a:pt x="3005" y="94"/>
                </a:lnTo>
                <a:lnTo>
                  <a:pt x="2993" y="101"/>
                </a:lnTo>
                <a:lnTo>
                  <a:pt x="2982" y="108"/>
                </a:lnTo>
                <a:lnTo>
                  <a:pt x="2971" y="117"/>
                </a:lnTo>
                <a:lnTo>
                  <a:pt x="2960" y="126"/>
                </a:lnTo>
                <a:lnTo>
                  <a:pt x="2949" y="134"/>
                </a:lnTo>
                <a:lnTo>
                  <a:pt x="2940" y="144"/>
                </a:lnTo>
                <a:lnTo>
                  <a:pt x="2930" y="155"/>
                </a:lnTo>
                <a:lnTo>
                  <a:pt x="2920" y="164"/>
                </a:lnTo>
                <a:lnTo>
                  <a:pt x="2912" y="176"/>
                </a:lnTo>
                <a:lnTo>
                  <a:pt x="2904" y="187"/>
                </a:lnTo>
                <a:lnTo>
                  <a:pt x="2897" y="199"/>
                </a:lnTo>
                <a:lnTo>
                  <a:pt x="2890" y="210"/>
                </a:lnTo>
                <a:lnTo>
                  <a:pt x="2884" y="223"/>
                </a:lnTo>
                <a:lnTo>
                  <a:pt x="2877" y="236"/>
                </a:lnTo>
                <a:lnTo>
                  <a:pt x="2872" y="249"/>
                </a:lnTo>
                <a:lnTo>
                  <a:pt x="2868" y="262"/>
                </a:lnTo>
                <a:lnTo>
                  <a:pt x="2865" y="276"/>
                </a:lnTo>
                <a:lnTo>
                  <a:pt x="2861" y="290"/>
                </a:lnTo>
                <a:lnTo>
                  <a:pt x="2858" y="304"/>
                </a:lnTo>
                <a:lnTo>
                  <a:pt x="2857" y="318"/>
                </a:lnTo>
                <a:lnTo>
                  <a:pt x="2855" y="333"/>
                </a:lnTo>
                <a:lnTo>
                  <a:pt x="2855" y="347"/>
                </a:lnTo>
                <a:lnTo>
                  <a:pt x="2855" y="347"/>
                </a:lnTo>
                <a:lnTo>
                  <a:pt x="2856" y="373"/>
                </a:lnTo>
                <a:lnTo>
                  <a:pt x="2859" y="397"/>
                </a:lnTo>
                <a:lnTo>
                  <a:pt x="2865" y="421"/>
                </a:lnTo>
                <a:lnTo>
                  <a:pt x="2872" y="444"/>
                </a:lnTo>
                <a:lnTo>
                  <a:pt x="2881" y="468"/>
                </a:lnTo>
                <a:lnTo>
                  <a:pt x="2893" y="490"/>
                </a:lnTo>
                <a:lnTo>
                  <a:pt x="2905" y="511"/>
                </a:lnTo>
                <a:lnTo>
                  <a:pt x="2920" y="530"/>
                </a:lnTo>
                <a:lnTo>
                  <a:pt x="2874" y="577"/>
                </a:lnTo>
                <a:lnTo>
                  <a:pt x="2874" y="577"/>
                </a:lnTo>
                <a:lnTo>
                  <a:pt x="2865" y="565"/>
                </a:lnTo>
                <a:lnTo>
                  <a:pt x="2856" y="552"/>
                </a:lnTo>
                <a:lnTo>
                  <a:pt x="2847" y="539"/>
                </a:lnTo>
                <a:lnTo>
                  <a:pt x="2839" y="526"/>
                </a:lnTo>
                <a:lnTo>
                  <a:pt x="2831" y="513"/>
                </a:lnTo>
                <a:lnTo>
                  <a:pt x="2824" y="499"/>
                </a:lnTo>
                <a:lnTo>
                  <a:pt x="2817" y="485"/>
                </a:lnTo>
                <a:lnTo>
                  <a:pt x="2812" y="471"/>
                </a:lnTo>
                <a:lnTo>
                  <a:pt x="2807" y="456"/>
                </a:lnTo>
                <a:lnTo>
                  <a:pt x="2802" y="441"/>
                </a:lnTo>
                <a:lnTo>
                  <a:pt x="2798" y="426"/>
                </a:lnTo>
                <a:lnTo>
                  <a:pt x="2795" y="411"/>
                </a:lnTo>
                <a:lnTo>
                  <a:pt x="2793" y="395"/>
                </a:lnTo>
                <a:lnTo>
                  <a:pt x="2790" y="380"/>
                </a:lnTo>
                <a:lnTo>
                  <a:pt x="2789" y="364"/>
                </a:lnTo>
                <a:lnTo>
                  <a:pt x="2789" y="347"/>
                </a:lnTo>
                <a:lnTo>
                  <a:pt x="2789" y="347"/>
                </a:lnTo>
                <a:close/>
                <a:moveTo>
                  <a:pt x="2488" y="457"/>
                </a:moveTo>
                <a:lnTo>
                  <a:pt x="2488" y="240"/>
                </a:lnTo>
                <a:lnTo>
                  <a:pt x="2547" y="240"/>
                </a:lnTo>
                <a:lnTo>
                  <a:pt x="2547" y="408"/>
                </a:lnTo>
                <a:lnTo>
                  <a:pt x="2645" y="408"/>
                </a:lnTo>
                <a:lnTo>
                  <a:pt x="2645" y="457"/>
                </a:lnTo>
                <a:lnTo>
                  <a:pt x="2488" y="457"/>
                </a:lnTo>
                <a:close/>
                <a:moveTo>
                  <a:pt x="2284" y="457"/>
                </a:moveTo>
                <a:lnTo>
                  <a:pt x="2445" y="457"/>
                </a:lnTo>
                <a:lnTo>
                  <a:pt x="2445" y="408"/>
                </a:lnTo>
                <a:lnTo>
                  <a:pt x="2338" y="408"/>
                </a:lnTo>
                <a:lnTo>
                  <a:pt x="2338" y="370"/>
                </a:lnTo>
                <a:lnTo>
                  <a:pt x="2426" y="370"/>
                </a:lnTo>
                <a:lnTo>
                  <a:pt x="2426" y="325"/>
                </a:lnTo>
                <a:lnTo>
                  <a:pt x="2338" y="325"/>
                </a:lnTo>
                <a:lnTo>
                  <a:pt x="2338" y="288"/>
                </a:lnTo>
                <a:lnTo>
                  <a:pt x="2439" y="288"/>
                </a:lnTo>
                <a:lnTo>
                  <a:pt x="2439" y="240"/>
                </a:lnTo>
                <a:lnTo>
                  <a:pt x="2284" y="240"/>
                </a:lnTo>
                <a:lnTo>
                  <a:pt x="2284" y="457"/>
                </a:lnTo>
                <a:close/>
                <a:moveTo>
                  <a:pt x="2035" y="349"/>
                </a:moveTo>
                <a:lnTo>
                  <a:pt x="2035" y="349"/>
                </a:lnTo>
                <a:lnTo>
                  <a:pt x="2035" y="336"/>
                </a:lnTo>
                <a:lnTo>
                  <a:pt x="2038" y="324"/>
                </a:lnTo>
                <a:lnTo>
                  <a:pt x="2040" y="313"/>
                </a:lnTo>
                <a:lnTo>
                  <a:pt x="2043" y="303"/>
                </a:lnTo>
                <a:lnTo>
                  <a:pt x="2047" y="292"/>
                </a:lnTo>
                <a:lnTo>
                  <a:pt x="2052" y="282"/>
                </a:lnTo>
                <a:lnTo>
                  <a:pt x="2057" y="274"/>
                </a:lnTo>
                <a:lnTo>
                  <a:pt x="2064" y="266"/>
                </a:lnTo>
                <a:lnTo>
                  <a:pt x="2071" y="259"/>
                </a:lnTo>
                <a:lnTo>
                  <a:pt x="2079" y="252"/>
                </a:lnTo>
                <a:lnTo>
                  <a:pt x="2088" y="247"/>
                </a:lnTo>
                <a:lnTo>
                  <a:pt x="2098" y="243"/>
                </a:lnTo>
                <a:lnTo>
                  <a:pt x="2107" y="238"/>
                </a:lnTo>
                <a:lnTo>
                  <a:pt x="2118" y="236"/>
                </a:lnTo>
                <a:lnTo>
                  <a:pt x="2130" y="234"/>
                </a:lnTo>
                <a:lnTo>
                  <a:pt x="2142" y="234"/>
                </a:lnTo>
                <a:lnTo>
                  <a:pt x="2142" y="234"/>
                </a:lnTo>
                <a:lnTo>
                  <a:pt x="2160" y="235"/>
                </a:lnTo>
                <a:lnTo>
                  <a:pt x="2168" y="236"/>
                </a:lnTo>
                <a:lnTo>
                  <a:pt x="2176" y="238"/>
                </a:lnTo>
                <a:lnTo>
                  <a:pt x="2184" y="242"/>
                </a:lnTo>
                <a:lnTo>
                  <a:pt x="2191" y="245"/>
                </a:lnTo>
                <a:lnTo>
                  <a:pt x="2199" y="248"/>
                </a:lnTo>
                <a:lnTo>
                  <a:pt x="2205" y="252"/>
                </a:lnTo>
                <a:lnTo>
                  <a:pt x="2210" y="258"/>
                </a:lnTo>
                <a:lnTo>
                  <a:pt x="2216" y="263"/>
                </a:lnTo>
                <a:lnTo>
                  <a:pt x="2221" y="269"/>
                </a:lnTo>
                <a:lnTo>
                  <a:pt x="2226" y="276"/>
                </a:lnTo>
                <a:lnTo>
                  <a:pt x="2230" y="283"/>
                </a:lnTo>
                <a:lnTo>
                  <a:pt x="2233" y="291"/>
                </a:lnTo>
                <a:lnTo>
                  <a:pt x="2235" y="300"/>
                </a:lnTo>
                <a:lnTo>
                  <a:pt x="2237" y="308"/>
                </a:lnTo>
                <a:lnTo>
                  <a:pt x="2179" y="308"/>
                </a:lnTo>
                <a:lnTo>
                  <a:pt x="2179" y="308"/>
                </a:lnTo>
                <a:lnTo>
                  <a:pt x="2177" y="301"/>
                </a:lnTo>
                <a:lnTo>
                  <a:pt x="2174" y="295"/>
                </a:lnTo>
                <a:lnTo>
                  <a:pt x="2170" y="291"/>
                </a:lnTo>
                <a:lnTo>
                  <a:pt x="2165" y="287"/>
                </a:lnTo>
                <a:lnTo>
                  <a:pt x="2160" y="285"/>
                </a:lnTo>
                <a:lnTo>
                  <a:pt x="2155" y="282"/>
                </a:lnTo>
                <a:lnTo>
                  <a:pt x="2149" y="282"/>
                </a:lnTo>
                <a:lnTo>
                  <a:pt x="2143" y="281"/>
                </a:lnTo>
                <a:lnTo>
                  <a:pt x="2143" y="281"/>
                </a:lnTo>
                <a:lnTo>
                  <a:pt x="2136" y="282"/>
                </a:lnTo>
                <a:lnTo>
                  <a:pt x="2131" y="283"/>
                </a:lnTo>
                <a:lnTo>
                  <a:pt x="2126" y="285"/>
                </a:lnTo>
                <a:lnTo>
                  <a:pt x="2121" y="287"/>
                </a:lnTo>
                <a:lnTo>
                  <a:pt x="2117" y="290"/>
                </a:lnTo>
                <a:lnTo>
                  <a:pt x="2113" y="293"/>
                </a:lnTo>
                <a:lnTo>
                  <a:pt x="2105" y="302"/>
                </a:lnTo>
                <a:lnTo>
                  <a:pt x="2100" y="311"/>
                </a:lnTo>
                <a:lnTo>
                  <a:pt x="2097" y="322"/>
                </a:lnTo>
                <a:lnTo>
                  <a:pt x="2094" y="335"/>
                </a:lnTo>
                <a:lnTo>
                  <a:pt x="2093" y="349"/>
                </a:lnTo>
                <a:lnTo>
                  <a:pt x="2093" y="349"/>
                </a:lnTo>
                <a:lnTo>
                  <a:pt x="2094" y="363"/>
                </a:lnTo>
                <a:lnTo>
                  <a:pt x="2097" y="376"/>
                </a:lnTo>
                <a:lnTo>
                  <a:pt x="2101" y="388"/>
                </a:lnTo>
                <a:lnTo>
                  <a:pt x="2106" y="397"/>
                </a:lnTo>
                <a:lnTo>
                  <a:pt x="2114" y="406"/>
                </a:lnTo>
                <a:lnTo>
                  <a:pt x="2118" y="409"/>
                </a:lnTo>
                <a:lnTo>
                  <a:pt x="2122" y="412"/>
                </a:lnTo>
                <a:lnTo>
                  <a:pt x="2128" y="414"/>
                </a:lnTo>
                <a:lnTo>
                  <a:pt x="2133" y="417"/>
                </a:lnTo>
                <a:lnTo>
                  <a:pt x="2140" y="417"/>
                </a:lnTo>
                <a:lnTo>
                  <a:pt x="2146" y="418"/>
                </a:lnTo>
                <a:lnTo>
                  <a:pt x="2146" y="418"/>
                </a:lnTo>
                <a:lnTo>
                  <a:pt x="2157" y="417"/>
                </a:lnTo>
                <a:lnTo>
                  <a:pt x="2166" y="414"/>
                </a:lnTo>
                <a:lnTo>
                  <a:pt x="2175" y="411"/>
                </a:lnTo>
                <a:lnTo>
                  <a:pt x="2183" y="407"/>
                </a:lnTo>
                <a:lnTo>
                  <a:pt x="2183" y="379"/>
                </a:lnTo>
                <a:lnTo>
                  <a:pt x="2144" y="379"/>
                </a:lnTo>
                <a:lnTo>
                  <a:pt x="2144" y="336"/>
                </a:lnTo>
                <a:lnTo>
                  <a:pt x="2237" y="336"/>
                </a:lnTo>
                <a:lnTo>
                  <a:pt x="2237" y="434"/>
                </a:lnTo>
                <a:lnTo>
                  <a:pt x="2237" y="434"/>
                </a:lnTo>
                <a:lnTo>
                  <a:pt x="2227" y="441"/>
                </a:lnTo>
                <a:lnTo>
                  <a:pt x="2216" y="448"/>
                </a:lnTo>
                <a:lnTo>
                  <a:pt x="2204" y="453"/>
                </a:lnTo>
                <a:lnTo>
                  <a:pt x="2192" y="457"/>
                </a:lnTo>
                <a:lnTo>
                  <a:pt x="2181" y="461"/>
                </a:lnTo>
                <a:lnTo>
                  <a:pt x="2170" y="464"/>
                </a:lnTo>
                <a:lnTo>
                  <a:pt x="2159" y="465"/>
                </a:lnTo>
                <a:lnTo>
                  <a:pt x="2149" y="465"/>
                </a:lnTo>
                <a:lnTo>
                  <a:pt x="2149" y="465"/>
                </a:lnTo>
                <a:lnTo>
                  <a:pt x="2136" y="465"/>
                </a:lnTo>
                <a:lnTo>
                  <a:pt x="2123" y="463"/>
                </a:lnTo>
                <a:lnTo>
                  <a:pt x="2112" y="461"/>
                </a:lnTo>
                <a:lnTo>
                  <a:pt x="2101" y="457"/>
                </a:lnTo>
                <a:lnTo>
                  <a:pt x="2090" y="453"/>
                </a:lnTo>
                <a:lnTo>
                  <a:pt x="2082" y="448"/>
                </a:lnTo>
                <a:lnTo>
                  <a:pt x="2073" y="441"/>
                </a:lnTo>
                <a:lnTo>
                  <a:pt x="2064" y="435"/>
                </a:lnTo>
                <a:lnTo>
                  <a:pt x="2058" y="426"/>
                </a:lnTo>
                <a:lnTo>
                  <a:pt x="2052" y="418"/>
                </a:lnTo>
                <a:lnTo>
                  <a:pt x="2047" y="408"/>
                </a:lnTo>
                <a:lnTo>
                  <a:pt x="2043" y="398"/>
                </a:lnTo>
                <a:lnTo>
                  <a:pt x="2040" y="387"/>
                </a:lnTo>
                <a:lnTo>
                  <a:pt x="2038" y="375"/>
                </a:lnTo>
                <a:lnTo>
                  <a:pt x="2035" y="362"/>
                </a:lnTo>
                <a:lnTo>
                  <a:pt x="2035" y="349"/>
                </a:lnTo>
                <a:lnTo>
                  <a:pt x="2035" y="349"/>
                </a:lnTo>
                <a:close/>
                <a:moveTo>
                  <a:pt x="1883" y="380"/>
                </a:moveTo>
                <a:lnTo>
                  <a:pt x="1911" y="297"/>
                </a:lnTo>
                <a:lnTo>
                  <a:pt x="1940" y="380"/>
                </a:lnTo>
                <a:lnTo>
                  <a:pt x="1883" y="380"/>
                </a:lnTo>
                <a:close/>
                <a:moveTo>
                  <a:pt x="1798" y="457"/>
                </a:moveTo>
                <a:lnTo>
                  <a:pt x="1857" y="457"/>
                </a:lnTo>
                <a:lnTo>
                  <a:pt x="1868" y="425"/>
                </a:lnTo>
                <a:lnTo>
                  <a:pt x="1955" y="425"/>
                </a:lnTo>
                <a:lnTo>
                  <a:pt x="1966" y="457"/>
                </a:lnTo>
                <a:lnTo>
                  <a:pt x="2025" y="457"/>
                </a:lnTo>
                <a:lnTo>
                  <a:pt x="1942" y="240"/>
                </a:lnTo>
                <a:lnTo>
                  <a:pt x="1880" y="240"/>
                </a:lnTo>
                <a:lnTo>
                  <a:pt x="1798" y="457"/>
                </a:lnTo>
                <a:close/>
                <a:moveTo>
                  <a:pt x="1580" y="457"/>
                </a:moveTo>
                <a:lnTo>
                  <a:pt x="1634" y="457"/>
                </a:lnTo>
                <a:lnTo>
                  <a:pt x="1634" y="327"/>
                </a:lnTo>
                <a:lnTo>
                  <a:pt x="1710" y="457"/>
                </a:lnTo>
                <a:lnTo>
                  <a:pt x="1770" y="457"/>
                </a:lnTo>
                <a:lnTo>
                  <a:pt x="1770" y="240"/>
                </a:lnTo>
                <a:lnTo>
                  <a:pt x="1716" y="240"/>
                </a:lnTo>
                <a:lnTo>
                  <a:pt x="1716" y="368"/>
                </a:lnTo>
                <a:lnTo>
                  <a:pt x="1638" y="240"/>
                </a:lnTo>
                <a:lnTo>
                  <a:pt x="1580" y="240"/>
                </a:lnTo>
                <a:lnTo>
                  <a:pt x="1580" y="457"/>
                </a:lnTo>
                <a:close/>
                <a:moveTo>
                  <a:pt x="1334" y="370"/>
                </a:moveTo>
                <a:lnTo>
                  <a:pt x="1334" y="342"/>
                </a:lnTo>
                <a:lnTo>
                  <a:pt x="1421" y="342"/>
                </a:lnTo>
                <a:lnTo>
                  <a:pt x="1421" y="254"/>
                </a:lnTo>
                <a:lnTo>
                  <a:pt x="1453" y="254"/>
                </a:lnTo>
                <a:lnTo>
                  <a:pt x="1453" y="342"/>
                </a:lnTo>
                <a:lnTo>
                  <a:pt x="1541" y="342"/>
                </a:lnTo>
                <a:lnTo>
                  <a:pt x="1541" y="370"/>
                </a:lnTo>
                <a:lnTo>
                  <a:pt x="1453" y="370"/>
                </a:lnTo>
                <a:lnTo>
                  <a:pt x="1453" y="457"/>
                </a:lnTo>
                <a:lnTo>
                  <a:pt x="1421" y="457"/>
                </a:lnTo>
                <a:lnTo>
                  <a:pt x="1421" y="370"/>
                </a:lnTo>
                <a:lnTo>
                  <a:pt x="1334" y="370"/>
                </a:lnTo>
                <a:close/>
                <a:moveTo>
                  <a:pt x="1147" y="457"/>
                </a:moveTo>
                <a:lnTo>
                  <a:pt x="1308" y="457"/>
                </a:lnTo>
                <a:lnTo>
                  <a:pt x="1308" y="408"/>
                </a:lnTo>
                <a:lnTo>
                  <a:pt x="1202" y="408"/>
                </a:lnTo>
                <a:lnTo>
                  <a:pt x="1202" y="370"/>
                </a:lnTo>
                <a:lnTo>
                  <a:pt x="1290" y="370"/>
                </a:lnTo>
                <a:lnTo>
                  <a:pt x="1290" y="325"/>
                </a:lnTo>
                <a:lnTo>
                  <a:pt x="1202" y="325"/>
                </a:lnTo>
                <a:lnTo>
                  <a:pt x="1202" y="288"/>
                </a:lnTo>
                <a:lnTo>
                  <a:pt x="1303" y="288"/>
                </a:lnTo>
                <a:lnTo>
                  <a:pt x="1303" y="240"/>
                </a:lnTo>
                <a:lnTo>
                  <a:pt x="1147" y="240"/>
                </a:lnTo>
                <a:lnTo>
                  <a:pt x="1147" y="457"/>
                </a:lnTo>
                <a:close/>
                <a:moveTo>
                  <a:pt x="904" y="457"/>
                </a:moveTo>
                <a:lnTo>
                  <a:pt x="958" y="457"/>
                </a:lnTo>
                <a:lnTo>
                  <a:pt x="958" y="327"/>
                </a:lnTo>
                <a:lnTo>
                  <a:pt x="1034" y="457"/>
                </a:lnTo>
                <a:lnTo>
                  <a:pt x="1096" y="457"/>
                </a:lnTo>
                <a:lnTo>
                  <a:pt x="1096" y="240"/>
                </a:lnTo>
                <a:lnTo>
                  <a:pt x="1041" y="240"/>
                </a:lnTo>
                <a:lnTo>
                  <a:pt x="1041" y="368"/>
                </a:lnTo>
                <a:lnTo>
                  <a:pt x="963" y="240"/>
                </a:lnTo>
                <a:lnTo>
                  <a:pt x="904" y="240"/>
                </a:lnTo>
                <a:lnTo>
                  <a:pt x="904" y="457"/>
                </a:lnTo>
                <a:close/>
                <a:moveTo>
                  <a:pt x="659" y="457"/>
                </a:moveTo>
                <a:lnTo>
                  <a:pt x="716" y="457"/>
                </a:lnTo>
                <a:lnTo>
                  <a:pt x="716" y="374"/>
                </a:lnTo>
                <a:lnTo>
                  <a:pt x="795" y="374"/>
                </a:lnTo>
                <a:lnTo>
                  <a:pt x="795" y="457"/>
                </a:lnTo>
                <a:lnTo>
                  <a:pt x="853" y="457"/>
                </a:lnTo>
                <a:lnTo>
                  <a:pt x="853" y="240"/>
                </a:lnTo>
                <a:lnTo>
                  <a:pt x="795" y="240"/>
                </a:lnTo>
                <a:lnTo>
                  <a:pt x="795" y="322"/>
                </a:lnTo>
                <a:lnTo>
                  <a:pt x="716" y="322"/>
                </a:lnTo>
                <a:lnTo>
                  <a:pt x="716" y="240"/>
                </a:lnTo>
                <a:lnTo>
                  <a:pt x="659" y="240"/>
                </a:lnTo>
                <a:lnTo>
                  <a:pt x="659" y="457"/>
                </a:lnTo>
                <a:close/>
                <a:moveTo>
                  <a:pt x="454" y="457"/>
                </a:moveTo>
                <a:lnTo>
                  <a:pt x="615" y="457"/>
                </a:lnTo>
                <a:lnTo>
                  <a:pt x="615" y="408"/>
                </a:lnTo>
                <a:lnTo>
                  <a:pt x="509" y="408"/>
                </a:lnTo>
                <a:lnTo>
                  <a:pt x="509" y="370"/>
                </a:lnTo>
                <a:lnTo>
                  <a:pt x="597" y="370"/>
                </a:lnTo>
                <a:lnTo>
                  <a:pt x="597" y="325"/>
                </a:lnTo>
                <a:lnTo>
                  <a:pt x="509" y="325"/>
                </a:lnTo>
                <a:lnTo>
                  <a:pt x="509" y="288"/>
                </a:lnTo>
                <a:lnTo>
                  <a:pt x="610" y="288"/>
                </a:lnTo>
                <a:lnTo>
                  <a:pt x="610" y="240"/>
                </a:lnTo>
                <a:lnTo>
                  <a:pt x="454" y="240"/>
                </a:lnTo>
                <a:lnTo>
                  <a:pt x="454" y="457"/>
                </a:lnTo>
                <a:close/>
                <a:moveTo>
                  <a:pt x="215" y="368"/>
                </a:moveTo>
                <a:lnTo>
                  <a:pt x="215" y="368"/>
                </a:lnTo>
                <a:lnTo>
                  <a:pt x="215" y="381"/>
                </a:lnTo>
                <a:lnTo>
                  <a:pt x="217" y="393"/>
                </a:lnTo>
                <a:lnTo>
                  <a:pt x="219" y="404"/>
                </a:lnTo>
                <a:lnTo>
                  <a:pt x="222" y="413"/>
                </a:lnTo>
                <a:lnTo>
                  <a:pt x="227" y="422"/>
                </a:lnTo>
                <a:lnTo>
                  <a:pt x="231" y="429"/>
                </a:lnTo>
                <a:lnTo>
                  <a:pt x="237" y="437"/>
                </a:lnTo>
                <a:lnTo>
                  <a:pt x="243" y="443"/>
                </a:lnTo>
                <a:lnTo>
                  <a:pt x="250" y="449"/>
                </a:lnTo>
                <a:lnTo>
                  <a:pt x="258" y="453"/>
                </a:lnTo>
                <a:lnTo>
                  <a:pt x="265" y="456"/>
                </a:lnTo>
                <a:lnTo>
                  <a:pt x="274" y="460"/>
                </a:lnTo>
                <a:lnTo>
                  <a:pt x="282" y="463"/>
                </a:lnTo>
                <a:lnTo>
                  <a:pt x="291" y="464"/>
                </a:lnTo>
                <a:lnTo>
                  <a:pt x="301" y="465"/>
                </a:lnTo>
                <a:lnTo>
                  <a:pt x="310" y="465"/>
                </a:lnTo>
                <a:lnTo>
                  <a:pt x="310" y="465"/>
                </a:lnTo>
                <a:lnTo>
                  <a:pt x="319" y="465"/>
                </a:lnTo>
                <a:lnTo>
                  <a:pt x="329" y="464"/>
                </a:lnTo>
                <a:lnTo>
                  <a:pt x="337" y="463"/>
                </a:lnTo>
                <a:lnTo>
                  <a:pt x="346" y="460"/>
                </a:lnTo>
                <a:lnTo>
                  <a:pt x="354" y="456"/>
                </a:lnTo>
                <a:lnTo>
                  <a:pt x="362" y="453"/>
                </a:lnTo>
                <a:lnTo>
                  <a:pt x="369" y="449"/>
                </a:lnTo>
                <a:lnTo>
                  <a:pt x="376" y="443"/>
                </a:lnTo>
                <a:lnTo>
                  <a:pt x="382" y="437"/>
                </a:lnTo>
                <a:lnTo>
                  <a:pt x="388" y="429"/>
                </a:lnTo>
                <a:lnTo>
                  <a:pt x="393" y="422"/>
                </a:lnTo>
                <a:lnTo>
                  <a:pt x="396" y="413"/>
                </a:lnTo>
                <a:lnTo>
                  <a:pt x="401" y="404"/>
                </a:lnTo>
                <a:lnTo>
                  <a:pt x="403" y="393"/>
                </a:lnTo>
                <a:lnTo>
                  <a:pt x="404" y="381"/>
                </a:lnTo>
                <a:lnTo>
                  <a:pt x="405" y="368"/>
                </a:lnTo>
                <a:lnTo>
                  <a:pt x="405" y="240"/>
                </a:lnTo>
                <a:lnTo>
                  <a:pt x="346" y="240"/>
                </a:lnTo>
                <a:lnTo>
                  <a:pt x="346" y="377"/>
                </a:lnTo>
                <a:lnTo>
                  <a:pt x="346" y="377"/>
                </a:lnTo>
                <a:lnTo>
                  <a:pt x="345" y="385"/>
                </a:lnTo>
                <a:lnTo>
                  <a:pt x="344" y="394"/>
                </a:lnTo>
                <a:lnTo>
                  <a:pt x="340" y="400"/>
                </a:lnTo>
                <a:lnTo>
                  <a:pt x="337" y="406"/>
                </a:lnTo>
                <a:lnTo>
                  <a:pt x="332" y="410"/>
                </a:lnTo>
                <a:lnTo>
                  <a:pt x="325" y="413"/>
                </a:lnTo>
                <a:lnTo>
                  <a:pt x="318" y="415"/>
                </a:lnTo>
                <a:lnTo>
                  <a:pt x="310" y="415"/>
                </a:lnTo>
                <a:lnTo>
                  <a:pt x="310" y="415"/>
                </a:lnTo>
                <a:lnTo>
                  <a:pt x="302" y="415"/>
                </a:lnTo>
                <a:lnTo>
                  <a:pt x="294" y="413"/>
                </a:lnTo>
                <a:lnTo>
                  <a:pt x="288" y="410"/>
                </a:lnTo>
                <a:lnTo>
                  <a:pt x="282" y="406"/>
                </a:lnTo>
                <a:lnTo>
                  <a:pt x="278" y="400"/>
                </a:lnTo>
                <a:lnTo>
                  <a:pt x="276" y="394"/>
                </a:lnTo>
                <a:lnTo>
                  <a:pt x="274" y="385"/>
                </a:lnTo>
                <a:lnTo>
                  <a:pt x="274" y="377"/>
                </a:lnTo>
                <a:lnTo>
                  <a:pt x="274" y="240"/>
                </a:lnTo>
                <a:lnTo>
                  <a:pt x="215" y="240"/>
                </a:lnTo>
                <a:lnTo>
                  <a:pt x="215" y="368"/>
                </a:lnTo>
                <a:close/>
                <a:moveTo>
                  <a:pt x="0" y="457"/>
                </a:moveTo>
                <a:lnTo>
                  <a:pt x="58" y="457"/>
                </a:lnTo>
                <a:lnTo>
                  <a:pt x="58" y="396"/>
                </a:lnTo>
                <a:lnTo>
                  <a:pt x="77" y="371"/>
                </a:lnTo>
                <a:lnTo>
                  <a:pt x="127" y="457"/>
                </a:lnTo>
                <a:lnTo>
                  <a:pt x="194" y="457"/>
                </a:lnTo>
                <a:lnTo>
                  <a:pt x="116" y="330"/>
                </a:lnTo>
                <a:lnTo>
                  <a:pt x="186" y="240"/>
                </a:lnTo>
                <a:lnTo>
                  <a:pt x="118" y="240"/>
                </a:lnTo>
                <a:lnTo>
                  <a:pt x="58" y="318"/>
                </a:lnTo>
                <a:lnTo>
                  <a:pt x="58" y="240"/>
                </a:lnTo>
                <a:lnTo>
                  <a:pt x="0" y="240"/>
                </a:lnTo>
                <a:lnTo>
                  <a:pt x="0" y="457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35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3BC96D-1D64-4AFE-B628-DA253953F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47" y="2005012"/>
            <a:ext cx="8317706" cy="4305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enter text</a:t>
            </a:r>
          </a:p>
          <a:p>
            <a:pPr lvl="1"/>
            <a:r>
              <a:rPr lang="en-GB" noProof="0"/>
              <a:t>Level one bullet</a:t>
            </a:r>
          </a:p>
          <a:p>
            <a:pPr lvl="2"/>
            <a:r>
              <a:rPr lang="en-GB" noProof="0"/>
              <a:t>Level two bullet</a:t>
            </a:r>
          </a:p>
          <a:p>
            <a:pPr lvl="3"/>
            <a:r>
              <a:rPr lang="en-GB" noProof="0"/>
              <a:t>Level three bullet</a:t>
            </a:r>
          </a:p>
          <a:p>
            <a:pPr lvl="4"/>
            <a:r>
              <a:rPr lang="en-GB" noProof="0"/>
              <a:t>Level four</a:t>
            </a:r>
          </a:p>
          <a:p>
            <a:pPr lvl="4"/>
            <a:r>
              <a:rPr lang="en-GB" noProof="0"/>
              <a:t>Level five</a:t>
            </a:r>
          </a:p>
          <a:p>
            <a:pPr lvl="4"/>
            <a:r>
              <a:rPr lang="en-GB" noProof="0"/>
              <a:t>Level six</a:t>
            </a:r>
          </a:p>
          <a:p>
            <a:pPr lvl="4"/>
            <a:r>
              <a:rPr lang="en-GB" noProof="0"/>
              <a:t>Level seven</a:t>
            </a:r>
          </a:p>
          <a:p>
            <a:pPr lvl="4"/>
            <a:r>
              <a:rPr lang="en-GB" noProof="0"/>
              <a:t>Level eight</a:t>
            </a:r>
          </a:p>
          <a:p>
            <a:pPr lvl="4"/>
            <a:r>
              <a:rPr lang="en-GB" noProof="0"/>
              <a:t>Level nine </a:t>
            </a:r>
          </a:p>
        </p:txBody>
      </p: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D10F3D34-00BF-41F3-8753-0A09A1925CE1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58453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783" rtl="0" eaLnBrk="1" latinLnBrk="0" hangingPunct="1">
        <a:lnSpc>
          <a:spcPct val="100000"/>
        </a:lnSpc>
        <a:spcBef>
          <a:spcPct val="0"/>
        </a:spcBef>
        <a:spcAft>
          <a:spcPts val="225"/>
        </a:spcAft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Tx/>
        <a:buNone/>
        <a:defRPr sz="135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213122" indent="-213122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Wingdings" panose="05000000000000000000" pitchFamily="2" charset="2"/>
        <a:buChar char="§"/>
        <a:defRPr sz="135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550069" indent="-213122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3pPr>
      <a:lvl4pPr marL="899100" indent="-213300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899100" indent="-213300" algn="l" defTabSz="685783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6pPr>
      <a:lvl7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7pPr>
      <a:lvl8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8pPr>
      <a:lvl9pPr marL="899100" indent="-213300" algn="l" defTabSz="685783" rtl="0" eaLnBrk="1" latinLnBrk="0" hangingPunct="1">
        <a:lnSpc>
          <a:spcPct val="100000"/>
        </a:lnSpc>
        <a:spcBef>
          <a:spcPts val="375"/>
        </a:spcBef>
        <a:spcAft>
          <a:spcPts val="225"/>
        </a:spcAft>
        <a:buFont typeface="Symbol" panose="05050102010706020507" pitchFamily="18" charset="2"/>
        <a:buChar char="-"/>
        <a:defRPr sz="135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47">
          <p15:clr>
            <a:srgbClr val="F26B43"/>
          </p15:clr>
        </p15:guide>
        <p15:guide id="4" orient="horz" pos="1253">
          <p15:clr>
            <a:srgbClr val="F26B43"/>
          </p15:clr>
        </p15:guide>
        <p15:guide id="5" orient="horz" pos="3067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347">
          <p15:clr>
            <a:srgbClr val="F26B43"/>
          </p15:clr>
        </p15:guide>
        <p15:guide id="8" pos="7333">
          <p15:clr>
            <a:srgbClr val="F26B43"/>
          </p15:clr>
        </p15:guide>
        <p15:guide id="9" pos="2094">
          <p15:clr>
            <a:srgbClr val="F26B43"/>
          </p15:clr>
        </p15:guide>
        <p15:guide id="10" pos="558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463B09-5042-4E71-B45B-08D0E4658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91" y="550779"/>
            <a:ext cx="6235841" cy="864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 dirty="0"/>
              <a:t>Click to enter slide title 24pt [do not stretch over logo]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677AC2-D2F1-4798-B6EE-9A91136CB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80737" y="6308726"/>
            <a:ext cx="1543050" cy="2746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D070C9-30FD-4CFC-95B5-5639DFECCCEE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694A53DD-4F8B-48A9-80C7-6A73D2AE1E0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291386" y="563563"/>
            <a:ext cx="1431000" cy="378000"/>
          </a:xfrm>
          <a:custGeom>
            <a:avLst/>
            <a:gdLst>
              <a:gd name="T0" fmla="*/ 3141 w 3494"/>
              <a:gd name="T1" fmla="*/ 205 h 700"/>
              <a:gd name="T2" fmla="*/ 3176 w 3494"/>
              <a:gd name="T3" fmla="*/ 239 h 700"/>
              <a:gd name="T4" fmla="*/ 3134 w 3494"/>
              <a:gd name="T5" fmla="*/ 274 h 700"/>
              <a:gd name="T6" fmla="*/ 2916 w 3494"/>
              <a:gd name="T7" fmla="*/ 617 h 700"/>
              <a:gd name="T8" fmla="*/ 3049 w 3494"/>
              <a:gd name="T9" fmla="*/ 687 h 700"/>
              <a:gd name="T10" fmla="*/ 3188 w 3494"/>
              <a:gd name="T11" fmla="*/ 697 h 700"/>
              <a:gd name="T12" fmla="*/ 3331 w 3494"/>
              <a:gd name="T13" fmla="*/ 644 h 700"/>
              <a:gd name="T14" fmla="*/ 3235 w 3494"/>
              <a:gd name="T15" fmla="*/ 625 h 700"/>
              <a:gd name="T16" fmla="*/ 3184 w 3494"/>
              <a:gd name="T17" fmla="*/ 306 h 700"/>
              <a:gd name="T18" fmla="*/ 3220 w 3494"/>
              <a:gd name="T19" fmla="*/ 224 h 700"/>
              <a:gd name="T20" fmla="*/ 3173 w 3494"/>
              <a:gd name="T21" fmla="*/ 167 h 700"/>
              <a:gd name="T22" fmla="*/ 3103 w 3494"/>
              <a:gd name="T23" fmla="*/ 171 h 700"/>
              <a:gd name="T24" fmla="*/ 3061 w 3494"/>
              <a:gd name="T25" fmla="*/ 232 h 700"/>
              <a:gd name="T26" fmla="*/ 3111 w 3494"/>
              <a:gd name="T27" fmla="*/ 310 h 700"/>
              <a:gd name="T28" fmla="*/ 3029 w 3494"/>
              <a:gd name="T29" fmla="*/ 617 h 700"/>
              <a:gd name="T30" fmla="*/ 2794 w 3494"/>
              <a:gd name="T31" fmla="*/ 294 h 700"/>
              <a:gd name="T32" fmla="*/ 2859 w 3494"/>
              <a:gd name="T33" fmla="*/ 140 h 700"/>
              <a:gd name="T34" fmla="*/ 2989 w 3494"/>
              <a:gd name="T35" fmla="*/ 34 h 700"/>
              <a:gd name="T36" fmla="*/ 3142 w 3494"/>
              <a:gd name="T37" fmla="*/ 0 h 700"/>
              <a:gd name="T38" fmla="*/ 3309 w 3494"/>
              <a:gd name="T39" fmla="*/ 42 h 700"/>
              <a:gd name="T40" fmla="*/ 3434 w 3494"/>
              <a:gd name="T41" fmla="*/ 152 h 700"/>
              <a:gd name="T42" fmla="*/ 3492 w 3494"/>
              <a:gd name="T43" fmla="*/ 311 h 700"/>
              <a:gd name="T44" fmla="*/ 3477 w 3494"/>
              <a:gd name="T45" fmla="*/ 456 h 700"/>
              <a:gd name="T46" fmla="*/ 3363 w 3494"/>
              <a:gd name="T47" fmla="*/ 530 h 700"/>
              <a:gd name="T48" fmla="*/ 3428 w 3494"/>
              <a:gd name="T49" fmla="*/ 347 h 700"/>
              <a:gd name="T50" fmla="*/ 3393 w 3494"/>
              <a:gd name="T51" fmla="*/ 210 h 700"/>
              <a:gd name="T52" fmla="*/ 3302 w 3494"/>
              <a:gd name="T53" fmla="*/ 108 h 700"/>
              <a:gd name="T54" fmla="*/ 3171 w 3494"/>
              <a:gd name="T55" fmla="*/ 61 h 700"/>
              <a:gd name="T56" fmla="*/ 3044 w 3494"/>
              <a:gd name="T57" fmla="*/ 77 h 700"/>
              <a:gd name="T58" fmla="*/ 2930 w 3494"/>
              <a:gd name="T59" fmla="*/ 155 h 700"/>
              <a:gd name="T60" fmla="*/ 2865 w 3494"/>
              <a:gd name="T61" fmla="*/ 276 h 700"/>
              <a:gd name="T62" fmla="*/ 2872 w 3494"/>
              <a:gd name="T63" fmla="*/ 444 h 700"/>
              <a:gd name="T64" fmla="*/ 2839 w 3494"/>
              <a:gd name="T65" fmla="*/ 526 h 700"/>
              <a:gd name="T66" fmla="*/ 2790 w 3494"/>
              <a:gd name="T67" fmla="*/ 380 h 700"/>
              <a:gd name="T68" fmla="*/ 2488 w 3494"/>
              <a:gd name="T69" fmla="*/ 457 h 700"/>
              <a:gd name="T70" fmla="*/ 2439 w 3494"/>
              <a:gd name="T71" fmla="*/ 288 h 700"/>
              <a:gd name="T72" fmla="*/ 2047 w 3494"/>
              <a:gd name="T73" fmla="*/ 292 h 700"/>
              <a:gd name="T74" fmla="*/ 2130 w 3494"/>
              <a:gd name="T75" fmla="*/ 234 h 700"/>
              <a:gd name="T76" fmla="*/ 2210 w 3494"/>
              <a:gd name="T77" fmla="*/ 258 h 700"/>
              <a:gd name="T78" fmla="*/ 2177 w 3494"/>
              <a:gd name="T79" fmla="*/ 301 h 700"/>
              <a:gd name="T80" fmla="*/ 2131 w 3494"/>
              <a:gd name="T81" fmla="*/ 283 h 700"/>
              <a:gd name="T82" fmla="*/ 2093 w 3494"/>
              <a:gd name="T83" fmla="*/ 349 h 700"/>
              <a:gd name="T84" fmla="*/ 2140 w 3494"/>
              <a:gd name="T85" fmla="*/ 417 h 700"/>
              <a:gd name="T86" fmla="*/ 2237 w 3494"/>
              <a:gd name="T87" fmla="*/ 336 h 700"/>
              <a:gd name="T88" fmla="*/ 2149 w 3494"/>
              <a:gd name="T89" fmla="*/ 465 h 700"/>
              <a:gd name="T90" fmla="*/ 2058 w 3494"/>
              <a:gd name="T91" fmla="*/ 426 h 700"/>
              <a:gd name="T92" fmla="*/ 1911 w 3494"/>
              <a:gd name="T93" fmla="*/ 297 h 700"/>
              <a:gd name="T94" fmla="*/ 1880 w 3494"/>
              <a:gd name="T95" fmla="*/ 240 h 700"/>
              <a:gd name="T96" fmla="*/ 1638 w 3494"/>
              <a:gd name="T97" fmla="*/ 240 h 700"/>
              <a:gd name="T98" fmla="*/ 1541 w 3494"/>
              <a:gd name="T99" fmla="*/ 370 h 700"/>
              <a:gd name="T100" fmla="*/ 1202 w 3494"/>
              <a:gd name="T101" fmla="*/ 370 h 700"/>
              <a:gd name="T102" fmla="*/ 958 w 3494"/>
              <a:gd name="T103" fmla="*/ 457 h 700"/>
              <a:gd name="T104" fmla="*/ 659 w 3494"/>
              <a:gd name="T105" fmla="*/ 457 h 700"/>
              <a:gd name="T106" fmla="*/ 716 w 3494"/>
              <a:gd name="T107" fmla="*/ 240 h 700"/>
              <a:gd name="T108" fmla="*/ 509 w 3494"/>
              <a:gd name="T109" fmla="*/ 325 h 700"/>
              <a:gd name="T110" fmla="*/ 219 w 3494"/>
              <a:gd name="T111" fmla="*/ 404 h 700"/>
              <a:gd name="T112" fmla="*/ 282 w 3494"/>
              <a:gd name="T113" fmla="*/ 463 h 700"/>
              <a:gd name="T114" fmla="*/ 362 w 3494"/>
              <a:gd name="T115" fmla="*/ 453 h 700"/>
              <a:gd name="T116" fmla="*/ 405 w 3494"/>
              <a:gd name="T117" fmla="*/ 368 h 700"/>
              <a:gd name="T118" fmla="*/ 325 w 3494"/>
              <a:gd name="T119" fmla="*/ 413 h 700"/>
              <a:gd name="T120" fmla="*/ 274 w 3494"/>
              <a:gd name="T121" fmla="*/ 385 h 700"/>
              <a:gd name="T122" fmla="*/ 194 w 3494"/>
              <a:gd name="T123" fmla="*/ 45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494" h="700">
                <a:moveTo>
                  <a:pt x="3106" y="239"/>
                </a:moveTo>
                <a:lnTo>
                  <a:pt x="3106" y="239"/>
                </a:lnTo>
                <a:lnTo>
                  <a:pt x="3107" y="232"/>
                </a:lnTo>
                <a:lnTo>
                  <a:pt x="3109" y="225"/>
                </a:lnTo>
                <a:lnTo>
                  <a:pt x="3113" y="220"/>
                </a:lnTo>
                <a:lnTo>
                  <a:pt x="3117" y="215"/>
                </a:lnTo>
                <a:lnTo>
                  <a:pt x="3122" y="210"/>
                </a:lnTo>
                <a:lnTo>
                  <a:pt x="3128" y="207"/>
                </a:lnTo>
                <a:lnTo>
                  <a:pt x="3134" y="205"/>
                </a:lnTo>
                <a:lnTo>
                  <a:pt x="3141" y="205"/>
                </a:lnTo>
                <a:lnTo>
                  <a:pt x="3141" y="205"/>
                </a:lnTo>
                <a:lnTo>
                  <a:pt x="3148" y="205"/>
                </a:lnTo>
                <a:lnTo>
                  <a:pt x="3155" y="207"/>
                </a:lnTo>
                <a:lnTo>
                  <a:pt x="3161" y="210"/>
                </a:lnTo>
                <a:lnTo>
                  <a:pt x="3166" y="215"/>
                </a:lnTo>
                <a:lnTo>
                  <a:pt x="3171" y="220"/>
                </a:lnTo>
                <a:lnTo>
                  <a:pt x="3174" y="225"/>
                </a:lnTo>
                <a:lnTo>
                  <a:pt x="3176" y="232"/>
                </a:lnTo>
                <a:lnTo>
                  <a:pt x="3176" y="239"/>
                </a:lnTo>
                <a:lnTo>
                  <a:pt x="3176" y="239"/>
                </a:lnTo>
                <a:lnTo>
                  <a:pt x="3176" y="247"/>
                </a:lnTo>
                <a:lnTo>
                  <a:pt x="3174" y="253"/>
                </a:lnTo>
                <a:lnTo>
                  <a:pt x="3171" y="260"/>
                </a:lnTo>
                <a:lnTo>
                  <a:pt x="3166" y="264"/>
                </a:lnTo>
                <a:lnTo>
                  <a:pt x="3161" y="268"/>
                </a:lnTo>
                <a:lnTo>
                  <a:pt x="3155" y="272"/>
                </a:lnTo>
                <a:lnTo>
                  <a:pt x="3148" y="274"/>
                </a:lnTo>
                <a:lnTo>
                  <a:pt x="3141" y="275"/>
                </a:lnTo>
                <a:lnTo>
                  <a:pt x="3141" y="275"/>
                </a:lnTo>
                <a:lnTo>
                  <a:pt x="3134" y="274"/>
                </a:lnTo>
                <a:lnTo>
                  <a:pt x="3128" y="272"/>
                </a:lnTo>
                <a:lnTo>
                  <a:pt x="3122" y="268"/>
                </a:lnTo>
                <a:lnTo>
                  <a:pt x="3117" y="264"/>
                </a:lnTo>
                <a:lnTo>
                  <a:pt x="3113" y="260"/>
                </a:lnTo>
                <a:lnTo>
                  <a:pt x="3109" y="253"/>
                </a:lnTo>
                <a:lnTo>
                  <a:pt x="3107" y="247"/>
                </a:lnTo>
                <a:lnTo>
                  <a:pt x="3106" y="239"/>
                </a:lnTo>
                <a:lnTo>
                  <a:pt x="3106" y="239"/>
                </a:lnTo>
                <a:close/>
                <a:moveTo>
                  <a:pt x="2916" y="617"/>
                </a:moveTo>
                <a:lnTo>
                  <a:pt x="2916" y="617"/>
                </a:lnTo>
                <a:lnTo>
                  <a:pt x="2928" y="627"/>
                </a:lnTo>
                <a:lnTo>
                  <a:pt x="2940" y="636"/>
                </a:lnTo>
                <a:lnTo>
                  <a:pt x="2953" y="644"/>
                </a:lnTo>
                <a:lnTo>
                  <a:pt x="2966" y="653"/>
                </a:lnTo>
                <a:lnTo>
                  <a:pt x="2978" y="660"/>
                </a:lnTo>
                <a:lnTo>
                  <a:pt x="2992" y="667"/>
                </a:lnTo>
                <a:lnTo>
                  <a:pt x="3006" y="673"/>
                </a:lnTo>
                <a:lnTo>
                  <a:pt x="3020" y="679"/>
                </a:lnTo>
                <a:lnTo>
                  <a:pt x="3034" y="683"/>
                </a:lnTo>
                <a:lnTo>
                  <a:pt x="3049" y="687"/>
                </a:lnTo>
                <a:lnTo>
                  <a:pt x="3064" y="691"/>
                </a:lnTo>
                <a:lnTo>
                  <a:pt x="3079" y="695"/>
                </a:lnTo>
                <a:lnTo>
                  <a:pt x="3094" y="697"/>
                </a:lnTo>
                <a:lnTo>
                  <a:pt x="3111" y="698"/>
                </a:lnTo>
                <a:lnTo>
                  <a:pt x="3126" y="699"/>
                </a:lnTo>
                <a:lnTo>
                  <a:pt x="3142" y="700"/>
                </a:lnTo>
                <a:lnTo>
                  <a:pt x="3142" y="700"/>
                </a:lnTo>
                <a:lnTo>
                  <a:pt x="3157" y="699"/>
                </a:lnTo>
                <a:lnTo>
                  <a:pt x="3173" y="698"/>
                </a:lnTo>
                <a:lnTo>
                  <a:pt x="3188" y="697"/>
                </a:lnTo>
                <a:lnTo>
                  <a:pt x="3204" y="695"/>
                </a:lnTo>
                <a:lnTo>
                  <a:pt x="3219" y="691"/>
                </a:lnTo>
                <a:lnTo>
                  <a:pt x="3234" y="687"/>
                </a:lnTo>
                <a:lnTo>
                  <a:pt x="3248" y="683"/>
                </a:lnTo>
                <a:lnTo>
                  <a:pt x="3263" y="679"/>
                </a:lnTo>
                <a:lnTo>
                  <a:pt x="3277" y="673"/>
                </a:lnTo>
                <a:lnTo>
                  <a:pt x="3291" y="667"/>
                </a:lnTo>
                <a:lnTo>
                  <a:pt x="3305" y="660"/>
                </a:lnTo>
                <a:lnTo>
                  <a:pt x="3318" y="653"/>
                </a:lnTo>
                <a:lnTo>
                  <a:pt x="3331" y="644"/>
                </a:lnTo>
                <a:lnTo>
                  <a:pt x="3344" y="636"/>
                </a:lnTo>
                <a:lnTo>
                  <a:pt x="3355" y="627"/>
                </a:lnTo>
                <a:lnTo>
                  <a:pt x="3366" y="617"/>
                </a:lnTo>
                <a:lnTo>
                  <a:pt x="3323" y="571"/>
                </a:lnTo>
                <a:lnTo>
                  <a:pt x="3323" y="571"/>
                </a:lnTo>
                <a:lnTo>
                  <a:pt x="3307" y="585"/>
                </a:lnTo>
                <a:lnTo>
                  <a:pt x="3290" y="597"/>
                </a:lnTo>
                <a:lnTo>
                  <a:pt x="3273" y="608"/>
                </a:lnTo>
                <a:lnTo>
                  <a:pt x="3254" y="617"/>
                </a:lnTo>
                <a:lnTo>
                  <a:pt x="3235" y="625"/>
                </a:lnTo>
                <a:lnTo>
                  <a:pt x="3215" y="631"/>
                </a:lnTo>
                <a:lnTo>
                  <a:pt x="3194" y="637"/>
                </a:lnTo>
                <a:lnTo>
                  <a:pt x="3173" y="639"/>
                </a:lnTo>
                <a:lnTo>
                  <a:pt x="3173" y="393"/>
                </a:lnTo>
                <a:lnTo>
                  <a:pt x="3233" y="393"/>
                </a:lnTo>
                <a:lnTo>
                  <a:pt x="3233" y="347"/>
                </a:lnTo>
                <a:lnTo>
                  <a:pt x="3173" y="347"/>
                </a:lnTo>
                <a:lnTo>
                  <a:pt x="3173" y="310"/>
                </a:lnTo>
                <a:lnTo>
                  <a:pt x="3173" y="310"/>
                </a:lnTo>
                <a:lnTo>
                  <a:pt x="3184" y="306"/>
                </a:lnTo>
                <a:lnTo>
                  <a:pt x="3192" y="300"/>
                </a:lnTo>
                <a:lnTo>
                  <a:pt x="3201" y="292"/>
                </a:lnTo>
                <a:lnTo>
                  <a:pt x="3208" y="283"/>
                </a:lnTo>
                <a:lnTo>
                  <a:pt x="3214" y="275"/>
                </a:lnTo>
                <a:lnTo>
                  <a:pt x="3218" y="264"/>
                </a:lnTo>
                <a:lnTo>
                  <a:pt x="3221" y="252"/>
                </a:lnTo>
                <a:lnTo>
                  <a:pt x="3222" y="240"/>
                </a:lnTo>
                <a:lnTo>
                  <a:pt x="3222" y="240"/>
                </a:lnTo>
                <a:lnTo>
                  <a:pt x="3221" y="232"/>
                </a:lnTo>
                <a:lnTo>
                  <a:pt x="3220" y="224"/>
                </a:lnTo>
                <a:lnTo>
                  <a:pt x="3218" y="217"/>
                </a:lnTo>
                <a:lnTo>
                  <a:pt x="3216" y="209"/>
                </a:lnTo>
                <a:lnTo>
                  <a:pt x="3213" y="202"/>
                </a:lnTo>
                <a:lnTo>
                  <a:pt x="3208" y="195"/>
                </a:lnTo>
                <a:lnTo>
                  <a:pt x="3204" y="189"/>
                </a:lnTo>
                <a:lnTo>
                  <a:pt x="3199" y="184"/>
                </a:lnTo>
                <a:lnTo>
                  <a:pt x="3193" y="179"/>
                </a:lnTo>
                <a:lnTo>
                  <a:pt x="3187" y="174"/>
                </a:lnTo>
                <a:lnTo>
                  <a:pt x="3180" y="171"/>
                </a:lnTo>
                <a:lnTo>
                  <a:pt x="3173" y="167"/>
                </a:lnTo>
                <a:lnTo>
                  <a:pt x="3165" y="164"/>
                </a:lnTo>
                <a:lnTo>
                  <a:pt x="3158" y="162"/>
                </a:lnTo>
                <a:lnTo>
                  <a:pt x="3150" y="161"/>
                </a:lnTo>
                <a:lnTo>
                  <a:pt x="3142" y="161"/>
                </a:lnTo>
                <a:lnTo>
                  <a:pt x="3142" y="161"/>
                </a:lnTo>
                <a:lnTo>
                  <a:pt x="3133" y="161"/>
                </a:lnTo>
                <a:lnTo>
                  <a:pt x="3126" y="162"/>
                </a:lnTo>
                <a:lnTo>
                  <a:pt x="3118" y="164"/>
                </a:lnTo>
                <a:lnTo>
                  <a:pt x="3111" y="167"/>
                </a:lnTo>
                <a:lnTo>
                  <a:pt x="3103" y="171"/>
                </a:lnTo>
                <a:lnTo>
                  <a:pt x="3097" y="174"/>
                </a:lnTo>
                <a:lnTo>
                  <a:pt x="3090" y="179"/>
                </a:lnTo>
                <a:lnTo>
                  <a:pt x="3085" y="184"/>
                </a:lnTo>
                <a:lnTo>
                  <a:pt x="3079" y="189"/>
                </a:lnTo>
                <a:lnTo>
                  <a:pt x="3075" y="195"/>
                </a:lnTo>
                <a:lnTo>
                  <a:pt x="3071" y="202"/>
                </a:lnTo>
                <a:lnTo>
                  <a:pt x="3068" y="209"/>
                </a:lnTo>
                <a:lnTo>
                  <a:pt x="3064" y="217"/>
                </a:lnTo>
                <a:lnTo>
                  <a:pt x="3062" y="224"/>
                </a:lnTo>
                <a:lnTo>
                  <a:pt x="3061" y="232"/>
                </a:lnTo>
                <a:lnTo>
                  <a:pt x="3061" y="240"/>
                </a:lnTo>
                <a:lnTo>
                  <a:pt x="3061" y="240"/>
                </a:lnTo>
                <a:lnTo>
                  <a:pt x="3062" y="252"/>
                </a:lnTo>
                <a:lnTo>
                  <a:pt x="3064" y="264"/>
                </a:lnTo>
                <a:lnTo>
                  <a:pt x="3069" y="275"/>
                </a:lnTo>
                <a:lnTo>
                  <a:pt x="3075" y="283"/>
                </a:lnTo>
                <a:lnTo>
                  <a:pt x="3082" y="292"/>
                </a:lnTo>
                <a:lnTo>
                  <a:pt x="3090" y="300"/>
                </a:lnTo>
                <a:lnTo>
                  <a:pt x="3100" y="306"/>
                </a:lnTo>
                <a:lnTo>
                  <a:pt x="3111" y="310"/>
                </a:lnTo>
                <a:lnTo>
                  <a:pt x="3111" y="347"/>
                </a:lnTo>
                <a:lnTo>
                  <a:pt x="3050" y="347"/>
                </a:lnTo>
                <a:lnTo>
                  <a:pt x="3050" y="393"/>
                </a:lnTo>
                <a:lnTo>
                  <a:pt x="3111" y="393"/>
                </a:lnTo>
                <a:lnTo>
                  <a:pt x="3111" y="639"/>
                </a:lnTo>
                <a:lnTo>
                  <a:pt x="3111" y="639"/>
                </a:lnTo>
                <a:lnTo>
                  <a:pt x="3089" y="637"/>
                </a:lnTo>
                <a:lnTo>
                  <a:pt x="3069" y="631"/>
                </a:lnTo>
                <a:lnTo>
                  <a:pt x="3048" y="625"/>
                </a:lnTo>
                <a:lnTo>
                  <a:pt x="3029" y="617"/>
                </a:lnTo>
                <a:lnTo>
                  <a:pt x="3011" y="608"/>
                </a:lnTo>
                <a:lnTo>
                  <a:pt x="2992" y="597"/>
                </a:lnTo>
                <a:lnTo>
                  <a:pt x="2976" y="585"/>
                </a:lnTo>
                <a:lnTo>
                  <a:pt x="2960" y="571"/>
                </a:lnTo>
                <a:lnTo>
                  <a:pt x="2916" y="617"/>
                </a:lnTo>
                <a:close/>
                <a:moveTo>
                  <a:pt x="2789" y="347"/>
                </a:moveTo>
                <a:lnTo>
                  <a:pt x="2789" y="347"/>
                </a:lnTo>
                <a:lnTo>
                  <a:pt x="2789" y="330"/>
                </a:lnTo>
                <a:lnTo>
                  <a:pt x="2792" y="311"/>
                </a:lnTo>
                <a:lnTo>
                  <a:pt x="2794" y="294"/>
                </a:lnTo>
                <a:lnTo>
                  <a:pt x="2797" y="277"/>
                </a:lnTo>
                <a:lnTo>
                  <a:pt x="2800" y="261"/>
                </a:lnTo>
                <a:lnTo>
                  <a:pt x="2806" y="244"/>
                </a:lnTo>
                <a:lnTo>
                  <a:pt x="2811" y="228"/>
                </a:lnTo>
                <a:lnTo>
                  <a:pt x="2817" y="212"/>
                </a:lnTo>
                <a:lnTo>
                  <a:pt x="2824" y="196"/>
                </a:lnTo>
                <a:lnTo>
                  <a:pt x="2832" y="181"/>
                </a:lnTo>
                <a:lnTo>
                  <a:pt x="2840" y="167"/>
                </a:lnTo>
                <a:lnTo>
                  <a:pt x="2850" y="152"/>
                </a:lnTo>
                <a:lnTo>
                  <a:pt x="2859" y="140"/>
                </a:lnTo>
                <a:lnTo>
                  <a:pt x="2870" y="127"/>
                </a:lnTo>
                <a:lnTo>
                  <a:pt x="2881" y="114"/>
                </a:lnTo>
                <a:lnTo>
                  <a:pt x="2893" y="101"/>
                </a:lnTo>
                <a:lnTo>
                  <a:pt x="2905" y="90"/>
                </a:lnTo>
                <a:lnTo>
                  <a:pt x="2917" y="79"/>
                </a:lnTo>
                <a:lnTo>
                  <a:pt x="2931" y="69"/>
                </a:lnTo>
                <a:lnTo>
                  <a:pt x="2945" y="59"/>
                </a:lnTo>
                <a:lnTo>
                  <a:pt x="2959" y="49"/>
                </a:lnTo>
                <a:lnTo>
                  <a:pt x="2974" y="42"/>
                </a:lnTo>
                <a:lnTo>
                  <a:pt x="2989" y="34"/>
                </a:lnTo>
                <a:lnTo>
                  <a:pt x="3004" y="27"/>
                </a:lnTo>
                <a:lnTo>
                  <a:pt x="3020" y="20"/>
                </a:lnTo>
                <a:lnTo>
                  <a:pt x="3038" y="15"/>
                </a:lnTo>
                <a:lnTo>
                  <a:pt x="3054" y="11"/>
                </a:lnTo>
                <a:lnTo>
                  <a:pt x="3071" y="6"/>
                </a:lnTo>
                <a:lnTo>
                  <a:pt x="3088" y="3"/>
                </a:lnTo>
                <a:lnTo>
                  <a:pt x="3105" y="1"/>
                </a:lnTo>
                <a:lnTo>
                  <a:pt x="3123" y="0"/>
                </a:lnTo>
                <a:lnTo>
                  <a:pt x="3142" y="0"/>
                </a:lnTo>
                <a:lnTo>
                  <a:pt x="3142" y="0"/>
                </a:lnTo>
                <a:lnTo>
                  <a:pt x="3160" y="0"/>
                </a:lnTo>
                <a:lnTo>
                  <a:pt x="3177" y="1"/>
                </a:lnTo>
                <a:lnTo>
                  <a:pt x="3195" y="3"/>
                </a:lnTo>
                <a:lnTo>
                  <a:pt x="3213" y="6"/>
                </a:lnTo>
                <a:lnTo>
                  <a:pt x="3230" y="11"/>
                </a:lnTo>
                <a:lnTo>
                  <a:pt x="3246" y="15"/>
                </a:lnTo>
                <a:lnTo>
                  <a:pt x="3262" y="20"/>
                </a:lnTo>
                <a:lnTo>
                  <a:pt x="3278" y="27"/>
                </a:lnTo>
                <a:lnTo>
                  <a:pt x="3294" y="34"/>
                </a:lnTo>
                <a:lnTo>
                  <a:pt x="3309" y="42"/>
                </a:lnTo>
                <a:lnTo>
                  <a:pt x="3324" y="49"/>
                </a:lnTo>
                <a:lnTo>
                  <a:pt x="3338" y="59"/>
                </a:lnTo>
                <a:lnTo>
                  <a:pt x="3352" y="69"/>
                </a:lnTo>
                <a:lnTo>
                  <a:pt x="3365" y="79"/>
                </a:lnTo>
                <a:lnTo>
                  <a:pt x="3378" y="90"/>
                </a:lnTo>
                <a:lnTo>
                  <a:pt x="3391" y="101"/>
                </a:lnTo>
                <a:lnTo>
                  <a:pt x="3403" y="114"/>
                </a:lnTo>
                <a:lnTo>
                  <a:pt x="3413" y="127"/>
                </a:lnTo>
                <a:lnTo>
                  <a:pt x="3424" y="140"/>
                </a:lnTo>
                <a:lnTo>
                  <a:pt x="3434" y="152"/>
                </a:lnTo>
                <a:lnTo>
                  <a:pt x="3442" y="167"/>
                </a:lnTo>
                <a:lnTo>
                  <a:pt x="3451" y="181"/>
                </a:lnTo>
                <a:lnTo>
                  <a:pt x="3459" y="196"/>
                </a:lnTo>
                <a:lnTo>
                  <a:pt x="3466" y="212"/>
                </a:lnTo>
                <a:lnTo>
                  <a:pt x="3473" y="228"/>
                </a:lnTo>
                <a:lnTo>
                  <a:pt x="3478" y="244"/>
                </a:lnTo>
                <a:lnTo>
                  <a:pt x="3483" y="261"/>
                </a:lnTo>
                <a:lnTo>
                  <a:pt x="3486" y="277"/>
                </a:lnTo>
                <a:lnTo>
                  <a:pt x="3490" y="294"/>
                </a:lnTo>
                <a:lnTo>
                  <a:pt x="3492" y="311"/>
                </a:lnTo>
                <a:lnTo>
                  <a:pt x="3493" y="330"/>
                </a:lnTo>
                <a:lnTo>
                  <a:pt x="3494" y="347"/>
                </a:lnTo>
                <a:lnTo>
                  <a:pt x="3494" y="347"/>
                </a:lnTo>
                <a:lnTo>
                  <a:pt x="3494" y="364"/>
                </a:lnTo>
                <a:lnTo>
                  <a:pt x="3493" y="380"/>
                </a:lnTo>
                <a:lnTo>
                  <a:pt x="3491" y="395"/>
                </a:lnTo>
                <a:lnTo>
                  <a:pt x="3488" y="411"/>
                </a:lnTo>
                <a:lnTo>
                  <a:pt x="3484" y="426"/>
                </a:lnTo>
                <a:lnTo>
                  <a:pt x="3481" y="441"/>
                </a:lnTo>
                <a:lnTo>
                  <a:pt x="3477" y="456"/>
                </a:lnTo>
                <a:lnTo>
                  <a:pt x="3471" y="471"/>
                </a:lnTo>
                <a:lnTo>
                  <a:pt x="3465" y="485"/>
                </a:lnTo>
                <a:lnTo>
                  <a:pt x="3459" y="499"/>
                </a:lnTo>
                <a:lnTo>
                  <a:pt x="3452" y="513"/>
                </a:lnTo>
                <a:lnTo>
                  <a:pt x="3445" y="526"/>
                </a:lnTo>
                <a:lnTo>
                  <a:pt x="3436" y="539"/>
                </a:lnTo>
                <a:lnTo>
                  <a:pt x="3427" y="552"/>
                </a:lnTo>
                <a:lnTo>
                  <a:pt x="3419" y="565"/>
                </a:lnTo>
                <a:lnTo>
                  <a:pt x="3408" y="577"/>
                </a:lnTo>
                <a:lnTo>
                  <a:pt x="3363" y="530"/>
                </a:lnTo>
                <a:lnTo>
                  <a:pt x="3363" y="530"/>
                </a:lnTo>
                <a:lnTo>
                  <a:pt x="3378" y="511"/>
                </a:lnTo>
                <a:lnTo>
                  <a:pt x="3391" y="490"/>
                </a:lnTo>
                <a:lnTo>
                  <a:pt x="3402" y="468"/>
                </a:lnTo>
                <a:lnTo>
                  <a:pt x="3411" y="444"/>
                </a:lnTo>
                <a:lnTo>
                  <a:pt x="3419" y="421"/>
                </a:lnTo>
                <a:lnTo>
                  <a:pt x="3424" y="397"/>
                </a:lnTo>
                <a:lnTo>
                  <a:pt x="3427" y="373"/>
                </a:lnTo>
                <a:lnTo>
                  <a:pt x="3428" y="347"/>
                </a:lnTo>
                <a:lnTo>
                  <a:pt x="3428" y="347"/>
                </a:lnTo>
                <a:lnTo>
                  <a:pt x="3427" y="333"/>
                </a:lnTo>
                <a:lnTo>
                  <a:pt x="3426" y="318"/>
                </a:lnTo>
                <a:lnTo>
                  <a:pt x="3425" y="304"/>
                </a:lnTo>
                <a:lnTo>
                  <a:pt x="3422" y="290"/>
                </a:lnTo>
                <a:lnTo>
                  <a:pt x="3419" y="276"/>
                </a:lnTo>
                <a:lnTo>
                  <a:pt x="3416" y="262"/>
                </a:lnTo>
                <a:lnTo>
                  <a:pt x="3410" y="249"/>
                </a:lnTo>
                <a:lnTo>
                  <a:pt x="3406" y="236"/>
                </a:lnTo>
                <a:lnTo>
                  <a:pt x="3399" y="223"/>
                </a:lnTo>
                <a:lnTo>
                  <a:pt x="3393" y="210"/>
                </a:lnTo>
                <a:lnTo>
                  <a:pt x="3387" y="199"/>
                </a:lnTo>
                <a:lnTo>
                  <a:pt x="3379" y="187"/>
                </a:lnTo>
                <a:lnTo>
                  <a:pt x="3370" y="176"/>
                </a:lnTo>
                <a:lnTo>
                  <a:pt x="3362" y="164"/>
                </a:lnTo>
                <a:lnTo>
                  <a:pt x="3353" y="155"/>
                </a:lnTo>
                <a:lnTo>
                  <a:pt x="3344" y="144"/>
                </a:lnTo>
                <a:lnTo>
                  <a:pt x="3334" y="134"/>
                </a:lnTo>
                <a:lnTo>
                  <a:pt x="3323" y="126"/>
                </a:lnTo>
                <a:lnTo>
                  <a:pt x="3312" y="117"/>
                </a:lnTo>
                <a:lnTo>
                  <a:pt x="3302" y="108"/>
                </a:lnTo>
                <a:lnTo>
                  <a:pt x="3290" y="101"/>
                </a:lnTo>
                <a:lnTo>
                  <a:pt x="3278" y="94"/>
                </a:lnTo>
                <a:lnTo>
                  <a:pt x="3265" y="88"/>
                </a:lnTo>
                <a:lnTo>
                  <a:pt x="3252" y="82"/>
                </a:lnTo>
                <a:lnTo>
                  <a:pt x="3239" y="77"/>
                </a:lnTo>
                <a:lnTo>
                  <a:pt x="3227" y="72"/>
                </a:lnTo>
                <a:lnTo>
                  <a:pt x="3213" y="69"/>
                </a:lnTo>
                <a:lnTo>
                  <a:pt x="3199" y="65"/>
                </a:lnTo>
                <a:lnTo>
                  <a:pt x="3185" y="62"/>
                </a:lnTo>
                <a:lnTo>
                  <a:pt x="3171" y="61"/>
                </a:lnTo>
                <a:lnTo>
                  <a:pt x="3157" y="60"/>
                </a:lnTo>
                <a:lnTo>
                  <a:pt x="3142" y="59"/>
                </a:lnTo>
                <a:lnTo>
                  <a:pt x="3142" y="59"/>
                </a:lnTo>
                <a:lnTo>
                  <a:pt x="3127" y="60"/>
                </a:lnTo>
                <a:lnTo>
                  <a:pt x="3113" y="61"/>
                </a:lnTo>
                <a:lnTo>
                  <a:pt x="3099" y="62"/>
                </a:lnTo>
                <a:lnTo>
                  <a:pt x="3084" y="65"/>
                </a:lnTo>
                <a:lnTo>
                  <a:pt x="3071" y="69"/>
                </a:lnTo>
                <a:lnTo>
                  <a:pt x="3057" y="72"/>
                </a:lnTo>
                <a:lnTo>
                  <a:pt x="3044" y="77"/>
                </a:lnTo>
                <a:lnTo>
                  <a:pt x="3030" y="82"/>
                </a:lnTo>
                <a:lnTo>
                  <a:pt x="3018" y="88"/>
                </a:lnTo>
                <a:lnTo>
                  <a:pt x="3005" y="94"/>
                </a:lnTo>
                <a:lnTo>
                  <a:pt x="2993" y="101"/>
                </a:lnTo>
                <a:lnTo>
                  <a:pt x="2982" y="108"/>
                </a:lnTo>
                <a:lnTo>
                  <a:pt x="2971" y="117"/>
                </a:lnTo>
                <a:lnTo>
                  <a:pt x="2960" y="126"/>
                </a:lnTo>
                <a:lnTo>
                  <a:pt x="2949" y="134"/>
                </a:lnTo>
                <a:lnTo>
                  <a:pt x="2940" y="144"/>
                </a:lnTo>
                <a:lnTo>
                  <a:pt x="2930" y="155"/>
                </a:lnTo>
                <a:lnTo>
                  <a:pt x="2920" y="164"/>
                </a:lnTo>
                <a:lnTo>
                  <a:pt x="2912" y="176"/>
                </a:lnTo>
                <a:lnTo>
                  <a:pt x="2904" y="187"/>
                </a:lnTo>
                <a:lnTo>
                  <a:pt x="2897" y="199"/>
                </a:lnTo>
                <a:lnTo>
                  <a:pt x="2890" y="210"/>
                </a:lnTo>
                <a:lnTo>
                  <a:pt x="2884" y="223"/>
                </a:lnTo>
                <a:lnTo>
                  <a:pt x="2877" y="236"/>
                </a:lnTo>
                <a:lnTo>
                  <a:pt x="2872" y="249"/>
                </a:lnTo>
                <a:lnTo>
                  <a:pt x="2868" y="262"/>
                </a:lnTo>
                <a:lnTo>
                  <a:pt x="2865" y="276"/>
                </a:lnTo>
                <a:lnTo>
                  <a:pt x="2861" y="290"/>
                </a:lnTo>
                <a:lnTo>
                  <a:pt x="2858" y="304"/>
                </a:lnTo>
                <a:lnTo>
                  <a:pt x="2857" y="318"/>
                </a:lnTo>
                <a:lnTo>
                  <a:pt x="2855" y="333"/>
                </a:lnTo>
                <a:lnTo>
                  <a:pt x="2855" y="347"/>
                </a:lnTo>
                <a:lnTo>
                  <a:pt x="2855" y="347"/>
                </a:lnTo>
                <a:lnTo>
                  <a:pt x="2856" y="373"/>
                </a:lnTo>
                <a:lnTo>
                  <a:pt x="2859" y="397"/>
                </a:lnTo>
                <a:lnTo>
                  <a:pt x="2865" y="421"/>
                </a:lnTo>
                <a:lnTo>
                  <a:pt x="2872" y="444"/>
                </a:lnTo>
                <a:lnTo>
                  <a:pt x="2881" y="468"/>
                </a:lnTo>
                <a:lnTo>
                  <a:pt x="2893" y="490"/>
                </a:lnTo>
                <a:lnTo>
                  <a:pt x="2905" y="511"/>
                </a:lnTo>
                <a:lnTo>
                  <a:pt x="2920" y="530"/>
                </a:lnTo>
                <a:lnTo>
                  <a:pt x="2874" y="577"/>
                </a:lnTo>
                <a:lnTo>
                  <a:pt x="2874" y="577"/>
                </a:lnTo>
                <a:lnTo>
                  <a:pt x="2865" y="565"/>
                </a:lnTo>
                <a:lnTo>
                  <a:pt x="2856" y="552"/>
                </a:lnTo>
                <a:lnTo>
                  <a:pt x="2847" y="539"/>
                </a:lnTo>
                <a:lnTo>
                  <a:pt x="2839" y="526"/>
                </a:lnTo>
                <a:lnTo>
                  <a:pt x="2831" y="513"/>
                </a:lnTo>
                <a:lnTo>
                  <a:pt x="2824" y="499"/>
                </a:lnTo>
                <a:lnTo>
                  <a:pt x="2817" y="485"/>
                </a:lnTo>
                <a:lnTo>
                  <a:pt x="2812" y="471"/>
                </a:lnTo>
                <a:lnTo>
                  <a:pt x="2807" y="456"/>
                </a:lnTo>
                <a:lnTo>
                  <a:pt x="2802" y="441"/>
                </a:lnTo>
                <a:lnTo>
                  <a:pt x="2798" y="426"/>
                </a:lnTo>
                <a:lnTo>
                  <a:pt x="2795" y="411"/>
                </a:lnTo>
                <a:lnTo>
                  <a:pt x="2793" y="395"/>
                </a:lnTo>
                <a:lnTo>
                  <a:pt x="2790" y="380"/>
                </a:lnTo>
                <a:lnTo>
                  <a:pt x="2789" y="364"/>
                </a:lnTo>
                <a:lnTo>
                  <a:pt x="2789" y="347"/>
                </a:lnTo>
                <a:lnTo>
                  <a:pt x="2789" y="347"/>
                </a:lnTo>
                <a:close/>
                <a:moveTo>
                  <a:pt x="2488" y="457"/>
                </a:moveTo>
                <a:lnTo>
                  <a:pt x="2488" y="240"/>
                </a:lnTo>
                <a:lnTo>
                  <a:pt x="2547" y="240"/>
                </a:lnTo>
                <a:lnTo>
                  <a:pt x="2547" y="408"/>
                </a:lnTo>
                <a:lnTo>
                  <a:pt x="2645" y="408"/>
                </a:lnTo>
                <a:lnTo>
                  <a:pt x="2645" y="457"/>
                </a:lnTo>
                <a:lnTo>
                  <a:pt x="2488" y="457"/>
                </a:lnTo>
                <a:close/>
                <a:moveTo>
                  <a:pt x="2284" y="457"/>
                </a:moveTo>
                <a:lnTo>
                  <a:pt x="2445" y="457"/>
                </a:lnTo>
                <a:lnTo>
                  <a:pt x="2445" y="408"/>
                </a:lnTo>
                <a:lnTo>
                  <a:pt x="2338" y="408"/>
                </a:lnTo>
                <a:lnTo>
                  <a:pt x="2338" y="370"/>
                </a:lnTo>
                <a:lnTo>
                  <a:pt x="2426" y="370"/>
                </a:lnTo>
                <a:lnTo>
                  <a:pt x="2426" y="325"/>
                </a:lnTo>
                <a:lnTo>
                  <a:pt x="2338" y="325"/>
                </a:lnTo>
                <a:lnTo>
                  <a:pt x="2338" y="288"/>
                </a:lnTo>
                <a:lnTo>
                  <a:pt x="2439" y="288"/>
                </a:lnTo>
                <a:lnTo>
                  <a:pt x="2439" y="240"/>
                </a:lnTo>
                <a:lnTo>
                  <a:pt x="2284" y="240"/>
                </a:lnTo>
                <a:lnTo>
                  <a:pt x="2284" y="457"/>
                </a:lnTo>
                <a:close/>
                <a:moveTo>
                  <a:pt x="2035" y="349"/>
                </a:moveTo>
                <a:lnTo>
                  <a:pt x="2035" y="349"/>
                </a:lnTo>
                <a:lnTo>
                  <a:pt x="2035" y="336"/>
                </a:lnTo>
                <a:lnTo>
                  <a:pt x="2038" y="324"/>
                </a:lnTo>
                <a:lnTo>
                  <a:pt x="2040" y="313"/>
                </a:lnTo>
                <a:lnTo>
                  <a:pt x="2043" y="303"/>
                </a:lnTo>
                <a:lnTo>
                  <a:pt x="2047" y="292"/>
                </a:lnTo>
                <a:lnTo>
                  <a:pt x="2052" y="282"/>
                </a:lnTo>
                <a:lnTo>
                  <a:pt x="2057" y="274"/>
                </a:lnTo>
                <a:lnTo>
                  <a:pt x="2064" y="266"/>
                </a:lnTo>
                <a:lnTo>
                  <a:pt x="2071" y="259"/>
                </a:lnTo>
                <a:lnTo>
                  <a:pt x="2079" y="252"/>
                </a:lnTo>
                <a:lnTo>
                  <a:pt x="2088" y="247"/>
                </a:lnTo>
                <a:lnTo>
                  <a:pt x="2098" y="243"/>
                </a:lnTo>
                <a:lnTo>
                  <a:pt x="2107" y="238"/>
                </a:lnTo>
                <a:lnTo>
                  <a:pt x="2118" y="236"/>
                </a:lnTo>
                <a:lnTo>
                  <a:pt x="2130" y="234"/>
                </a:lnTo>
                <a:lnTo>
                  <a:pt x="2142" y="234"/>
                </a:lnTo>
                <a:lnTo>
                  <a:pt x="2142" y="234"/>
                </a:lnTo>
                <a:lnTo>
                  <a:pt x="2160" y="235"/>
                </a:lnTo>
                <a:lnTo>
                  <a:pt x="2168" y="236"/>
                </a:lnTo>
                <a:lnTo>
                  <a:pt x="2176" y="238"/>
                </a:lnTo>
                <a:lnTo>
                  <a:pt x="2184" y="242"/>
                </a:lnTo>
                <a:lnTo>
                  <a:pt x="2191" y="245"/>
                </a:lnTo>
                <a:lnTo>
                  <a:pt x="2199" y="248"/>
                </a:lnTo>
                <a:lnTo>
                  <a:pt x="2205" y="252"/>
                </a:lnTo>
                <a:lnTo>
                  <a:pt x="2210" y="258"/>
                </a:lnTo>
                <a:lnTo>
                  <a:pt x="2216" y="263"/>
                </a:lnTo>
                <a:lnTo>
                  <a:pt x="2221" y="269"/>
                </a:lnTo>
                <a:lnTo>
                  <a:pt x="2226" y="276"/>
                </a:lnTo>
                <a:lnTo>
                  <a:pt x="2230" y="283"/>
                </a:lnTo>
                <a:lnTo>
                  <a:pt x="2233" y="291"/>
                </a:lnTo>
                <a:lnTo>
                  <a:pt x="2235" y="300"/>
                </a:lnTo>
                <a:lnTo>
                  <a:pt x="2237" y="308"/>
                </a:lnTo>
                <a:lnTo>
                  <a:pt x="2179" y="308"/>
                </a:lnTo>
                <a:lnTo>
                  <a:pt x="2179" y="308"/>
                </a:lnTo>
                <a:lnTo>
                  <a:pt x="2177" y="301"/>
                </a:lnTo>
                <a:lnTo>
                  <a:pt x="2174" y="295"/>
                </a:lnTo>
                <a:lnTo>
                  <a:pt x="2170" y="291"/>
                </a:lnTo>
                <a:lnTo>
                  <a:pt x="2165" y="287"/>
                </a:lnTo>
                <a:lnTo>
                  <a:pt x="2160" y="285"/>
                </a:lnTo>
                <a:lnTo>
                  <a:pt x="2155" y="282"/>
                </a:lnTo>
                <a:lnTo>
                  <a:pt x="2149" y="282"/>
                </a:lnTo>
                <a:lnTo>
                  <a:pt x="2143" y="281"/>
                </a:lnTo>
                <a:lnTo>
                  <a:pt x="2143" y="281"/>
                </a:lnTo>
                <a:lnTo>
                  <a:pt x="2136" y="282"/>
                </a:lnTo>
                <a:lnTo>
                  <a:pt x="2131" y="283"/>
                </a:lnTo>
                <a:lnTo>
                  <a:pt x="2126" y="285"/>
                </a:lnTo>
                <a:lnTo>
                  <a:pt x="2121" y="287"/>
                </a:lnTo>
                <a:lnTo>
                  <a:pt x="2117" y="290"/>
                </a:lnTo>
                <a:lnTo>
                  <a:pt x="2113" y="293"/>
                </a:lnTo>
                <a:lnTo>
                  <a:pt x="2105" y="302"/>
                </a:lnTo>
                <a:lnTo>
                  <a:pt x="2100" y="311"/>
                </a:lnTo>
                <a:lnTo>
                  <a:pt x="2097" y="322"/>
                </a:lnTo>
                <a:lnTo>
                  <a:pt x="2094" y="335"/>
                </a:lnTo>
                <a:lnTo>
                  <a:pt x="2093" y="349"/>
                </a:lnTo>
                <a:lnTo>
                  <a:pt x="2093" y="349"/>
                </a:lnTo>
                <a:lnTo>
                  <a:pt x="2094" y="363"/>
                </a:lnTo>
                <a:lnTo>
                  <a:pt x="2097" y="376"/>
                </a:lnTo>
                <a:lnTo>
                  <a:pt x="2101" y="388"/>
                </a:lnTo>
                <a:lnTo>
                  <a:pt x="2106" y="397"/>
                </a:lnTo>
                <a:lnTo>
                  <a:pt x="2114" y="406"/>
                </a:lnTo>
                <a:lnTo>
                  <a:pt x="2118" y="409"/>
                </a:lnTo>
                <a:lnTo>
                  <a:pt x="2122" y="412"/>
                </a:lnTo>
                <a:lnTo>
                  <a:pt x="2128" y="414"/>
                </a:lnTo>
                <a:lnTo>
                  <a:pt x="2133" y="417"/>
                </a:lnTo>
                <a:lnTo>
                  <a:pt x="2140" y="417"/>
                </a:lnTo>
                <a:lnTo>
                  <a:pt x="2146" y="418"/>
                </a:lnTo>
                <a:lnTo>
                  <a:pt x="2146" y="418"/>
                </a:lnTo>
                <a:lnTo>
                  <a:pt x="2157" y="417"/>
                </a:lnTo>
                <a:lnTo>
                  <a:pt x="2166" y="414"/>
                </a:lnTo>
                <a:lnTo>
                  <a:pt x="2175" y="411"/>
                </a:lnTo>
                <a:lnTo>
                  <a:pt x="2183" y="407"/>
                </a:lnTo>
                <a:lnTo>
                  <a:pt x="2183" y="379"/>
                </a:lnTo>
                <a:lnTo>
                  <a:pt x="2144" y="379"/>
                </a:lnTo>
                <a:lnTo>
                  <a:pt x="2144" y="336"/>
                </a:lnTo>
                <a:lnTo>
                  <a:pt x="2237" y="336"/>
                </a:lnTo>
                <a:lnTo>
                  <a:pt x="2237" y="434"/>
                </a:lnTo>
                <a:lnTo>
                  <a:pt x="2237" y="434"/>
                </a:lnTo>
                <a:lnTo>
                  <a:pt x="2227" y="441"/>
                </a:lnTo>
                <a:lnTo>
                  <a:pt x="2216" y="448"/>
                </a:lnTo>
                <a:lnTo>
                  <a:pt x="2204" y="453"/>
                </a:lnTo>
                <a:lnTo>
                  <a:pt x="2192" y="457"/>
                </a:lnTo>
                <a:lnTo>
                  <a:pt x="2181" y="461"/>
                </a:lnTo>
                <a:lnTo>
                  <a:pt x="2170" y="464"/>
                </a:lnTo>
                <a:lnTo>
                  <a:pt x="2159" y="465"/>
                </a:lnTo>
                <a:lnTo>
                  <a:pt x="2149" y="465"/>
                </a:lnTo>
                <a:lnTo>
                  <a:pt x="2149" y="465"/>
                </a:lnTo>
                <a:lnTo>
                  <a:pt x="2136" y="465"/>
                </a:lnTo>
                <a:lnTo>
                  <a:pt x="2123" y="463"/>
                </a:lnTo>
                <a:lnTo>
                  <a:pt x="2112" y="461"/>
                </a:lnTo>
                <a:lnTo>
                  <a:pt x="2101" y="457"/>
                </a:lnTo>
                <a:lnTo>
                  <a:pt x="2090" y="453"/>
                </a:lnTo>
                <a:lnTo>
                  <a:pt x="2082" y="448"/>
                </a:lnTo>
                <a:lnTo>
                  <a:pt x="2073" y="441"/>
                </a:lnTo>
                <a:lnTo>
                  <a:pt x="2064" y="435"/>
                </a:lnTo>
                <a:lnTo>
                  <a:pt x="2058" y="426"/>
                </a:lnTo>
                <a:lnTo>
                  <a:pt x="2052" y="418"/>
                </a:lnTo>
                <a:lnTo>
                  <a:pt x="2047" y="408"/>
                </a:lnTo>
                <a:lnTo>
                  <a:pt x="2043" y="398"/>
                </a:lnTo>
                <a:lnTo>
                  <a:pt x="2040" y="387"/>
                </a:lnTo>
                <a:lnTo>
                  <a:pt x="2038" y="375"/>
                </a:lnTo>
                <a:lnTo>
                  <a:pt x="2035" y="362"/>
                </a:lnTo>
                <a:lnTo>
                  <a:pt x="2035" y="349"/>
                </a:lnTo>
                <a:lnTo>
                  <a:pt x="2035" y="349"/>
                </a:lnTo>
                <a:close/>
                <a:moveTo>
                  <a:pt x="1883" y="380"/>
                </a:moveTo>
                <a:lnTo>
                  <a:pt x="1911" y="297"/>
                </a:lnTo>
                <a:lnTo>
                  <a:pt x="1940" y="380"/>
                </a:lnTo>
                <a:lnTo>
                  <a:pt x="1883" y="380"/>
                </a:lnTo>
                <a:close/>
                <a:moveTo>
                  <a:pt x="1798" y="457"/>
                </a:moveTo>
                <a:lnTo>
                  <a:pt x="1857" y="457"/>
                </a:lnTo>
                <a:lnTo>
                  <a:pt x="1868" y="425"/>
                </a:lnTo>
                <a:lnTo>
                  <a:pt x="1955" y="425"/>
                </a:lnTo>
                <a:lnTo>
                  <a:pt x="1966" y="457"/>
                </a:lnTo>
                <a:lnTo>
                  <a:pt x="2025" y="457"/>
                </a:lnTo>
                <a:lnTo>
                  <a:pt x="1942" y="240"/>
                </a:lnTo>
                <a:lnTo>
                  <a:pt x="1880" y="240"/>
                </a:lnTo>
                <a:lnTo>
                  <a:pt x="1798" y="457"/>
                </a:lnTo>
                <a:close/>
                <a:moveTo>
                  <a:pt x="1580" y="457"/>
                </a:moveTo>
                <a:lnTo>
                  <a:pt x="1634" y="457"/>
                </a:lnTo>
                <a:lnTo>
                  <a:pt x="1634" y="327"/>
                </a:lnTo>
                <a:lnTo>
                  <a:pt x="1710" y="457"/>
                </a:lnTo>
                <a:lnTo>
                  <a:pt x="1770" y="457"/>
                </a:lnTo>
                <a:lnTo>
                  <a:pt x="1770" y="240"/>
                </a:lnTo>
                <a:lnTo>
                  <a:pt x="1716" y="240"/>
                </a:lnTo>
                <a:lnTo>
                  <a:pt x="1716" y="368"/>
                </a:lnTo>
                <a:lnTo>
                  <a:pt x="1638" y="240"/>
                </a:lnTo>
                <a:lnTo>
                  <a:pt x="1580" y="240"/>
                </a:lnTo>
                <a:lnTo>
                  <a:pt x="1580" y="457"/>
                </a:lnTo>
                <a:close/>
                <a:moveTo>
                  <a:pt x="1334" y="370"/>
                </a:moveTo>
                <a:lnTo>
                  <a:pt x="1334" y="342"/>
                </a:lnTo>
                <a:lnTo>
                  <a:pt x="1421" y="342"/>
                </a:lnTo>
                <a:lnTo>
                  <a:pt x="1421" y="254"/>
                </a:lnTo>
                <a:lnTo>
                  <a:pt x="1453" y="254"/>
                </a:lnTo>
                <a:lnTo>
                  <a:pt x="1453" y="342"/>
                </a:lnTo>
                <a:lnTo>
                  <a:pt x="1541" y="342"/>
                </a:lnTo>
                <a:lnTo>
                  <a:pt x="1541" y="370"/>
                </a:lnTo>
                <a:lnTo>
                  <a:pt x="1453" y="370"/>
                </a:lnTo>
                <a:lnTo>
                  <a:pt x="1453" y="457"/>
                </a:lnTo>
                <a:lnTo>
                  <a:pt x="1421" y="457"/>
                </a:lnTo>
                <a:lnTo>
                  <a:pt x="1421" y="370"/>
                </a:lnTo>
                <a:lnTo>
                  <a:pt x="1334" y="370"/>
                </a:lnTo>
                <a:close/>
                <a:moveTo>
                  <a:pt x="1147" y="457"/>
                </a:moveTo>
                <a:lnTo>
                  <a:pt x="1308" y="457"/>
                </a:lnTo>
                <a:lnTo>
                  <a:pt x="1308" y="408"/>
                </a:lnTo>
                <a:lnTo>
                  <a:pt x="1202" y="408"/>
                </a:lnTo>
                <a:lnTo>
                  <a:pt x="1202" y="370"/>
                </a:lnTo>
                <a:lnTo>
                  <a:pt x="1290" y="370"/>
                </a:lnTo>
                <a:lnTo>
                  <a:pt x="1290" y="325"/>
                </a:lnTo>
                <a:lnTo>
                  <a:pt x="1202" y="325"/>
                </a:lnTo>
                <a:lnTo>
                  <a:pt x="1202" y="288"/>
                </a:lnTo>
                <a:lnTo>
                  <a:pt x="1303" y="288"/>
                </a:lnTo>
                <a:lnTo>
                  <a:pt x="1303" y="240"/>
                </a:lnTo>
                <a:lnTo>
                  <a:pt x="1147" y="240"/>
                </a:lnTo>
                <a:lnTo>
                  <a:pt x="1147" y="457"/>
                </a:lnTo>
                <a:close/>
                <a:moveTo>
                  <a:pt x="904" y="457"/>
                </a:moveTo>
                <a:lnTo>
                  <a:pt x="958" y="457"/>
                </a:lnTo>
                <a:lnTo>
                  <a:pt x="958" y="327"/>
                </a:lnTo>
                <a:lnTo>
                  <a:pt x="1034" y="457"/>
                </a:lnTo>
                <a:lnTo>
                  <a:pt x="1096" y="457"/>
                </a:lnTo>
                <a:lnTo>
                  <a:pt x="1096" y="240"/>
                </a:lnTo>
                <a:lnTo>
                  <a:pt x="1041" y="240"/>
                </a:lnTo>
                <a:lnTo>
                  <a:pt x="1041" y="368"/>
                </a:lnTo>
                <a:lnTo>
                  <a:pt x="963" y="240"/>
                </a:lnTo>
                <a:lnTo>
                  <a:pt x="904" y="240"/>
                </a:lnTo>
                <a:lnTo>
                  <a:pt x="904" y="457"/>
                </a:lnTo>
                <a:close/>
                <a:moveTo>
                  <a:pt x="659" y="457"/>
                </a:moveTo>
                <a:lnTo>
                  <a:pt x="716" y="457"/>
                </a:lnTo>
                <a:lnTo>
                  <a:pt x="716" y="374"/>
                </a:lnTo>
                <a:lnTo>
                  <a:pt x="795" y="374"/>
                </a:lnTo>
                <a:lnTo>
                  <a:pt x="795" y="457"/>
                </a:lnTo>
                <a:lnTo>
                  <a:pt x="853" y="457"/>
                </a:lnTo>
                <a:lnTo>
                  <a:pt x="853" y="240"/>
                </a:lnTo>
                <a:lnTo>
                  <a:pt x="795" y="240"/>
                </a:lnTo>
                <a:lnTo>
                  <a:pt x="795" y="322"/>
                </a:lnTo>
                <a:lnTo>
                  <a:pt x="716" y="322"/>
                </a:lnTo>
                <a:lnTo>
                  <a:pt x="716" y="240"/>
                </a:lnTo>
                <a:lnTo>
                  <a:pt x="659" y="240"/>
                </a:lnTo>
                <a:lnTo>
                  <a:pt x="659" y="457"/>
                </a:lnTo>
                <a:close/>
                <a:moveTo>
                  <a:pt x="454" y="457"/>
                </a:moveTo>
                <a:lnTo>
                  <a:pt x="615" y="457"/>
                </a:lnTo>
                <a:lnTo>
                  <a:pt x="615" y="408"/>
                </a:lnTo>
                <a:lnTo>
                  <a:pt x="509" y="408"/>
                </a:lnTo>
                <a:lnTo>
                  <a:pt x="509" y="370"/>
                </a:lnTo>
                <a:lnTo>
                  <a:pt x="597" y="370"/>
                </a:lnTo>
                <a:lnTo>
                  <a:pt x="597" y="325"/>
                </a:lnTo>
                <a:lnTo>
                  <a:pt x="509" y="325"/>
                </a:lnTo>
                <a:lnTo>
                  <a:pt x="509" y="288"/>
                </a:lnTo>
                <a:lnTo>
                  <a:pt x="610" y="288"/>
                </a:lnTo>
                <a:lnTo>
                  <a:pt x="610" y="240"/>
                </a:lnTo>
                <a:lnTo>
                  <a:pt x="454" y="240"/>
                </a:lnTo>
                <a:lnTo>
                  <a:pt x="454" y="457"/>
                </a:lnTo>
                <a:close/>
                <a:moveTo>
                  <a:pt x="215" y="368"/>
                </a:moveTo>
                <a:lnTo>
                  <a:pt x="215" y="368"/>
                </a:lnTo>
                <a:lnTo>
                  <a:pt x="215" y="381"/>
                </a:lnTo>
                <a:lnTo>
                  <a:pt x="217" y="393"/>
                </a:lnTo>
                <a:lnTo>
                  <a:pt x="219" y="404"/>
                </a:lnTo>
                <a:lnTo>
                  <a:pt x="222" y="413"/>
                </a:lnTo>
                <a:lnTo>
                  <a:pt x="227" y="422"/>
                </a:lnTo>
                <a:lnTo>
                  <a:pt x="231" y="429"/>
                </a:lnTo>
                <a:lnTo>
                  <a:pt x="237" y="437"/>
                </a:lnTo>
                <a:lnTo>
                  <a:pt x="243" y="443"/>
                </a:lnTo>
                <a:lnTo>
                  <a:pt x="250" y="449"/>
                </a:lnTo>
                <a:lnTo>
                  <a:pt x="258" y="453"/>
                </a:lnTo>
                <a:lnTo>
                  <a:pt x="265" y="456"/>
                </a:lnTo>
                <a:lnTo>
                  <a:pt x="274" y="460"/>
                </a:lnTo>
                <a:lnTo>
                  <a:pt x="282" y="463"/>
                </a:lnTo>
                <a:lnTo>
                  <a:pt x="291" y="464"/>
                </a:lnTo>
                <a:lnTo>
                  <a:pt x="301" y="465"/>
                </a:lnTo>
                <a:lnTo>
                  <a:pt x="310" y="465"/>
                </a:lnTo>
                <a:lnTo>
                  <a:pt x="310" y="465"/>
                </a:lnTo>
                <a:lnTo>
                  <a:pt x="319" y="465"/>
                </a:lnTo>
                <a:lnTo>
                  <a:pt x="329" y="464"/>
                </a:lnTo>
                <a:lnTo>
                  <a:pt x="337" y="463"/>
                </a:lnTo>
                <a:lnTo>
                  <a:pt x="346" y="460"/>
                </a:lnTo>
                <a:lnTo>
                  <a:pt x="354" y="456"/>
                </a:lnTo>
                <a:lnTo>
                  <a:pt x="362" y="453"/>
                </a:lnTo>
                <a:lnTo>
                  <a:pt x="369" y="449"/>
                </a:lnTo>
                <a:lnTo>
                  <a:pt x="376" y="443"/>
                </a:lnTo>
                <a:lnTo>
                  <a:pt x="382" y="437"/>
                </a:lnTo>
                <a:lnTo>
                  <a:pt x="388" y="429"/>
                </a:lnTo>
                <a:lnTo>
                  <a:pt x="393" y="422"/>
                </a:lnTo>
                <a:lnTo>
                  <a:pt x="396" y="413"/>
                </a:lnTo>
                <a:lnTo>
                  <a:pt x="401" y="404"/>
                </a:lnTo>
                <a:lnTo>
                  <a:pt x="403" y="393"/>
                </a:lnTo>
                <a:lnTo>
                  <a:pt x="404" y="381"/>
                </a:lnTo>
                <a:lnTo>
                  <a:pt x="405" y="368"/>
                </a:lnTo>
                <a:lnTo>
                  <a:pt x="405" y="240"/>
                </a:lnTo>
                <a:lnTo>
                  <a:pt x="346" y="240"/>
                </a:lnTo>
                <a:lnTo>
                  <a:pt x="346" y="377"/>
                </a:lnTo>
                <a:lnTo>
                  <a:pt x="346" y="377"/>
                </a:lnTo>
                <a:lnTo>
                  <a:pt x="345" y="385"/>
                </a:lnTo>
                <a:lnTo>
                  <a:pt x="344" y="394"/>
                </a:lnTo>
                <a:lnTo>
                  <a:pt x="340" y="400"/>
                </a:lnTo>
                <a:lnTo>
                  <a:pt x="337" y="406"/>
                </a:lnTo>
                <a:lnTo>
                  <a:pt x="332" y="410"/>
                </a:lnTo>
                <a:lnTo>
                  <a:pt x="325" y="413"/>
                </a:lnTo>
                <a:lnTo>
                  <a:pt x="318" y="415"/>
                </a:lnTo>
                <a:lnTo>
                  <a:pt x="310" y="415"/>
                </a:lnTo>
                <a:lnTo>
                  <a:pt x="310" y="415"/>
                </a:lnTo>
                <a:lnTo>
                  <a:pt x="302" y="415"/>
                </a:lnTo>
                <a:lnTo>
                  <a:pt x="294" y="413"/>
                </a:lnTo>
                <a:lnTo>
                  <a:pt x="288" y="410"/>
                </a:lnTo>
                <a:lnTo>
                  <a:pt x="282" y="406"/>
                </a:lnTo>
                <a:lnTo>
                  <a:pt x="278" y="400"/>
                </a:lnTo>
                <a:lnTo>
                  <a:pt x="276" y="394"/>
                </a:lnTo>
                <a:lnTo>
                  <a:pt x="274" y="385"/>
                </a:lnTo>
                <a:lnTo>
                  <a:pt x="274" y="377"/>
                </a:lnTo>
                <a:lnTo>
                  <a:pt x="274" y="240"/>
                </a:lnTo>
                <a:lnTo>
                  <a:pt x="215" y="240"/>
                </a:lnTo>
                <a:lnTo>
                  <a:pt x="215" y="368"/>
                </a:lnTo>
                <a:close/>
                <a:moveTo>
                  <a:pt x="0" y="457"/>
                </a:moveTo>
                <a:lnTo>
                  <a:pt x="58" y="457"/>
                </a:lnTo>
                <a:lnTo>
                  <a:pt x="58" y="396"/>
                </a:lnTo>
                <a:lnTo>
                  <a:pt x="77" y="371"/>
                </a:lnTo>
                <a:lnTo>
                  <a:pt x="127" y="457"/>
                </a:lnTo>
                <a:lnTo>
                  <a:pt x="194" y="457"/>
                </a:lnTo>
                <a:lnTo>
                  <a:pt x="116" y="330"/>
                </a:lnTo>
                <a:lnTo>
                  <a:pt x="186" y="240"/>
                </a:lnTo>
                <a:lnTo>
                  <a:pt x="118" y="240"/>
                </a:lnTo>
                <a:lnTo>
                  <a:pt x="58" y="318"/>
                </a:lnTo>
                <a:lnTo>
                  <a:pt x="58" y="240"/>
                </a:lnTo>
                <a:lnTo>
                  <a:pt x="0" y="240"/>
                </a:lnTo>
                <a:lnTo>
                  <a:pt x="0" y="457"/>
                </a:lnTo>
                <a:close/>
              </a:path>
            </a:pathLst>
          </a:custGeom>
          <a:solidFill>
            <a:srgbClr val="1D37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35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33BC96D-1D64-4AFE-B628-DA253953F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47" y="2005012"/>
            <a:ext cx="8317706" cy="4305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enter text</a:t>
            </a:r>
          </a:p>
          <a:p>
            <a:pPr lvl="1"/>
            <a:r>
              <a:rPr lang="en-GB" noProof="0"/>
              <a:t>Level one bullet</a:t>
            </a:r>
          </a:p>
          <a:p>
            <a:pPr lvl="2"/>
            <a:r>
              <a:rPr lang="en-GB" noProof="0"/>
              <a:t>Level two bullet</a:t>
            </a:r>
          </a:p>
          <a:p>
            <a:pPr lvl="3"/>
            <a:r>
              <a:rPr lang="en-GB" noProof="0"/>
              <a:t>Level three bullet</a:t>
            </a:r>
          </a:p>
          <a:p>
            <a:pPr lvl="4"/>
            <a:r>
              <a:rPr lang="en-GB" noProof="0"/>
              <a:t>Level four</a:t>
            </a:r>
          </a:p>
          <a:p>
            <a:pPr lvl="4"/>
            <a:r>
              <a:rPr lang="en-GB" noProof="0"/>
              <a:t>Level five</a:t>
            </a:r>
          </a:p>
          <a:p>
            <a:pPr lvl="4"/>
            <a:r>
              <a:rPr lang="en-GB" noProof="0"/>
              <a:t>Level six</a:t>
            </a:r>
          </a:p>
          <a:p>
            <a:pPr lvl="4"/>
            <a:r>
              <a:rPr lang="en-GB" noProof="0"/>
              <a:t>Level seven</a:t>
            </a:r>
          </a:p>
          <a:p>
            <a:pPr lvl="4"/>
            <a:r>
              <a:rPr lang="en-GB" noProof="0"/>
              <a:t>Level eight</a:t>
            </a:r>
          </a:p>
          <a:p>
            <a:pPr lvl="4"/>
            <a:r>
              <a:rPr lang="en-GB" noProof="0"/>
              <a:t>Level nine </a:t>
            </a:r>
          </a:p>
        </p:txBody>
      </p:sp>
      <p:sp>
        <p:nvSpPr>
          <p:cNvPr id="3" name="empower - DO NOT DELETE!!!" hidden="1">
            <a:extLst>
              <a:ext uri="{FF2B5EF4-FFF2-40B4-BE49-F238E27FC236}">
                <a16:creationId xmlns:a16="http://schemas.microsoft.com/office/drawing/2014/main" id="{D10F3D34-00BF-41F3-8753-0A09A1925CE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42835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spcAft>
          <a:spcPts val="300"/>
        </a:spcAft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284163" indent="-2841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733425" indent="-2841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198800" indent="-2844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98800" indent="-28440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8pPr>
      <a:lvl9pPr marL="1198800" indent="-284400" algn="l" defTabSz="914377" rtl="0" eaLnBrk="1" latinLnBrk="0" hangingPunct="1">
        <a:lnSpc>
          <a:spcPct val="100000"/>
        </a:lnSpc>
        <a:spcBef>
          <a:spcPts val="500"/>
        </a:spcBef>
        <a:spcAft>
          <a:spcPts val="300"/>
        </a:spcAft>
        <a:buFont typeface="Symbol" panose="05050102010706020507" pitchFamily="18" charset="2"/>
        <a:buChar char="-"/>
        <a:defRPr sz="1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347" userDrawn="1">
          <p15:clr>
            <a:srgbClr val="F26B43"/>
          </p15:clr>
        </p15:guide>
        <p15:guide id="4" orient="horz" pos="1253" userDrawn="1">
          <p15:clr>
            <a:srgbClr val="F26B43"/>
          </p15:clr>
        </p15:guide>
        <p15:guide id="5" orient="horz" pos="3067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pos="260" userDrawn="1">
          <p15:clr>
            <a:srgbClr val="F26B43"/>
          </p15:clr>
        </p15:guide>
        <p15:guide id="8" pos="5500" userDrawn="1">
          <p15:clr>
            <a:srgbClr val="F26B43"/>
          </p15:clr>
        </p15:guide>
        <p15:guide id="9" pos="1571" userDrawn="1">
          <p15:clr>
            <a:srgbClr val="F26B43"/>
          </p15:clr>
        </p15:guide>
        <p15:guide id="10" pos="41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8" y="2379216"/>
            <a:ext cx="6719172" cy="248964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sz="2800" dirty="0"/>
              <a:t>PDM2EC - SAP SuccessFactors Entity Reference Guide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- SAP Entities Synchronized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512031"/>
            <a:ext cx="8317706" cy="43053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  <a:defRPr sz="1500"/>
            </a:pPr>
            <a:r>
              <a:rPr sz="1300" dirty="0"/>
              <a:t>9 SAP SuccessFactors entity types processed by the pipeline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/>
            </a:pPr>
            <a:r>
              <a:rPr sz="1300" dirty="0"/>
              <a:t>Each entity has </a:t>
            </a:r>
            <a:r>
              <a:rPr lang="en-US" sz="1300" dirty="0"/>
              <a:t>Required</a:t>
            </a:r>
            <a:r>
              <a:rPr sz="1300" dirty="0"/>
              <a:t> fields (must be present) and </a:t>
            </a:r>
            <a:r>
              <a:rPr lang="en-US" sz="1300" dirty="0"/>
              <a:t>Optional</a:t>
            </a:r>
            <a:r>
              <a:rPr sz="1300" dirty="0"/>
              <a:t> fields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/>
            </a:pPr>
            <a:r>
              <a:rPr lang="en-US" sz="1300" dirty="0"/>
              <a:t>Required</a:t>
            </a:r>
            <a:r>
              <a:rPr sz="1300" dirty="0"/>
              <a:t> fields validated before API calls to prevent errors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/>
            </a:pPr>
            <a:r>
              <a:rPr sz="1300" dirty="0"/>
              <a:t>Processing order enforces dependencies between entities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500"/>
            </a:pPr>
            <a:r>
              <a:rPr sz="1300" dirty="0"/>
              <a:t>All entities use OData metadata structure for SAP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Processing Order &amp;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496129"/>
            <a:ext cx="831770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1. Position → Creates job positions first (no dependencies)</a:t>
            </a:r>
          </a:p>
          <a:p>
            <a:pPr>
              <a:defRPr sz="1500"/>
            </a:pPr>
            <a:r>
              <a:rPr sz="1200" dirty="0"/>
              <a:t>2. PerPerson → Creates person records (no dependencies)</a:t>
            </a:r>
          </a:p>
          <a:p>
            <a:pPr>
              <a:defRPr sz="1500"/>
            </a:pPr>
            <a:r>
              <a:rPr sz="1200" dirty="0"/>
              <a:t>3. PositionMatrixRelationships → Links positions (requires Position, PerPerson)</a:t>
            </a:r>
          </a:p>
          <a:p>
            <a:pPr>
              <a:defRPr sz="1500"/>
            </a:pPr>
            <a:r>
              <a:rPr sz="1200" dirty="0"/>
              <a:t>4. EmpEmployment → Creates employment records (requires Position, PerPerson)</a:t>
            </a:r>
          </a:p>
          <a:p>
            <a:pPr>
              <a:defRPr sz="1500"/>
            </a:pPr>
            <a:r>
              <a:rPr sz="1200" dirty="0"/>
              <a:t>5. EmpJob → Assigns jobs to employees (requires Position, PerPerson)</a:t>
            </a:r>
          </a:p>
          <a:p>
            <a:pPr>
              <a:defRPr sz="1500"/>
            </a:pPr>
            <a:r>
              <a:rPr sz="1200" dirty="0"/>
              <a:t>6. PerPersonal → Adds personal details (requires PerPerson)</a:t>
            </a:r>
          </a:p>
          <a:p>
            <a:pPr>
              <a:defRPr sz="1500"/>
            </a:pPr>
            <a:r>
              <a:rPr sz="1200" dirty="0"/>
              <a:t>7. PerEmail → Adds email addresses (requires PerPerson)</a:t>
            </a:r>
          </a:p>
          <a:p>
            <a:pPr>
              <a:defRPr sz="1500"/>
            </a:pPr>
            <a:r>
              <a:rPr sz="1200" dirty="0"/>
              <a:t>8. PerPhone → Adds phone numbers (requires PerPerson)</a:t>
            </a:r>
          </a:p>
          <a:p>
            <a:pPr>
              <a:defRPr sz="1500"/>
            </a:pPr>
            <a:r>
              <a:rPr sz="1200" dirty="0"/>
              <a:t>9. EmpJobRelationships → Creates reporting relationships (requires Position, PerPerson)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Position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147" y="1330988"/>
            <a:ext cx="8317706" cy="4976233"/>
          </a:xfrm>
        </p:spPr>
        <p:txBody>
          <a:bodyPr/>
          <a:lstStyle/>
          <a:p>
            <a:pPr>
              <a:lnSpc>
                <a:spcPct val="150000"/>
              </a:lnSpc>
              <a:defRPr sz="1500"/>
            </a:pPr>
            <a:r>
              <a:rPr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Purpose: Defines organizational positions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Required</a:t>
            </a:r>
            <a:r>
              <a:rPr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Fields:</a:t>
            </a:r>
          </a:p>
          <a:p>
            <a:pPr marL="0" lvl="1" indent="0">
              <a:buNone/>
              <a:defRPr sz="1400"/>
            </a:pP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company: Company code (e.g., 'CH08')</a:t>
            </a:r>
          </a:p>
          <a:p>
            <a:pPr marL="0" lvl="1" indent="0">
              <a:buNone/>
              <a:defRPr sz="1400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jobCode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Job title/role code</a:t>
            </a:r>
          </a:p>
          <a:p>
            <a:pPr marL="0" lvl="1" indent="0">
              <a:buNone/>
              <a:defRPr sz="1400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costCenter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Cost center code</a:t>
            </a:r>
          </a:p>
          <a:p>
            <a:pPr marL="0" lvl="1" indent="0">
              <a:buNone/>
              <a:defRPr sz="1400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address_code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Location/branch office code</a:t>
            </a:r>
          </a:p>
          <a:p>
            <a:pPr marL="0" lvl="1" indent="0">
              <a:buNone/>
              <a:defRPr sz="1400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country_code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Country ISO code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Non-Blocking</a:t>
            </a:r>
            <a:r>
              <a:rPr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Fields:</a:t>
            </a:r>
          </a:p>
          <a:p>
            <a:pPr marL="0" lvl="1" indent="0">
              <a:buNone/>
              <a:defRPr sz="1400"/>
            </a:pP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division: Business unit/division</a:t>
            </a:r>
          </a:p>
          <a:p>
            <a:pPr marL="0" lvl="1" indent="0">
              <a:buNone/>
              <a:defRPr sz="1400"/>
            </a:pP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location: Location code</a:t>
            </a:r>
          </a:p>
          <a:p>
            <a:pPr marL="0" lvl="1" indent="0">
              <a:buNone/>
              <a:defRPr sz="1400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standardHours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Working hours (default: from country config)</a:t>
            </a:r>
          </a:p>
          <a:p>
            <a:pPr marL="0" lvl="1" indent="0">
              <a:buNone/>
              <a:defRPr sz="1400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cust_Email_Address_</a:t>
            </a:r>
            <a:r>
              <a:rPr lang="en-US"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Required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: Boolean flag</a:t>
            </a:r>
          </a:p>
          <a:p>
            <a:pPr marL="0" lvl="1" indent="0">
              <a:buNone/>
              <a:defRPr sz="1400"/>
            </a:pP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cust_Country_Of_Registration, </a:t>
            </a: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cust_geographicalScope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, </a:t>
            </a: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cust_subUnit</a:t>
            </a:r>
            <a:endParaRPr sz="1100" b="0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  <a:defRPr sz="1500" b="1"/>
            </a:pPr>
            <a:r>
              <a:rPr sz="12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Fixed Values: </a:t>
            </a:r>
            <a:endParaRPr lang="en-US" sz="1200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>
              <a:defRPr sz="1500" b="1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effectiveStatus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='A’</a:t>
            </a:r>
            <a:endParaRPr lang="en-US" sz="1100" b="0" dirty="0">
              <a:solidFill>
                <a:schemeClr val="tx2">
                  <a:lumMod val="85000"/>
                  <a:lumOff val="15000"/>
                </a:schemeClr>
              </a:solidFill>
            </a:endParaRPr>
          </a:p>
          <a:p>
            <a:pPr>
              <a:defRPr sz="1500" b="1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changeReason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='import’</a:t>
            </a:r>
            <a:r>
              <a:rPr lang="en-US"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 </a:t>
            </a:r>
          </a:p>
          <a:p>
            <a:pPr>
              <a:defRPr sz="1500" b="1"/>
            </a:pPr>
            <a:r>
              <a:rPr sz="1100" b="0" dirty="0" err="1">
                <a:solidFill>
                  <a:schemeClr val="tx2">
                    <a:lumMod val="85000"/>
                    <a:lumOff val="15000"/>
                  </a:schemeClr>
                </a:solidFill>
              </a:rPr>
              <a:t>technicalParameters</a:t>
            </a:r>
            <a:r>
              <a:rPr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='SYNC'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PerPerson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398595"/>
            <a:ext cx="8317706" cy="4305301"/>
          </a:xfrm>
        </p:spPr>
        <p:txBody>
          <a:bodyPr/>
          <a:lstStyle/>
          <a:p>
            <a:pPr>
              <a:lnSpc>
                <a:spcPct val="150000"/>
              </a:lnSpc>
              <a:defRPr sz="1500"/>
            </a:pPr>
            <a:r>
              <a:rPr sz="1200" dirty="0"/>
              <a:t>Purpose: Core person/employee record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  <a:endParaRPr lang="en-US" sz="1200" dirty="0"/>
          </a:p>
          <a:p>
            <a:pPr>
              <a:defRPr sz="1500" b="1"/>
            </a:pPr>
            <a:r>
              <a:rPr sz="1200" b="0" dirty="0"/>
              <a:t>personIdExternal: Unique employee ID (PDM_UID/</a:t>
            </a:r>
            <a:r>
              <a:rPr sz="1200" b="0" dirty="0" err="1"/>
              <a:t>userid</a:t>
            </a:r>
            <a:r>
              <a:rPr sz="1200" b="0" dirty="0"/>
              <a:t>)</a:t>
            </a:r>
            <a:endParaRPr lang="en-US" sz="1200" b="0" dirty="0"/>
          </a:p>
          <a:p>
            <a:pPr>
              <a:defRPr sz="1500" b="1"/>
            </a:pPr>
            <a:r>
              <a:rPr sz="1200" b="0" dirty="0" err="1"/>
              <a:t>dateOfBirth</a:t>
            </a:r>
            <a:r>
              <a:rPr sz="1200" b="0" dirty="0"/>
              <a:t>: Employee date of birth (MM/DD/YYYY format)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Optional</a:t>
            </a:r>
            <a:r>
              <a:rPr sz="1200" dirty="0"/>
              <a:t> Fields: None (minimal entity)</a:t>
            </a:r>
            <a:endParaRPr lang="en-US" sz="1200" dirty="0"/>
          </a:p>
          <a:p>
            <a:pPr>
              <a:lnSpc>
                <a:spcPct val="150000"/>
              </a:lnSpc>
              <a:defRPr sz="1500" b="1"/>
            </a:pPr>
            <a:r>
              <a:rPr sz="1200" dirty="0"/>
              <a:t>Key Notes:</a:t>
            </a:r>
            <a:endParaRPr lang="en-US" sz="1200" dirty="0"/>
          </a:p>
          <a:p>
            <a:pPr>
              <a:defRPr sz="1500" b="1"/>
            </a:pPr>
            <a:r>
              <a:rPr sz="1200" b="0" dirty="0"/>
              <a:t>Validated: </a:t>
            </a:r>
            <a:r>
              <a:rPr sz="1200" b="0" dirty="0" err="1"/>
              <a:t>date_of_birth</a:t>
            </a:r>
            <a:r>
              <a:rPr sz="1200" b="0" dirty="0"/>
              <a:t> cannot be in the futur</a:t>
            </a:r>
            <a:r>
              <a:rPr lang="en-US" sz="1200" b="0" dirty="0"/>
              <a:t>e</a:t>
            </a:r>
          </a:p>
          <a:p>
            <a:pPr>
              <a:defRPr sz="1500" b="1"/>
            </a:pPr>
            <a:r>
              <a:rPr lang="en-US" sz="1200" b="0" dirty="0"/>
              <a:t>Must exist before creating employment, personal details, emails, phones</a:t>
            </a:r>
          </a:p>
          <a:p>
            <a:pPr>
              <a:defRPr sz="1500" b="1"/>
            </a:pPr>
            <a:r>
              <a:rPr sz="1200" b="0" dirty="0"/>
              <a:t>Acts as the primary key for all person-related entities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PerPersonal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408247"/>
            <a:ext cx="831770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Extended personal information (names, gender)</a:t>
            </a:r>
          </a:p>
          <a:p>
            <a:pPr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  <a:endParaRPr lang="en-US" sz="1200" dirty="0"/>
          </a:p>
          <a:p>
            <a:pPr>
              <a:defRPr sz="1500" b="1"/>
            </a:pPr>
            <a:r>
              <a:rPr sz="1200" b="0" dirty="0"/>
              <a:t>personIdExternal: Employee ID (links to PerPerson)</a:t>
            </a:r>
          </a:p>
          <a:p>
            <a:pPr marL="0" lvl="1" indent="0">
              <a:buNone/>
              <a:defRPr sz="1400"/>
            </a:pPr>
            <a:r>
              <a:rPr sz="1200" b="0" dirty="0"/>
              <a:t>firstName: Employee first name</a:t>
            </a:r>
          </a:p>
          <a:p>
            <a:pPr marL="0" lvl="1" indent="0">
              <a:buNone/>
              <a:defRPr sz="1400"/>
            </a:pPr>
            <a:r>
              <a:rPr sz="1200" b="0" dirty="0"/>
              <a:t>lastName: Employee last name</a:t>
            </a:r>
          </a:p>
          <a:p>
            <a:pPr marL="0" lvl="1" indent="0">
              <a:buNone/>
              <a:defRPr sz="1400"/>
            </a:pPr>
            <a:r>
              <a:rPr sz="1200" b="0" dirty="0"/>
              <a:t>startDate: Record effective start date (Unix timestamp)</a:t>
            </a:r>
          </a:p>
          <a:p>
            <a:pPr marL="0" lvl="1" indent="0">
              <a:buNone/>
              <a:defRPr sz="1400"/>
            </a:pPr>
            <a:r>
              <a:rPr sz="1200" b="0" dirty="0"/>
              <a:t>gender: Gender code (M/F, NULL if 'D’)</a:t>
            </a:r>
          </a:p>
          <a:p>
            <a:pPr>
              <a:defRPr sz="1500" b="1"/>
            </a:pPr>
            <a:r>
              <a:rPr lang="en-US" sz="1200" dirty="0"/>
              <a:t>Optional</a:t>
            </a:r>
            <a:r>
              <a:rPr sz="1200" dirty="0"/>
              <a:t> Fields:</a:t>
            </a:r>
          </a:p>
          <a:p>
            <a:pPr marL="0" lvl="1" indent="0">
              <a:buNone/>
              <a:defRPr sz="1400"/>
            </a:pPr>
            <a:r>
              <a:rPr sz="1200" b="0" dirty="0"/>
              <a:t>middleName (mi): Middle name/initial</a:t>
            </a:r>
          </a:p>
          <a:p>
            <a:pPr marL="0" lvl="1" indent="0">
              <a:buNone/>
              <a:defRPr sz="1400"/>
            </a:pPr>
            <a:r>
              <a:rPr sz="1200" b="0" dirty="0"/>
              <a:t>nickName: Preferred name</a:t>
            </a:r>
          </a:p>
          <a:p>
            <a:pPr>
              <a:defRPr sz="1500" b="1"/>
            </a:pPr>
            <a:r>
              <a:rPr sz="1200" dirty="0"/>
              <a:t>Key Notes:</a:t>
            </a:r>
          </a:p>
          <a:p>
            <a:pPr marL="0" lvl="1" indent="0">
              <a:buNone/>
              <a:defRPr sz="1400"/>
            </a:pPr>
            <a:r>
              <a:rPr sz="1200" b="0" dirty="0"/>
              <a:t>Requires PerPerson to exist first</a:t>
            </a:r>
          </a:p>
          <a:p>
            <a:pPr marL="0" lvl="1" indent="0">
              <a:buNone/>
              <a:defRPr sz="1400"/>
            </a:pPr>
            <a:r>
              <a:rPr sz="1200" b="0" dirty="0"/>
              <a:t>Gender 'D' (diverse) is converted to NULL for SAP compatibility</a:t>
            </a:r>
          </a:p>
          <a:p>
            <a:pPr marL="0" lvl="1" indent="0">
              <a:buNone/>
              <a:defRPr sz="1400"/>
            </a:pPr>
            <a:r>
              <a:rPr sz="1200" b="0" dirty="0"/>
              <a:t>Names are trimmed and cleaned before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PerEmail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147" y="1559739"/>
            <a:ext cx="8317706" cy="3099725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Email addresses (business and personal)</a:t>
            </a:r>
          </a:p>
          <a:p>
            <a:pPr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buNone/>
              <a:defRPr sz="1400"/>
            </a:pPr>
            <a:r>
              <a:rPr sz="1200" b="0" dirty="0"/>
              <a:t>personIdExternal: Employee ID</a:t>
            </a:r>
          </a:p>
          <a:p>
            <a:pPr marL="0" lvl="1" indent="0">
              <a:buNone/>
              <a:defRPr sz="1400"/>
            </a:pPr>
            <a:r>
              <a:rPr sz="1200" b="0" dirty="0" err="1"/>
              <a:t>emailType</a:t>
            </a:r>
            <a:r>
              <a:rPr sz="1200" b="0" dirty="0"/>
              <a:t>: Email type code ('8708'=business, '8710'=personal)</a:t>
            </a:r>
          </a:p>
          <a:p>
            <a:pPr marL="0" lvl="1" indent="0">
              <a:buNone/>
              <a:defRPr sz="1400"/>
            </a:pPr>
            <a:r>
              <a:rPr sz="1200" b="0" dirty="0" err="1"/>
              <a:t>emailAddress</a:t>
            </a:r>
            <a:r>
              <a:rPr sz="1200" b="0" dirty="0"/>
              <a:t>: Email address value</a:t>
            </a:r>
          </a:p>
          <a:p>
            <a:pPr marL="0" lvl="1" indent="0">
              <a:buNone/>
              <a:defRPr sz="1400"/>
            </a:pPr>
            <a:r>
              <a:rPr sz="1200" b="0" dirty="0"/>
              <a:t>isPrimary: Boolean (true/false) - only one primary allowe</a:t>
            </a:r>
            <a:r>
              <a:rPr lang="en-US" sz="1200" b="0" dirty="0"/>
              <a:t>d</a:t>
            </a:r>
            <a:endParaRPr sz="1200" b="0" dirty="0"/>
          </a:p>
          <a:p>
            <a:pPr>
              <a:defRPr sz="1500" b="1"/>
            </a:pPr>
            <a:r>
              <a:rPr lang="en-US" sz="1200" dirty="0"/>
              <a:t>Optional </a:t>
            </a:r>
            <a:r>
              <a:rPr sz="1200" dirty="0"/>
              <a:t>Fields: None</a:t>
            </a:r>
          </a:p>
          <a:p>
            <a:pPr>
              <a:defRPr sz="1500" b="1"/>
            </a:pPr>
            <a:r>
              <a:rPr sz="1200" dirty="0"/>
              <a:t>Key Notes:</a:t>
            </a:r>
          </a:p>
          <a:p>
            <a:pPr marL="0" lvl="1" indent="0">
              <a:buNone/>
              <a:defRPr sz="1400"/>
            </a:pPr>
            <a:r>
              <a:rPr sz="1200" b="0" dirty="0"/>
              <a:t>Special operations: INSERT, DELETE, PROMOTE, DEMOTE</a:t>
            </a:r>
          </a:p>
          <a:p>
            <a:pPr marL="0" lvl="1" indent="0">
              <a:buNone/>
              <a:defRPr sz="1400"/>
            </a:pPr>
            <a:r>
              <a:rPr sz="1200" b="0" dirty="0"/>
              <a:t>Business email (type 8708) is primary</a:t>
            </a:r>
          </a:p>
          <a:p>
            <a:pPr marL="0" lvl="1" indent="0">
              <a:buNone/>
              <a:defRPr sz="1400"/>
            </a:pPr>
            <a:r>
              <a:rPr sz="1200" b="0" dirty="0"/>
              <a:t>Email operations require careful ordering to avoid conflicts</a:t>
            </a:r>
          </a:p>
          <a:p>
            <a:pPr marL="0" lvl="1" indent="0">
              <a:buNone/>
              <a:defRPr sz="1400"/>
            </a:pPr>
            <a:r>
              <a:rPr sz="1200" b="0" dirty="0"/>
              <a:t>Validation checks email format and uniqueness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PerPhone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147" y="1414915"/>
            <a:ext cx="582067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Phone numbers (business, mobile, etc.)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lnSpc>
                <a:spcPct val="150000"/>
              </a:lnSpc>
              <a:buNone/>
              <a:defRPr sz="1400"/>
            </a:pPr>
            <a:r>
              <a:rPr sz="1100" b="0" dirty="0"/>
              <a:t>personIdExternal: Employee ID</a:t>
            </a:r>
          </a:p>
          <a:p>
            <a:pPr marL="0" lvl="1" indent="0">
              <a:buNone/>
              <a:defRPr sz="1400"/>
            </a:pPr>
            <a:r>
              <a:rPr sz="1100" b="0" dirty="0"/>
              <a:t>phoneType: Phone type code ('23415'=business, '23417'=mobile, etc.)</a:t>
            </a:r>
          </a:p>
          <a:p>
            <a:pPr marL="0" lvl="1" indent="0">
              <a:buNone/>
              <a:defRPr sz="1400"/>
            </a:pPr>
            <a:r>
              <a:rPr sz="1100" b="0" dirty="0"/>
              <a:t>phoneNumber: Phone number</a:t>
            </a:r>
          </a:p>
          <a:p>
            <a:pPr marL="0" lvl="1" indent="0">
              <a:buNone/>
              <a:defRPr sz="1400"/>
            </a:pPr>
            <a:r>
              <a:rPr sz="1100" b="0" dirty="0"/>
              <a:t>countryCode: Country calling code</a:t>
            </a:r>
          </a:p>
          <a:p>
            <a:pPr marL="0" lvl="1" indent="0">
              <a:buNone/>
              <a:defRPr sz="1400"/>
            </a:pPr>
            <a:r>
              <a:rPr sz="1100" b="0" dirty="0"/>
              <a:t>isPrimary: Boolean - primary phone flag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Optional</a:t>
            </a:r>
            <a:r>
              <a:rPr sz="1200" dirty="0"/>
              <a:t> Fields:</a:t>
            </a:r>
          </a:p>
          <a:p>
            <a:pPr marL="0" lvl="1" indent="0">
              <a:lnSpc>
                <a:spcPct val="150000"/>
              </a:lnSpc>
              <a:buNone/>
              <a:defRPr sz="1400"/>
            </a:pPr>
            <a:r>
              <a:rPr sz="1100" b="0" dirty="0"/>
              <a:t>customString1: Custom field for extensions/notes</a:t>
            </a:r>
          </a:p>
          <a:p>
            <a:pPr>
              <a:lnSpc>
                <a:spcPct val="150000"/>
              </a:lnSpc>
              <a:defRPr sz="1500" b="1"/>
            </a:pPr>
            <a:r>
              <a:rPr sz="1200" dirty="0"/>
              <a:t>Key Notes:</a:t>
            </a:r>
          </a:p>
          <a:p>
            <a:pPr marL="0" lvl="1" indent="0">
              <a:lnSpc>
                <a:spcPct val="150000"/>
              </a:lnSpc>
              <a:buNone/>
              <a:defRPr sz="1400"/>
            </a:pPr>
            <a:r>
              <a:rPr sz="1100" b="0" dirty="0"/>
              <a:t>Phone numbers formatted via phone_mapper utility</a:t>
            </a:r>
          </a:p>
          <a:p>
            <a:pPr marL="0" lvl="1" indent="0">
              <a:buNone/>
              <a:defRPr sz="1400"/>
            </a:pPr>
            <a:r>
              <a:rPr sz="1100" b="0" dirty="0"/>
              <a:t>Country codes automatically determined from employee location</a:t>
            </a:r>
          </a:p>
          <a:p>
            <a:pPr marL="0" lvl="1" indent="0">
              <a:buNone/>
              <a:defRPr sz="1400"/>
            </a:pPr>
            <a:r>
              <a:rPr sz="1100" b="0" dirty="0"/>
              <a:t>Multiple phone numbers allowed per employee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EmpEmployment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276349"/>
            <a:ext cx="831770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Employment contract/hire record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lnSpc>
                <a:spcPct val="150000"/>
              </a:lnSpc>
              <a:buNone/>
              <a:defRPr sz="1400"/>
            </a:pPr>
            <a:r>
              <a:rPr sz="1100" b="0" dirty="0"/>
              <a:t>personIdExternal: Employee ID</a:t>
            </a:r>
          </a:p>
          <a:p>
            <a:pPr marL="0" lvl="1" indent="0">
              <a:buNone/>
              <a:defRPr sz="1400"/>
            </a:pPr>
            <a:r>
              <a:rPr sz="1100" b="0" dirty="0"/>
              <a:t>userId: User ID (SAP login ID, typically same as personIdExternal)</a:t>
            </a:r>
          </a:p>
          <a:p>
            <a:pPr marL="0" lvl="1" indent="0">
              <a:buNone/>
              <a:defRPr sz="1400"/>
            </a:pPr>
            <a:r>
              <a:rPr sz="1100" b="0" dirty="0"/>
              <a:t>startDate: Employment start date (Unix timestamp)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originalStartDate</a:t>
            </a:r>
            <a:r>
              <a:rPr sz="1100" b="0" dirty="0"/>
              <a:t>: Original hire date (Unix timestamp)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serviceDate</a:t>
            </a:r>
            <a:r>
              <a:rPr sz="1100" b="0" dirty="0"/>
              <a:t>: Service date for seniority (Unix timestamp)</a:t>
            </a:r>
            <a:endParaRPr lang="en-US" sz="1200" dirty="0"/>
          </a:p>
          <a:p>
            <a:pPr>
              <a:lnSpc>
                <a:spcPct val="150000"/>
              </a:lnSpc>
              <a:defRPr sz="1500" b="1"/>
            </a:pPr>
            <a:r>
              <a:rPr sz="1200" dirty="0"/>
              <a:t>Key Notes:</a:t>
            </a:r>
          </a:p>
          <a:p>
            <a:pPr marL="0" lvl="1" indent="0">
              <a:lnSpc>
                <a:spcPct val="150000"/>
              </a:lnSpc>
              <a:buNone/>
              <a:defRPr sz="1400"/>
            </a:pPr>
            <a:r>
              <a:rPr sz="1100" b="0" dirty="0"/>
              <a:t>Validates: </a:t>
            </a:r>
            <a:r>
              <a:rPr sz="1100" b="0" dirty="0" err="1"/>
              <a:t>originalStartDate</a:t>
            </a:r>
            <a:r>
              <a:rPr sz="1100" b="0" dirty="0"/>
              <a:t> &lt;= startDate</a:t>
            </a:r>
          </a:p>
          <a:p>
            <a:pPr marL="0" lvl="1" indent="0">
              <a:buNone/>
              <a:defRPr sz="1400"/>
            </a:pPr>
            <a:r>
              <a:rPr lang="en-US" sz="1100" b="0" dirty="0"/>
              <a:t>Required</a:t>
            </a:r>
            <a:r>
              <a:rPr sz="1100" b="0" dirty="0"/>
              <a:t> before EmpJob can be created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7. EmpJob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414915"/>
            <a:ext cx="831770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Job assignment and reporting structure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lnSpc>
                <a:spcPct val="150000"/>
              </a:lnSpc>
              <a:buNone/>
              <a:defRPr sz="1400"/>
            </a:pPr>
            <a:r>
              <a:rPr sz="1100" b="0" dirty="0"/>
              <a:t>userId: Employee user ID</a:t>
            </a:r>
          </a:p>
          <a:p>
            <a:pPr marL="0" lvl="1" indent="0">
              <a:buNone/>
              <a:defRPr sz="1400"/>
            </a:pPr>
            <a:r>
              <a:rPr sz="1100" b="0" dirty="0"/>
              <a:t>position: Position code (links to Position entity)</a:t>
            </a:r>
          </a:p>
          <a:p>
            <a:pPr marL="0" lvl="1" indent="0">
              <a:buNone/>
              <a:defRPr sz="1400"/>
            </a:pPr>
            <a:r>
              <a:rPr sz="1100" b="0" dirty="0"/>
              <a:t>startDate: Job start date (Unix timestamp)</a:t>
            </a:r>
          </a:p>
          <a:p>
            <a:pPr marL="0" lvl="1" indent="0">
              <a:buNone/>
              <a:defRPr sz="1400"/>
            </a:pPr>
            <a:r>
              <a:rPr sz="1100" b="0" dirty="0"/>
              <a:t>company: Company code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costCenter</a:t>
            </a:r>
            <a:r>
              <a:rPr sz="1100" b="0" dirty="0"/>
              <a:t>: Cost center code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managerId</a:t>
            </a:r>
            <a:r>
              <a:rPr sz="1100" b="0" dirty="0"/>
              <a:t>: Direct manager user ID</a:t>
            </a:r>
            <a:endParaRPr lang="en-US" sz="1100" b="0" dirty="0"/>
          </a:p>
          <a:p>
            <a:pPr marL="0" lvl="1" indent="0">
              <a:buNone/>
              <a:defRPr sz="1400"/>
            </a:pPr>
            <a:r>
              <a:rPr sz="1100" b="0" dirty="0"/>
              <a:t>eventReason: Change reason code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seqNumber</a:t>
            </a:r>
            <a:r>
              <a:rPr sz="1100" b="0" dirty="0"/>
              <a:t>: Sequence number for job history</a:t>
            </a:r>
          </a:p>
          <a:p>
            <a:pPr>
              <a:lnSpc>
                <a:spcPct val="150000"/>
              </a:lnSpc>
              <a:defRPr sz="1500" b="1"/>
            </a:pPr>
            <a:r>
              <a:rPr sz="1200" dirty="0"/>
              <a:t>Key Notes:</a:t>
            </a:r>
          </a:p>
          <a:p>
            <a:pPr marL="0" lvl="1" indent="0">
              <a:lnSpc>
                <a:spcPct val="150000"/>
              </a:lnSpc>
              <a:buNone/>
              <a:defRPr sz="1400"/>
            </a:pPr>
            <a:r>
              <a:rPr sz="1100" b="0" dirty="0"/>
              <a:t>Validates: Position must exist before assigning to employee</a:t>
            </a:r>
          </a:p>
          <a:p>
            <a:pPr marL="0" lvl="1" indent="0">
              <a:buNone/>
              <a:defRPr sz="1400"/>
            </a:pPr>
            <a:r>
              <a:rPr sz="1100" b="0" dirty="0"/>
              <a:t>Manager must exist in system before assignment</a:t>
            </a:r>
          </a:p>
          <a:p>
            <a:pPr marL="0" lvl="1" indent="0">
              <a:buNone/>
              <a:defRPr sz="1400"/>
            </a:pPr>
            <a:r>
              <a:rPr sz="1100" b="0" dirty="0"/>
              <a:t>Date validations: startDate must be &gt;= manager's position start 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8. PositionMatrixRelationships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414915"/>
            <a:ext cx="8317706" cy="3537047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Matrix reporting (dotted-line managers, HR relationships)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Position_code</a:t>
            </a:r>
            <a:r>
              <a:rPr sz="1100" b="0" dirty="0"/>
              <a:t>: Employee's position code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Position_effectiveStartDate</a:t>
            </a:r>
            <a:r>
              <a:rPr sz="1100" b="0" dirty="0"/>
              <a:t>: Position effective start date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matrixRelationshipType</a:t>
            </a:r>
            <a:r>
              <a:rPr sz="1100" b="0" dirty="0"/>
              <a:t>: Relationship type ('</a:t>
            </a:r>
            <a:r>
              <a:rPr lang="en-US" sz="1100" b="0" dirty="0"/>
              <a:t>matrix manager</a:t>
            </a:r>
            <a:r>
              <a:rPr sz="1100" b="0" dirty="0"/>
              <a:t>'=matrix manager, </a:t>
            </a:r>
            <a:r>
              <a:rPr lang="en-US" sz="1100" b="0" dirty="0"/>
              <a:t>'</a:t>
            </a:r>
            <a:r>
              <a:rPr lang="en-US" sz="1100" b="0" dirty="0" err="1"/>
              <a:t>hr</a:t>
            </a:r>
            <a:r>
              <a:rPr lang="en-US" sz="1100" b="0" dirty="0"/>
              <a:t> manager</a:t>
            </a:r>
            <a:r>
              <a:rPr sz="1100" b="0" dirty="0"/>
              <a:t>'=HR rep)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relatedPosition</a:t>
            </a:r>
            <a:r>
              <a:rPr sz="1100" b="0" dirty="0"/>
              <a:t>: Position code of the related person</a:t>
            </a:r>
          </a:p>
          <a:p>
            <a:pPr>
              <a:lnSpc>
                <a:spcPct val="150000"/>
              </a:lnSpc>
              <a:defRPr sz="1500" b="1"/>
            </a:pPr>
            <a:r>
              <a:rPr sz="1200" dirty="0"/>
              <a:t>Key Notes:</a:t>
            </a:r>
          </a:p>
          <a:p>
            <a:pPr marL="0" lvl="1" indent="0">
              <a:buNone/>
              <a:defRPr sz="1400"/>
            </a:pPr>
            <a:r>
              <a:rPr sz="1100" b="0" dirty="0"/>
              <a:t>Used for </a:t>
            </a:r>
            <a:r>
              <a:rPr sz="1100" b="0" dirty="0" err="1"/>
              <a:t>matrix_manager</a:t>
            </a:r>
            <a:r>
              <a:rPr sz="1100" b="0" dirty="0"/>
              <a:t> and HR assignments</a:t>
            </a:r>
          </a:p>
          <a:p>
            <a:pPr marL="0" lvl="1" indent="0">
              <a:buNone/>
              <a:defRPr sz="1400"/>
            </a:pPr>
            <a:r>
              <a:rPr sz="1100" b="0" dirty="0"/>
              <a:t>Both positions must exist before creating relationship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9. EmpJobRelationships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91" y="1599495"/>
            <a:ext cx="831770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Backup/alternative to PositionMatrixRelationships for reporting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buNone/>
              <a:defRPr sz="1400"/>
            </a:pPr>
            <a:r>
              <a:rPr sz="1100" b="0" dirty="0"/>
              <a:t>userId: Employee user ID</a:t>
            </a:r>
          </a:p>
          <a:p>
            <a:pPr marL="0" lvl="1" indent="0">
              <a:buNone/>
              <a:defRPr sz="1400"/>
            </a:pPr>
            <a:r>
              <a:rPr sz="1100" b="0" dirty="0"/>
              <a:t>startDate: Relationship start date (Unix timestamp)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relationshipType</a:t>
            </a:r>
            <a:r>
              <a:rPr sz="1100" b="0" dirty="0"/>
              <a:t>: Type code ('</a:t>
            </a:r>
            <a:r>
              <a:rPr lang="en-US" sz="1100" b="0" dirty="0"/>
              <a:t>18385</a:t>
            </a:r>
            <a:r>
              <a:rPr sz="1100" b="0" dirty="0"/>
              <a:t>'=matrix, '</a:t>
            </a:r>
            <a:r>
              <a:rPr lang="en-US" sz="1100" b="0" dirty="0"/>
              <a:t>18387</a:t>
            </a:r>
            <a:r>
              <a:rPr sz="1100" b="0" dirty="0"/>
              <a:t>'=HR)</a:t>
            </a:r>
          </a:p>
          <a:p>
            <a:pPr marL="0" lvl="1" indent="0">
              <a:buNone/>
              <a:defRPr sz="1400"/>
            </a:pPr>
            <a:r>
              <a:rPr sz="1100" b="0" dirty="0" err="1"/>
              <a:t>relUserId</a:t>
            </a:r>
            <a:r>
              <a:rPr sz="1100" b="0" dirty="0"/>
              <a:t>: Related user's ID</a:t>
            </a:r>
          </a:p>
          <a:p>
            <a:pPr>
              <a:lnSpc>
                <a:spcPct val="150000"/>
              </a:lnSpc>
              <a:defRPr sz="1500" b="1"/>
            </a:pPr>
            <a:r>
              <a:rPr sz="1200" dirty="0"/>
              <a:t>Key Notes:</a:t>
            </a:r>
          </a:p>
          <a:p>
            <a:pPr marL="0" lvl="1" indent="0">
              <a:buNone/>
              <a:defRPr sz="1400"/>
            </a:pPr>
            <a:r>
              <a:rPr sz="1100" b="0" dirty="0"/>
              <a:t>Similar validation rules as PositionMatrixRelationships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Termination - EmpEmploymentTermination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147" y="1607446"/>
            <a:ext cx="831770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Employee termination/exit processing</a:t>
            </a:r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buNone/>
              <a:defRPr sz="1400"/>
            </a:pPr>
            <a:r>
              <a:rPr sz="1100" b="0" dirty="0"/>
              <a:t>personIdExternal: Employee ID being terminated</a:t>
            </a:r>
          </a:p>
          <a:p>
            <a:pPr marL="0" lvl="1" indent="0">
              <a:buNone/>
              <a:defRPr sz="1400"/>
            </a:pPr>
            <a:r>
              <a:rPr sz="1100" b="0" dirty="0"/>
              <a:t>userId: User ID being terminated</a:t>
            </a:r>
          </a:p>
          <a:p>
            <a:pPr marL="0" lvl="1" indent="0">
              <a:buNone/>
              <a:defRPr sz="1400"/>
            </a:pPr>
            <a:r>
              <a:rPr sz="1100" b="0" dirty="0"/>
              <a:t>endDate: Official employment end date</a:t>
            </a:r>
          </a:p>
          <a:p>
            <a:pPr marL="0" lvl="1" indent="0">
              <a:buNone/>
              <a:defRPr sz="1400"/>
            </a:pPr>
            <a:r>
              <a:rPr sz="1100" b="0" dirty="0"/>
              <a:t>eventReason: Exit reason code </a:t>
            </a:r>
            <a:endParaRPr lang="en-US" sz="1100" b="0" dirty="0"/>
          </a:p>
          <a:p>
            <a:pPr>
              <a:lnSpc>
                <a:spcPct val="150000"/>
              </a:lnSpc>
              <a:defRPr sz="1500" b="1"/>
            </a:pPr>
            <a:r>
              <a:rPr sz="1200" dirty="0"/>
              <a:t>Key Notes:</a:t>
            </a:r>
          </a:p>
          <a:p>
            <a:pPr marL="0" lvl="1" indent="0">
              <a:buNone/>
              <a:defRPr sz="1400"/>
            </a:pPr>
            <a:r>
              <a:rPr sz="1100" b="0" dirty="0"/>
              <a:t>Not part of regular upsert flow - separate termination processor</a:t>
            </a:r>
          </a:p>
          <a:p>
            <a:pPr marL="0" lvl="1" indent="0">
              <a:buNone/>
              <a:defRPr sz="1400"/>
            </a:pPr>
            <a:r>
              <a:rPr sz="1100" b="0" dirty="0"/>
              <a:t>Exit reason mapping: PDM codes → SAP event reason codes</a:t>
            </a:r>
          </a:p>
          <a:p>
            <a:pPr marL="0" lvl="1" indent="0">
              <a:buNone/>
              <a:defRPr sz="1400"/>
            </a:pPr>
            <a:r>
              <a:rPr sz="1100" b="0" dirty="0"/>
              <a:t>Processed for inactive employees (IS_CURRENT_ACTIVE='N' in PDM)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D7C8-90B3-3DCE-7E26-C3EBC62C8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2C1A-2889-27DC-74B3-F9854F98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Deactivate</a:t>
            </a:r>
            <a:r>
              <a:rPr dirty="0"/>
              <a:t> - </a:t>
            </a:r>
            <a:r>
              <a:rPr lang="en-US" dirty="0"/>
              <a:t>User</a:t>
            </a:r>
            <a:r>
              <a:rPr dirty="0"/>
              <a:t>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3FB4B-0D7C-9F95-2431-264D813F4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47" y="1408246"/>
            <a:ext cx="8317706" cy="4305301"/>
          </a:xfrm>
        </p:spPr>
        <p:txBody>
          <a:bodyPr/>
          <a:lstStyle/>
          <a:p>
            <a:pPr>
              <a:defRPr sz="1500"/>
            </a:pPr>
            <a:r>
              <a:rPr sz="1200" dirty="0"/>
              <a:t>Purpose: </a:t>
            </a:r>
            <a:r>
              <a:rPr lang="en-US" sz="1200" dirty="0"/>
              <a:t>User Deactivation Processing</a:t>
            </a:r>
            <a:endParaRPr sz="1200" dirty="0"/>
          </a:p>
          <a:p>
            <a:pPr>
              <a:lnSpc>
                <a:spcPct val="150000"/>
              </a:lnSpc>
              <a:defRPr sz="1500" b="1"/>
            </a:pPr>
            <a:r>
              <a:rPr lang="en-US" sz="1200" dirty="0"/>
              <a:t>Required</a:t>
            </a:r>
            <a:r>
              <a:rPr sz="1200" dirty="0"/>
              <a:t> Fields:</a:t>
            </a:r>
          </a:p>
          <a:p>
            <a:pPr marL="0" lvl="1" indent="0">
              <a:buNone/>
              <a:defRPr sz="1400"/>
            </a:pPr>
            <a:r>
              <a:rPr sz="1100" b="0" dirty="0"/>
              <a:t>userId: User ID being terminated</a:t>
            </a:r>
            <a:endParaRPr lang="en-US" sz="1100" b="0" dirty="0"/>
          </a:p>
          <a:p>
            <a:pPr marL="0" lvl="1" indent="0">
              <a:buNone/>
              <a:defRPr sz="1400"/>
            </a:pPr>
            <a:r>
              <a:rPr lang="en-US" sz="11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Fixed Values: </a:t>
            </a:r>
          </a:p>
          <a:p>
            <a:pPr marL="0" lvl="1" indent="0">
              <a:buNone/>
              <a:defRPr sz="1400"/>
            </a:pPr>
            <a:r>
              <a:rPr lang="en-US" sz="1100" b="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Type: “inactive”</a:t>
            </a:r>
          </a:p>
          <a:p>
            <a:pPr marL="0" lvl="1" indent="0">
              <a:buNone/>
              <a:defRPr sz="1400"/>
            </a:pPr>
            <a:endParaRPr sz="1100" b="0" dirty="0"/>
          </a:p>
          <a:p>
            <a:pPr>
              <a:lnSpc>
                <a:spcPct val="150000"/>
              </a:lnSpc>
              <a:defRPr sz="1500" b="1"/>
            </a:pP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904302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587648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4"/>
  <p:tag name="MIO_SHOW_DATE" val="False"/>
  <p:tag name="MIO_SHOW_FOOTER" val="False"/>
  <p:tag name="MIO_SHOW_PAGENUMBER" val="True"/>
  <p:tag name="MIO_AVOID_BLANK_LAYOUT" val="True"/>
  <p:tag name="MIO_CD_LAYOUT_VALID_AREA" val="False"/>
  <p:tag name="MIO_HDS" val="True"/>
  <p:tag name="MIO_SKIPVERSION" val="01.01.0001 00:00:00"/>
  <p:tag name="MIO_EKGUID" val="673715e5-dd73-482f-b6ef-8f6a6be9e7f1"/>
  <p:tag name="MIO_UPDATE" val="True"/>
  <p:tag name="MIO_VERSION" val="18.03.2021 11:54:07"/>
  <p:tag name="MIO_DBID" val="0F45B44C-9BC7-4D85-81C4-7155EE70A7B9"/>
  <p:tag name="MIO_LASTDOWNLOADED" val="18.03.2021 12:56:16.030"/>
  <p:tag name="MIO_OBJECTNAME" val="KN Master new"/>
  <p:tag name="MIO_CDID" val="91ee03f4-3f84-4198-8eaa-c47cfb7331b3"/>
  <p:tag name="MIO_EMBED_FONT" val="False"/>
  <p:tag name="MIO_MATCH_COLOR_SCHEME" val="False"/>
  <p:tag name="MIO_NUMBER_OF_VALID_LAYOUTS" val="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4"/>
  <p:tag name="MIO_SHOW_DATE" val="False"/>
  <p:tag name="MIO_SHOW_FOOTER" val="False"/>
  <p:tag name="MIO_SHOW_PAGENUMBER" val="True"/>
  <p:tag name="MIO_AVOID_BLANK_LAYOUT" val="True"/>
  <p:tag name="MIO_CD_LAYOUT_VALID_AREA" val="False"/>
  <p:tag name="MIO_HDS" val="True"/>
  <p:tag name="MIO_SKIPVERSION" val="01.01.0001 00:00:00"/>
  <p:tag name="MIO_EKGUID" val="673715e5-dd73-482f-b6ef-8f6a6be9e7f1"/>
  <p:tag name="MIO_UPDATE" val="True"/>
  <p:tag name="MIO_VERSION" val="18.03.2021 11:54:07"/>
  <p:tag name="MIO_DBID" val="0F45B44C-9BC7-4D85-81C4-7155EE70A7B9"/>
  <p:tag name="MIO_LASTDOWNLOADED" val="18.03.2021 12:56:16.030"/>
  <p:tag name="MIO_OBJECTNAME" val="KN Master new"/>
  <p:tag name="MIO_CDID" val="91ee03f4-3f84-4198-8eaa-c47cfb7331b3"/>
  <p:tag name="MIO_EMBED_FONT" val="False"/>
  <p:tag name="MIO_MATCH_COLOR_SCHEME" val="False"/>
  <p:tag name="MIO_NUMBER_OF_VALID_LAYOUTS" val="65"/>
</p:tagLst>
</file>

<file path=ppt/theme/theme1.xml><?xml version="1.0" encoding="utf-8"?>
<a:theme xmlns:a="http://schemas.openxmlformats.org/drawingml/2006/main" name="Theme1">
  <a:themeElements>
    <a:clrScheme name="KN Colors">
      <a:dk1>
        <a:srgbClr val="003369"/>
      </a:dk1>
      <a:lt1>
        <a:sysClr val="window" lastClr="FFFFFF"/>
      </a:lt1>
      <a:dk2>
        <a:srgbClr val="000000"/>
      </a:dk2>
      <a:lt2>
        <a:srgbClr val="F6F5F0"/>
      </a:lt2>
      <a:accent1>
        <a:srgbClr val="003369"/>
      </a:accent1>
      <a:accent2>
        <a:srgbClr val="0099DA"/>
      </a:accent2>
      <a:accent3>
        <a:srgbClr val="08C792"/>
      </a:accent3>
      <a:accent4>
        <a:srgbClr val="ED2939"/>
      </a:accent4>
      <a:accent5>
        <a:srgbClr val="62635B"/>
      </a:accent5>
      <a:accent6>
        <a:srgbClr val="929288"/>
      </a:accent6>
      <a:hlink>
        <a:srgbClr val="0099DA"/>
      </a:hlink>
      <a:folHlink>
        <a:srgbClr val="929288"/>
      </a:folHlink>
    </a:clrScheme>
    <a:fontScheme name="KN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800" dirty="0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92307A96-D2A6-488D-B47F-E584034B22E5}" vid="{A9E095BC-78C7-4EB6-AFB6-623C97F68162}"/>
    </a:ext>
  </a:extLst>
</a:theme>
</file>

<file path=ppt/theme/theme2.xml><?xml version="1.0" encoding="utf-8"?>
<a:theme xmlns:a="http://schemas.openxmlformats.org/drawingml/2006/main" name="KN Master">
  <a:themeElements>
    <a:clrScheme name="KN Colors">
      <a:dk1>
        <a:srgbClr val="003369"/>
      </a:dk1>
      <a:lt1>
        <a:sysClr val="window" lastClr="FFFFFF"/>
      </a:lt1>
      <a:dk2>
        <a:srgbClr val="000000"/>
      </a:dk2>
      <a:lt2>
        <a:srgbClr val="F6F5F0"/>
      </a:lt2>
      <a:accent1>
        <a:srgbClr val="003369"/>
      </a:accent1>
      <a:accent2>
        <a:srgbClr val="0099DA"/>
      </a:accent2>
      <a:accent3>
        <a:srgbClr val="08C792"/>
      </a:accent3>
      <a:accent4>
        <a:srgbClr val="ED2939"/>
      </a:accent4>
      <a:accent5>
        <a:srgbClr val="62635B"/>
      </a:accent5>
      <a:accent6>
        <a:srgbClr val="929288"/>
      </a:accent6>
      <a:hlink>
        <a:srgbClr val="0099DA"/>
      </a:hlink>
      <a:folHlink>
        <a:srgbClr val="929288"/>
      </a:folHlink>
    </a:clrScheme>
    <a:fontScheme name="KN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800" dirty="0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-11-23_KN_Slide_Library_Template" id="{C2136CF2-ADE8-4B92-BA81-B3BEF230B37A}" vid="{9F7934DE-EB35-485E-9DB3-E501CCA0EA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110</TotalTime>
  <Words>1186</Words>
  <Application>Microsoft Office PowerPoint</Application>
  <PresentationFormat>On-screen Show (4:3)</PresentationFormat>
  <Paragraphs>163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Symbol</vt:lpstr>
      <vt:lpstr>Wingdings</vt:lpstr>
      <vt:lpstr>Theme1</vt:lpstr>
      <vt:lpstr>KN Master</vt:lpstr>
      <vt:lpstr>PDM2EC - SAP SuccessFactors Entity Reference Guide</vt:lpstr>
      <vt:lpstr>Overview - SAP Entities Synchronized</vt:lpstr>
      <vt:lpstr>Entity Processing Order &amp; Dependencies</vt:lpstr>
      <vt:lpstr>1. Position Entity</vt:lpstr>
      <vt:lpstr>2. PerPerson Entity</vt:lpstr>
      <vt:lpstr>3. PerPersonal Entity</vt:lpstr>
      <vt:lpstr>4. PerEmail Entity</vt:lpstr>
      <vt:lpstr>5. PerPhone Entity</vt:lpstr>
      <vt:lpstr>6. EmpEmployment Entity</vt:lpstr>
      <vt:lpstr>7. EmpJob Entity</vt:lpstr>
      <vt:lpstr>8. PositionMatrixRelationships Entity</vt:lpstr>
      <vt:lpstr>9. EmpJobRelationships Entity</vt:lpstr>
      <vt:lpstr>Termination - EmpEmploymentTermination Entity</vt:lpstr>
      <vt:lpstr>Deactivate - User Entity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Saidi, Khalifa / Kuehne + Nagel / Tll MP-IT</cp:lastModifiedBy>
  <cp:revision>1</cp:revision>
  <dcterms:created xsi:type="dcterms:W3CDTF">2013-01-27T09:14:16Z</dcterms:created>
  <dcterms:modified xsi:type="dcterms:W3CDTF">2026-01-14T11:37:15Z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828794a-ad25-45b2-b935-93f5b652d9d4_Enabled">
    <vt:lpwstr>true</vt:lpwstr>
  </property>
  <property fmtid="{D5CDD505-2E9C-101B-9397-08002B2CF9AE}" pid="3" name="MSIP_Label_0828794a-ad25-45b2-b935-93f5b652d9d4_SetDate">
    <vt:lpwstr>2026-01-14T09:47:03Z</vt:lpwstr>
  </property>
  <property fmtid="{D5CDD505-2E9C-101B-9397-08002B2CF9AE}" pid="4" name="MSIP_Label_0828794a-ad25-45b2-b935-93f5b652d9d4_Method">
    <vt:lpwstr>Standard</vt:lpwstr>
  </property>
  <property fmtid="{D5CDD505-2E9C-101B-9397-08002B2CF9AE}" pid="5" name="MSIP_Label_0828794a-ad25-45b2-b935-93f5b652d9d4_Name">
    <vt:lpwstr>External</vt:lpwstr>
  </property>
  <property fmtid="{D5CDD505-2E9C-101B-9397-08002B2CF9AE}" pid="6" name="MSIP_Label_0828794a-ad25-45b2-b935-93f5b652d9d4_SiteId">
    <vt:lpwstr>ea7a7580-e503-4446-9197-e4bd27841804</vt:lpwstr>
  </property>
  <property fmtid="{D5CDD505-2E9C-101B-9397-08002B2CF9AE}" pid="7" name="MSIP_Label_0828794a-ad25-45b2-b935-93f5b652d9d4_ActionId">
    <vt:lpwstr>b06b67c6-e6de-447d-9a70-0246e4d350c2</vt:lpwstr>
  </property>
  <property fmtid="{D5CDD505-2E9C-101B-9397-08002B2CF9AE}" pid="8" name="MSIP_Label_0828794a-ad25-45b2-b935-93f5b652d9d4_ContentBits">
    <vt:lpwstr>0</vt:lpwstr>
  </property>
  <property fmtid="{D5CDD505-2E9C-101B-9397-08002B2CF9AE}" pid="9" name="MSIP_Label_0828794a-ad25-45b2-b935-93f5b652d9d4_Tag">
    <vt:lpwstr>10, 3, 0, 1</vt:lpwstr>
  </property>
</Properties>
</file>