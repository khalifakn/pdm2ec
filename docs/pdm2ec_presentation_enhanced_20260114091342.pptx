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ags/tag1.xml" ContentType="application/vnd.openxmlformats-officedocument.presentationml.tags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48" r:id="rId2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3" r:id="rId18"/>
  </p:sldIdLst>
  <p:sldSz cx="9144000" cy="6858000" type="screen4x3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DCE70-9FED-47C8-83B0-DE9B70DE935C}" v="220" dt="2026-01-14T15:50:05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i, Khalifa / Kuehne + Nagel / Tll MP-IT" userId="d680260d-e82b-41dc-b5a0-d24751bc5d5e" providerId="ADAL" clId="{45DDCE70-9FED-47C8-83B0-DE9B70DE935C}"/>
    <pc:docChg chg="undo custSel addSld delSld modSld addMainMaster modMainMaster">
      <pc:chgData name="Saidi, Khalifa / Kuehne + Nagel / Tll MP-IT" userId="d680260d-e82b-41dc-b5a0-d24751bc5d5e" providerId="ADAL" clId="{45DDCE70-9FED-47C8-83B0-DE9B70DE935C}" dt="2026-01-15T09:20:28.129" v="1523" actId="2696"/>
      <pc:docMkLst>
        <pc:docMk/>
      </pc:docMkLst>
      <pc:sldChg chg="addSp delSp modSp mod modTransition setBg modClrScheme delDesignElem chgLayout">
        <pc:chgData name="Saidi, Khalifa / Kuehne + Nagel / Tll MP-IT" userId="d680260d-e82b-41dc-b5a0-d24751bc5d5e" providerId="ADAL" clId="{45DDCE70-9FED-47C8-83B0-DE9B70DE935C}" dt="2026-01-14T09:01:44.885" v="897" actId="20577"/>
        <pc:sldMkLst>
          <pc:docMk/>
          <pc:sldMk cId="0" sldId="256"/>
        </pc:sldMkLst>
        <pc:spChg chg="mod ord">
          <ac:chgData name="Saidi, Khalifa / Kuehne + Nagel / Tll MP-IT" userId="d680260d-e82b-41dc-b5a0-d24751bc5d5e" providerId="ADAL" clId="{45DDCE70-9FED-47C8-83B0-DE9B70DE935C}" dt="2026-01-14T07:28:43.226" v="101" actId="2660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7:14:28.397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4:50.011" v="4" actId="478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01:44.885" v="897" actId="20577"/>
          <ac:spMkLst>
            <pc:docMk/>
            <pc:sldMk cId="0" sldId="256"/>
            <ac:spMk id="5" creationId="{3ADB239B-D67E-AC00-3D74-93E213ABA00A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6"/>
            <ac:spMk id="10" creationId="{DEE2AD96-B495-4E06-9291-B71706F728CB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6"/>
            <ac:spMk id="12" creationId="{53CF6D67-C5A8-4ADD-9E8E-1E38CA1D3166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6"/>
            <ac:spMk id="14" creationId="{86909FA0-B515-4681-B7A8-FA281D133B94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6"/>
            <ac:spMk id="16" creationId="{21C9FE86-FCC3-4A31-AA1C-C882262B7FE7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6"/>
            <ac:spMk id="18" creationId="{7D96243B-ECED-4B71-8E06-AE9A285EAD20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6"/>
            <ac:spMk id="20" creationId="{A09989E4-EFDC-4A90-A633-E0525FB4139E}"/>
          </ac:spMkLst>
        </pc:spChg>
      </pc:sldChg>
      <pc:sldChg chg="addSp delSp modSp mod modTransition setBg modClrScheme delDesignElem chgLayout">
        <pc:chgData name="Saidi, Khalifa / Kuehne + Nagel / Tll MP-IT" userId="d680260d-e82b-41dc-b5a0-d24751bc5d5e" providerId="ADAL" clId="{45DDCE70-9FED-47C8-83B0-DE9B70DE935C}" dt="2026-01-14T14:12:16.551" v="1452" actId="164"/>
        <pc:sldMkLst>
          <pc:docMk/>
          <pc:sldMk cId="0" sldId="257"/>
        </pc:sldMkLst>
        <pc:spChg chg="mod">
          <ac:chgData name="Saidi, Khalifa / Kuehne + Nagel / Tll MP-IT" userId="d680260d-e82b-41dc-b5a0-d24751bc5d5e" providerId="ADAL" clId="{45DDCE70-9FED-47C8-83B0-DE9B70DE935C}" dt="2026-01-14T07:29:11.060" v="104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7:22:21.235" v="82" actId="26606"/>
          <ac:spMkLst>
            <pc:docMk/>
            <pc:sldMk cId="0" sldId="257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7:24.201" v="18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8:09:29.250" v="440" actId="403"/>
          <ac:spMkLst>
            <pc:docMk/>
            <pc:sldMk cId="0" sldId="257"/>
            <ac:spMk id="6" creationId="{7DC57A50-55A7-4CF8-26EB-9BC7D3C94DE7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0:54.162" v="1429" actId="164"/>
          <ac:spMkLst>
            <pc:docMk/>
            <pc:sldMk cId="0" sldId="257"/>
            <ac:spMk id="7" creationId="{373AD891-8568-68ED-2A1F-A89A3A8DBBC7}"/>
          </ac:spMkLst>
        </pc:spChg>
        <pc:spChg chg="add mod ord">
          <ac:chgData name="Saidi, Khalifa / Kuehne + Nagel / Tll MP-IT" userId="d680260d-e82b-41dc-b5a0-d24751bc5d5e" providerId="ADAL" clId="{45DDCE70-9FED-47C8-83B0-DE9B70DE935C}" dt="2026-01-14T09:41:17.769" v="1433" actId="164"/>
          <ac:spMkLst>
            <pc:docMk/>
            <pc:sldMk cId="0" sldId="257"/>
            <ac:spMk id="8" creationId="{45CA4262-938C-5246-7186-733D44BF80EE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7"/>
            <ac:spMk id="9" creationId="{BACC6370-2D7E-4714-9D71-7542949D7D5D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33:29.958" v="1289" actId="164"/>
          <ac:spMkLst>
            <pc:docMk/>
            <pc:sldMk cId="0" sldId="257"/>
            <ac:spMk id="10" creationId="{29E84A96-E732-195D-67DA-84C5E189CC69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7"/>
            <ac:spMk id="11" creationId="{F68B3F68-107C-434F-AA38-110D5EA91B85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33:29.958" v="1289" actId="164"/>
          <ac:spMkLst>
            <pc:docMk/>
            <pc:sldMk cId="0" sldId="257"/>
            <ac:spMk id="12" creationId="{655B2B44-3828-ADD0-13D5-8E1541AF3DB0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7"/>
            <ac:spMk id="13" creationId="{AAD0DBB9-1A4B-4391-81D4-CB19F9AB918A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33:24.587" v="1288" actId="164"/>
          <ac:spMkLst>
            <pc:docMk/>
            <pc:sldMk cId="0" sldId="257"/>
            <ac:spMk id="14" creationId="{2760B5F6-1876-F2AC-9483-7818FBB3186D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57"/>
            <ac:spMk id="15" creationId="{063BBA22-50EA-4C4D-BE05-F1CE4E63AA56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33:24.587" v="1288" actId="164"/>
          <ac:spMkLst>
            <pc:docMk/>
            <pc:sldMk cId="0" sldId="257"/>
            <ac:spMk id="16" creationId="{0A634A28-E91A-E1AA-2D6F-37533E9AFDE2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33:45.039" v="1294" actId="164"/>
          <ac:spMkLst>
            <pc:docMk/>
            <pc:sldMk cId="0" sldId="257"/>
            <ac:spMk id="19" creationId="{DAC40CE8-6EE7-1575-2E31-0E11553B6B55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33:45.039" v="1294" actId="164"/>
          <ac:spMkLst>
            <pc:docMk/>
            <pc:sldMk cId="0" sldId="257"/>
            <ac:spMk id="20" creationId="{51B920CC-BE9E-3C42-3006-EB354558452C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35:41.269" v="1348" actId="22"/>
          <ac:spMkLst>
            <pc:docMk/>
            <pc:sldMk cId="0" sldId="257"/>
            <ac:spMk id="23" creationId="{210869DB-091A-BF4F-5B6B-4DCAFB06CBA5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35:38.350" v="1341" actId="22"/>
          <ac:spMkLst>
            <pc:docMk/>
            <pc:sldMk cId="0" sldId="257"/>
            <ac:spMk id="25" creationId="{D94A49B5-88AF-4EA0-D6C8-EBB5B927F065}"/>
          </ac:spMkLst>
        </pc:spChg>
        <pc:spChg chg="add del">
          <ac:chgData name="Saidi, Khalifa / Kuehne + Nagel / Tll MP-IT" userId="d680260d-e82b-41dc-b5a0-d24751bc5d5e" providerId="ADAL" clId="{45DDCE70-9FED-47C8-83B0-DE9B70DE935C}" dt="2026-01-14T09:35:37.205" v="1339" actId="22"/>
          <ac:spMkLst>
            <pc:docMk/>
            <pc:sldMk cId="0" sldId="257"/>
            <ac:spMk id="27" creationId="{549CD3D0-6CB6-5B85-43C4-49524E6CECF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35:36.661" v="1338" actId="478"/>
          <ac:spMkLst>
            <pc:docMk/>
            <pc:sldMk cId="0" sldId="257"/>
            <ac:spMk id="29" creationId="{B471ED38-E508-21C5-2725-CDD02216E9C9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35:58.077" v="1353" actId="478"/>
          <ac:spMkLst>
            <pc:docMk/>
            <pc:sldMk cId="0" sldId="257"/>
            <ac:spMk id="31" creationId="{E1E3F343-A215-514B-9415-C051BFC7CEDC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2:35.685" v="1439" actId="2710"/>
          <ac:spMkLst>
            <pc:docMk/>
            <pc:sldMk cId="0" sldId="257"/>
            <ac:spMk id="33" creationId="{77D55B70-92AE-88BB-1834-DC7EDA5E1C2E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42:35.685" v="1439" actId="2710"/>
          <ac:spMkLst>
            <pc:docMk/>
            <pc:sldMk cId="0" sldId="257"/>
            <ac:spMk id="35" creationId="{F8E1071B-9989-0BD4-9FA5-1A92FAD399E8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2:35.685" v="1439" actId="2710"/>
          <ac:spMkLst>
            <pc:docMk/>
            <pc:sldMk cId="0" sldId="257"/>
            <ac:spMk id="36" creationId="{F8E1071B-9989-0BD4-9FA5-1A92FAD399E8}"/>
          </ac:spMkLst>
        </pc:spChg>
        <pc:spChg chg="add mod ord">
          <ac:chgData name="Saidi, Khalifa / Kuehne + Nagel / Tll MP-IT" userId="d680260d-e82b-41dc-b5a0-d24751bc5d5e" providerId="ADAL" clId="{45DDCE70-9FED-47C8-83B0-DE9B70DE935C}" dt="2026-01-14T14:12:16.551" v="1452" actId="164"/>
          <ac:spMkLst>
            <pc:docMk/>
            <pc:sldMk cId="0" sldId="257"/>
            <ac:spMk id="38" creationId="{1B48B45E-160A-294A-D869-21DCA717E0B5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49" creationId="{0BB4C5BC-C834-38B3-3A3E-1BD12808FF83}"/>
          </ac:spMkLst>
        </pc:spChg>
        <pc:spChg chg="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1" creationId="{EF8FDD53-EEFD-AE6D-AD1F-7E64358940F2}"/>
          </ac:spMkLst>
        </pc:spChg>
        <pc:spChg chg="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2" creationId="{C67ED29A-55FB-1AB5-EE52-8B9700EA4563}"/>
          </ac:spMkLst>
        </pc:spChg>
        <pc:spChg chg="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4" creationId="{DE67E89F-BD5B-AE36-AC7D-E8FA6327997E}"/>
          </ac:spMkLst>
        </pc:spChg>
        <pc:spChg chg="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5" creationId="{A7E90E67-90CB-51FF-753A-F91980C576D9}"/>
          </ac:spMkLst>
        </pc:spChg>
        <pc:spChg chg="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7" creationId="{417F9E27-8394-5E21-37C1-906939320AB2}"/>
          </ac:spMkLst>
        </pc:spChg>
        <pc:spChg chg="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8" creationId="{9C116D6E-CACC-B6AE-13DC-7BEDFE96164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0:43.288" v="1428" actId="571"/>
          <ac:spMkLst>
            <pc:docMk/>
            <pc:sldMk cId="0" sldId="257"/>
            <ac:spMk id="59" creationId="{13EB971B-D7EF-4D67-772D-D14400ACC1A3}"/>
          </ac:spMkLst>
        </pc:spChg>
        <pc:grpChg chg="add mod">
          <ac:chgData name="Saidi, Khalifa / Kuehne + Nagel / Tll MP-IT" userId="d680260d-e82b-41dc-b5a0-d24751bc5d5e" providerId="ADAL" clId="{45DDCE70-9FED-47C8-83B0-DE9B70DE935C}" dt="2026-01-14T14:12:16.551" v="1452" actId="164"/>
          <ac:grpSpMkLst>
            <pc:docMk/>
            <pc:sldMk cId="0" sldId="257"/>
            <ac:grpSpMk id="3" creationId="{EECB585A-0804-D158-970A-12250C859312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9:40:54.162" v="1429" actId="164"/>
          <ac:grpSpMkLst>
            <pc:docMk/>
            <pc:sldMk cId="0" sldId="257"/>
            <ac:grpSpMk id="17" creationId="{EDCA061D-E5C4-60ED-F86F-9308B2CF27C1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9:40:54.162" v="1429" actId="164"/>
          <ac:grpSpMkLst>
            <pc:docMk/>
            <pc:sldMk cId="0" sldId="257"/>
            <ac:grpSpMk id="18" creationId="{26340D20-226E-BF50-EEB7-09512A910157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9:40:54.162" v="1429" actId="164"/>
          <ac:grpSpMkLst>
            <pc:docMk/>
            <pc:sldMk cId="0" sldId="257"/>
            <ac:grpSpMk id="21" creationId="{D6111C6D-418D-50DD-2B5D-851DBC97EFB2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9:40:43.288" v="1428" actId="571"/>
          <ac:grpSpMkLst>
            <pc:docMk/>
            <pc:sldMk cId="0" sldId="257"/>
            <ac:grpSpMk id="50" creationId="{2D114D6E-95DC-68A1-A492-B9392268CD89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9:40:43.288" v="1428" actId="571"/>
          <ac:grpSpMkLst>
            <pc:docMk/>
            <pc:sldMk cId="0" sldId="257"/>
            <ac:grpSpMk id="56" creationId="{CB5CEC3F-FF7E-27AE-3F2F-8781E19116BF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9:41:17.769" v="1433" actId="164"/>
          <ac:grpSpMkLst>
            <pc:docMk/>
            <pc:sldMk cId="0" sldId="257"/>
            <ac:grpSpMk id="63" creationId="{64396511-1142-B514-0A94-BD68F258DB1F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14:12:16.551" v="1452" actId="164"/>
          <ac:grpSpMkLst>
            <pc:docMk/>
            <pc:sldMk cId="0" sldId="257"/>
            <ac:grpSpMk id="64" creationId="{23114999-FB5E-6122-02A3-D8F3B2CF03FF}"/>
          </ac:grpSpMkLst>
        </pc:grpChg>
        <pc:graphicFrameChg chg="add del mod modGraphic">
          <ac:chgData name="Saidi, Khalifa / Kuehne + Nagel / Tll MP-IT" userId="d680260d-e82b-41dc-b5a0-d24751bc5d5e" providerId="ADAL" clId="{45DDCE70-9FED-47C8-83B0-DE9B70DE935C}" dt="2026-01-14T09:35:53.809" v="1352" actId="478"/>
          <ac:graphicFrameMkLst>
            <pc:docMk/>
            <pc:sldMk cId="0" sldId="257"/>
            <ac:graphicFrameMk id="5" creationId="{FD159672-D97A-5631-3F14-21346108F549}"/>
          </ac:graphicFrameMkLst>
        </pc:graphicFrameChg>
        <pc:cxnChg chg="add mod">
          <ac:chgData name="Saidi, Khalifa / Kuehne + Nagel / Tll MP-IT" userId="d680260d-e82b-41dc-b5a0-d24751bc5d5e" providerId="ADAL" clId="{45DDCE70-9FED-47C8-83B0-DE9B70DE935C}" dt="2026-01-14T09:40:54.162" v="1429" actId="164"/>
          <ac:cxnSpMkLst>
            <pc:docMk/>
            <pc:sldMk cId="0" sldId="257"/>
            <ac:cxnSpMk id="40" creationId="{4DA598B5-92B9-087A-7804-10E0E7CEE529}"/>
          </ac:cxnSpMkLst>
        </pc:cxnChg>
        <pc:cxnChg chg="add mod">
          <ac:chgData name="Saidi, Khalifa / Kuehne + Nagel / Tll MP-IT" userId="d680260d-e82b-41dc-b5a0-d24751bc5d5e" providerId="ADAL" clId="{45DDCE70-9FED-47C8-83B0-DE9B70DE935C}" dt="2026-01-14T14:12:02.206" v="1450" actId="1076"/>
          <ac:cxnSpMkLst>
            <pc:docMk/>
            <pc:sldMk cId="0" sldId="257"/>
            <ac:cxnSpMk id="42" creationId="{4110A089-F175-9627-A318-0DEA175DBDE6}"/>
          </ac:cxnSpMkLst>
        </pc:cxnChg>
        <pc:cxnChg chg="add mod">
          <ac:chgData name="Saidi, Khalifa / Kuehne + Nagel / Tll MP-IT" userId="d680260d-e82b-41dc-b5a0-d24751bc5d5e" providerId="ADAL" clId="{45DDCE70-9FED-47C8-83B0-DE9B70DE935C}" dt="2026-01-14T09:40:54.162" v="1429" actId="164"/>
          <ac:cxnSpMkLst>
            <pc:docMk/>
            <pc:sldMk cId="0" sldId="257"/>
            <ac:cxnSpMk id="45" creationId="{71137E91-DB6C-23EE-EBD0-DAE6EBEFFDF3}"/>
          </ac:cxnSpMkLst>
        </pc:cxnChg>
      </pc:sldChg>
      <pc:sldChg chg="addSp delSp modSp mod modTransition modClrScheme chgLayout">
        <pc:chgData name="Saidi, Khalifa / Kuehne + Nagel / Tll MP-IT" userId="d680260d-e82b-41dc-b5a0-d24751bc5d5e" providerId="ADAL" clId="{45DDCE70-9FED-47C8-83B0-DE9B70DE935C}" dt="2026-01-14T09:42:01.084" v="1436" actId="404"/>
        <pc:sldMkLst>
          <pc:docMk/>
          <pc:sldMk cId="0" sldId="258"/>
        </pc:sldMkLst>
        <pc:spChg chg="mod ord">
          <ac:chgData name="Saidi, Khalifa / Kuehne + Nagel / Tll MP-IT" userId="d680260d-e82b-41dc-b5a0-d24751bc5d5e" providerId="ADAL" clId="{45DDCE70-9FED-47C8-83B0-DE9B70DE935C}" dt="2026-01-14T07:30:38.563" v="110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9:22:14.169" v="124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7:22.550" v="17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2:01.084" v="1436" actId="404"/>
          <ac:spMkLst>
            <pc:docMk/>
            <pc:sldMk cId="0" sldId="258"/>
            <ac:spMk id="7" creationId="{0F64ED6B-2E4D-84A5-7FCC-FC8E63F05B5E}"/>
          </ac:spMkLst>
        </pc:spChg>
      </pc:sldChg>
      <pc:sldChg chg="addSp delSp modSp mod">
        <pc:chgData name="Saidi, Khalifa / Kuehne + Nagel / Tll MP-IT" userId="d680260d-e82b-41dc-b5a0-d24751bc5d5e" providerId="ADAL" clId="{45DDCE70-9FED-47C8-83B0-DE9B70DE935C}" dt="2026-01-14T09:22:06.443" v="1238" actId="2710"/>
        <pc:sldMkLst>
          <pc:docMk/>
          <pc:sldMk cId="0" sldId="259"/>
        </pc:sldMkLst>
        <pc:spChg chg="mod">
          <ac:chgData name="Saidi, Khalifa / Kuehne + Nagel / Tll MP-IT" userId="d680260d-e82b-41dc-b5a0-d24751bc5d5e" providerId="ADAL" clId="{45DDCE70-9FED-47C8-83B0-DE9B70DE935C}" dt="2026-01-14T07:28:35.599" v="92" actId="2763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9:21:55.952" v="1232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7:19.921" v="16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8:08:40.628" v="436" actId="20577"/>
          <ac:spMkLst>
            <pc:docMk/>
            <pc:sldMk cId="0" sldId="259"/>
            <ac:spMk id="5" creationId="{CFE19BA1-FE74-0D2C-9CA9-B777B22C2063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22:06.443" v="1238" actId="2710"/>
          <ac:spMkLst>
            <pc:docMk/>
            <pc:sldMk cId="0" sldId="259"/>
            <ac:spMk id="8" creationId="{1E8E3DB8-E5B4-57C5-7024-D1CC6E6AB89C}"/>
          </ac:spMkLst>
        </pc:spChg>
      </pc:sldChg>
      <pc:sldChg chg="addSp delSp modSp mod modTransition modClrScheme chgLayout">
        <pc:chgData name="Saidi, Khalifa / Kuehne + Nagel / Tll MP-IT" userId="d680260d-e82b-41dc-b5a0-d24751bc5d5e" providerId="ADAL" clId="{45DDCE70-9FED-47C8-83B0-DE9B70DE935C}" dt="2026-01-14T09:42:12.458" v="1437" actId="2710"/>
        <pc:sldMkLst>
          <pc:docMk/>
          <pc:sldMk cId="0" sldId="260"/>
        </pc:sldMkLst>
        <pc:spChg chg="mod ord">
          <ac:chgData name="Saidi, Khalifa / Kuehne + Nagel / Tll MP-IT" userId="d680260d-e82b-41dc-b5a0-d24751bc5d5e" providerId="ADAL" clId="{45DDCE70-9FED-47C8-83B0-DE9B70DE935C}" dt="2026-01-14T07:40:41.899" v="217" actId="2660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7:40:41.899" v="217" actId="26606"/>
          <ac:spMkLst>
            <pc:docMk/>
            <pc:sldMk cId="0" sldId="260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7:29.119" v="19" actId="478"/>
          <ac:spMkLst>
            <pc:docMk/>
            <pc:sldMk cId="0" sldId="260"/>
            <ac:spMk id="4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21:33.720" v="1224" actId="478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7:40:31.200" v="214" actId="26606"/>
          <ac:spMkLst>
            <pc:docMk/>
            <pc:sldMk cId="0" sldId="260"/>
            <ac:spMk id="8" creationId="{44DE03E2-F7D4-4AAD-9DE3-B567C711BDED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2:12.458" v="1437" actId="2710"/>
          <ac:spMkLst>
            <pc:docMk/>
            <pc:sldMk cId="0" sldId="260"/>
            <ac:spMk id="10" creationId="{60105004-491D-598A-244F-7313CD3E694F}"/>
          </ac:spMkLst>
        </pc:spChg>
        <pc:graphicFrameChg chg="add del">
          <ac:chgData name="Saidi, Khalifa / Kuehne + Nagel / Tll MP-IT" userId="d680260d-e82b-41dc-b5a0-d24751bc5d5e" providerId="ADAL" clId="{45DDCE70-9FED-47C8-83B0-DE9B70DE935C}" dt="2026-01-14T07:40:41.894" v="216" actId="26606"/>
          <ac:graphicFrameMkLst>
            <pc:docMk/>
            <pc:sldMk cId="0" sldId="260"/>
            <ac:graphicFrameMk id="5" creationId="{109071B3-053C-92F2-B3BE-E5E728DD17FE}"/>
          </ac:graphicFrameMkLst>
        </pc:graphicFrameChg>
      </pc:sldChg>
      <pc:sldChg chg="addSp delSp modSp mod">
        <pc:chgData name="Saidi, Khalifa / Kuehne + Nagel / Tll MP-IT" userId="d680260d-e82b-41dc-b5a0-d24751bc5d5e" providerId="ADAL" clId="{45DDCE70-9FED-47C8-83B0-DE9B70DE935C}" dt="2026-01-14T09:42:23.525" v="1438" actId="2710"/>
        <pc:sldMkLst>
          <pc:docMk/>
          <pc:sldMk cId="0" sldId="261"/>
        </pc:sldMkLst>
        <pc:spChg chg="mod">
          <ac:chgData name="Saidi, Khalifa / Kuehne + Nagel / Tll MP-IT" userId="d680260d-e82b-41dc-b5a0-d24751bc5d5e" providerId="ADAL" clId="{45DDCE70-9FED-47C8-83B0-DE9B70DE935C}" dt="2026-01-14T07:42:28.961" v="270" actId="2660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7:42:28.961" v="270" actId="26606"/>
          <ac:spMkLst>
            <pc:docMk/>
            <pc:sldMk cId="0" sldId="261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7:31.285" v="20" actId="478"/>
          <ac:spMkLst>
            <pc:docMk/>
            <pc:sldMk cId="0" sldId="261"/>
            <ac:spMk id="4" creationId="{00000000-0000-0000-0000-000000000000}"/>
          </ac:spMkLst>
        </pc:spChg>
        <pc:graphicFrameChg chg="add mod modGraphic">
          <ac:chgData name="Saidi, Khalifa / Kuehne + Nagel / Tll MP-IT" userId="d680260d-e82b-41dc-b5a0-d24751bc5d5e" providerId="ADAL" clId="{45DDCE70-9FED-47C8-83B0-DE9B70DE935C}" dt="2026-01-14T09:42:23.525" v="1438" actId="2710"/>
          <ac:graphicFrameMkLst>
            <pc:docMk/>
            <pc:sldMk cId="0" sldId="261"/>
            <ac:graphicFrameMk id="5" creationId="{85FA9C48-E4CC-8D8A-4C2C-2183053D7B5B}"/>
          </ac:graphicFrameMkLst>
        </pc:graphicFrameChg>
      </pc:sldChg>
      <pc:sldChg chg="addSp delSp modSp mod modTransition modClrScheme chgLayout">
        <pc:chgData name="Saidi, Khalifa / Kuehne + Nagel / Tll MP-IT" userId="d680260d-e82b-41dc-b5a0-d24751bc5d5e" providerId="ADAL" clId="{45DDCE70-9FED-47C8-83B0-DE9B70DE935C}" dt="2026-01-14T09:42:46.948" v="1440" actId="2710"/>
        <pc:sldMkLst>
          <pc:docMk/>
          <pc:sldMk cId="0" sldId="262"/>
        </pc:sldMkLst>
        <pc:spChg chg="mod">
          <ac:chgData name="Saidi, Khalifa / Kuehne + Nagel / Tll MP-IT" userId="d680260d-e82b-41dc-b5a0-d24751bc5d5e" providerId="ADAL" clId="{45DDCE70-9FED-47C8-83B0-DE9B70DE935C}" dt="2026-01-14T07:51:12.032" v="341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7:51:12.032" v="341" actId="26606"/>
          <ac:spMkLst>
            <pc:docMk/>
            <pc:sldMk cId="0" sldId="262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17:35.267" v="21" actId="478"/>
          <ac:spMkLst>
            <pc:docMk/>
            <pc:sldMk cId="0" sldId="262"/>
            <ac:spMk id="4" creationId="{00000000-0000-0000-0000-000000000000}"/>
          </ac:spMkLst>
        </pc:spChg>
        <pc:graphicFrameChg chg="add mod">
          <ac:chgData name="Saidi, Khalifa / Kuehne + Nagel / Tll MP-IT" userId="d680260d-e82b-41dc-b5a0-d24751bc5d5e" providerId="ADAL" clId="{45DDCE70-9FED-47C8-83B0-DE9B70DE935C}" dt="2026-01-14T09:42:46.948" v="1440" actId="2710"/>
          <ac:graphicFrameMkLst>
            <pc:docMk/>
            <pc:sldMk cId="0" sldId="262"/>
            <ac:graphicFrameMk id="5" creationId="{260CEB49-28B8-732A-9C5F-EDA260D7168B}"/>
          </ac:graphicFrameMkLst>
        </pc:graphicFrameChg>
      </pc:sldChg>
      <pc:sldChg chg="addSp delSp modSp mod modTransition modClrScheme chgLayout">
        <pc:chgData name="Saidi, Khalifa / Kuehne + Nagel / Tll MP-IT" userId="d680260d-e82b-41dc-b5a0-d24751bc5d5e" providerId="ADAL" clId="{45DDCE70-9FED-47C8-83B0-DE9B70DE935C}" dt="2026-01-14T09:20:55.761" v="1212" actId="2710"/>
        <pc:sldMkLst>
          <pc:docMk/>
          <pc:sldMk cId="0" sldId="263"/>
        </pc:sldMkLst>
        <pc:spChg chg="mod ord">
          <ac:chgData name="Saidi, Khalifa / Kuehne + Nagel / Tll MP-IT" userId="d680260d-e82b-41dc-b5a0-d24751bc5d5e" providerId="ADAL" clId="{45DDCE70-9FED-47C8-83B0-DE9B70DE935C}" dt="2026-01-14T07:53:16.790" v="352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9:19:46.204" v="1190" actId="478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7:53:06.153" v="349" actId="478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20:55.761" v="1212" actId="2710"/>
          <ac:spMkLst>
            <pc:docMk/>
            <pc:sldMk cId="0" sldId="263"/>
            <ac:spMk id="7" creationId="{9071095A-2A40-F644-BF8E-0FE2F3BD1F68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19:48.876" v="1191" actId="478"/>
          <ac:spMkLst>
            <pc:docMk/>
            <pc:sldMk cId="0" sldId="263"/>
            <ac:spMk id="9" creationId="{CEE07EE6-2C9C-C569-E08B-3629CD9D68EA}"/>
          </ac:spMkLst>
        </pc:spChg>
      </pc:sldChg>
      <pc:sldChg chg="addSp delSp modSp mod modTransition modClrScheme chgLayout">
        <pc:chgData name="Saidi, Khalifa / Kuehne + Nagel / Tll MP-IT" userId="d680260d-e82b-41dc-b5a0-d24751bc5d5e" providerId="ADAL" clId="{45DDCE70-9FED-47C8-83B0-DE9B70DE935C}" dt="2026-01-14T09:20:50.758" v="1211" actId="2710"/>
        <pc:sldMkLst>
          <pc:docMk/>
          <pc:sldMk cId="0" sldId="264"/>
        </pc:sldMkLst>
        <pc:spChg chg="mod ord">
          <ac:chgData name="Saidi, Khalifa / Kuehne + Nagel / Tll MP-IT" userId="d680260d-e82b-41dc-b5a0-d24751bc5d5e" providerId="ADAL" clId="{45DDCE70-9FED-47C8-83B0-DE9B70DE935C}" dt="2026-01-14T08:01:45.306" v="392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9:20:28.269" v="1202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7:59:41.587" v="391" actId="478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20:50.758" v="1211" actId="2710"/>
          <ac:spMkLst>
            <pc:docMk/>
            <pc:sldMk cId="0" sldId="264"/>
            <ac:spMk id="7" creationId="{1357B50B-4933-7F05-DBB0-9BD73B69B2DD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20:30.278" v="1203" actId="478"/>
          <ac:spMkLst>
            <pc:docMk/>
            <pc:sldMk cId="0" sldId="264"/>
            <ac:spMk id="9" creationId="{610946A9-5519-A14D-C875-A988789F17DD}"/>
          </ac:spMkLst>
        </pc:spChg>
      </pc:sldChg>
      <pc:sldChg chg="addSp delSp modSp mod">
        <pc:chgData name="Saidi, Khalifa / Kuehne + Nagel / Tll MP-IT" userId="d680260d-e82b-41dc-b5a0-d24751bc5d5e" providerId="ADAL" clId="{45DDCE70-9FED-47C8-83B0-DE9B70DE935C}" dt="2026-01-14T09:21:24.385" v="1222" actId="2710"/>
        <pc:sldMkLst>
          <pc:docMk/>
          <pc:sldMk cId="0" sldId="265"/>
        </pc:sldMkLst>
        <pc:spChg chg="mod">
          <ac:chgData name="Saidi, Khalifa / Kuehne + Nagel / Tll MP-IT" userId="d680260d-e82b-41dc-b5a0-d24751bc5d5e" providerId="ADAL" clId="{45DDCE70-9FED-47C8-83B0-DE9B70DE935C}" dt="2026-01-14T07:28:35.619" v="97" actId="27636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9:21:06.941" v="1214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8:05:11.208" v="434" actId="478"/>
          <ac:spMkLst>
            <pc:docMk/>
            <pc:sldMk cId="0" sldId="265"/>
            <ac:spMk id="4" creationId="{00000000-0000-0000-0000-00000000000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21:24.385" v="1222" actId="2710"/>
          <ac:spMkLst>
            <pc:docMk/>
            <pc:sldMk cId="0" sldId="265"/>
            <ac:spMk id="8" creationId="{7FA7BE1A-4C1A-AFB2-5DB9-50A7512FDCF9}"/>
          </ac:spMkLst>
        </pc:spChg>
      </pc:sldChg>
      <pc:sldChg chg="addSp delSp modSp mod">
        <pc:chgData name="Saidi, Khalifa / Kuehne + Nagel / Tll MP-IT" userId="d680260d-e82b-41dc-b5a0-d24751bc5d5e" providerId="ADAL" clId="{45DDCE70-9FED-47C8-83B0-DE9B70DE935C}" dt="2026-01-14T09:23:09.273" v="1251" actId="2711"/>
        <pc:sldMkLst>
          <pc:docMk/>
          <pc:sldMk cId="0" sldId="266"/>
        </pc:sldMkLst>
        <pc:spChg chg="mod">
          <ac:chgData name="Saidi, Khalifa / Kuehne + Nagel / Tll MP-IT" userId="d680260d-e82b-41dc-b5a0-d24751bc5d5e" providerId="ADAL" clId="{45DDCE70-9FED-47C8-83B0-DE9B70DE935C}" dt="2026-01-14T08:10:47.588" v="444" actId="2660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8:10:47.588" v="444" actId="26606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8:10:34.294" v="443"/>
          <ac:spMkLst>
            <pc:docMk/>
            <pc:sldMk cId="0" sldId="266"/>
            <ac:spMk id="4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8:10:47.588" v="444" actId="26606"/>
          <ac:spMkLst>
            <pc:docMk/>
            <pc:sldMk cId="0" sldId="266"/>
            <ac:spMk id="6" creationId="{3950A99A-6326-65E3-01F0-ACC7F33AD092}"/>
          </ac:spMkLst>
        </pc:spChg>
        <pc:graphicFrameChg chg="add mod modGraphic">
          <ac:chgData name="Saidi, Khalifa / Kuehne + Nagel / Tll MP-IT" userId="d680260d-e82b-41dc-b5a0-d24751bc5d5e" providerId="ADAL" clId="{45DDCE70-9FED-47C8-83B0-DE9B70DE935C}" dt="2026-01-14T09:23:09.273" v="1251" actId="2711"/>
          <ac:graphicFrameMkLst>
            <pc:docMk/>
            <pc:sldMk cId="0" sldId="266"/>
            <ac:graphicFrameMk id="8" creationId="{65274295-17F2-5DDD-6010-894A59283C8B}"/>
          </ac:graphicFrameMkLst>
        </pc:graphicFrameChg>
      </pc:sldChg>
      <pc:sldChg chg="addSp delSp modSp mod">
        <pc:chgData name="Saidi, Khalifa / Kuehne + Nagel / Tll MP-IT" userId="d680260d-e82b-41dc-b5a0-d24751bc5d5e" providerId="ADAL" clId="{45DDCE70-9FED-47C8-83B0-DE9B70DE935C}" dt="2026-01-14T09:43:31.664" v="1442" actId="255"/>
        <pc:sldMkLst>
          <pc:docMk/>
          <pc:sldMk cId="0" sldId="267"/>
        </pc:sldMkLst>
        <pc:spChg chg="mod">
          <ac:chgData name="Saidi, Khalifa / Kuehne + Nagel / Tll MP-IT" userId="d680260d-e82b-41dc-b5a0-d24751bc5d5e" providerId="ADAL" clId="{45DDCE70-9FED-47C8-83B0-DE9B70DE935C}" dt="2026-01-14T08:14:19.224" v="470" actId="26606"/>
          <ac:spMkLst>
            <pc:docMk/>
            <pc:sldMk cId="0" sldId="267"/>
            <ac:spMk id="2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14:19.224" v="470" actId="26606"/>
          <ac:spMkLst>
            <pc:docMk/>
            <pc:sldMk cId="0" sldId="267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8:14:06.092" v="467" actId="478"/>
          <ac:spMkLst>
            <pc:docMk/>
            <pc:sldMk cId="0" sldId="267"/>
            <ac:spMk id="4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8:14:19.224" v="470" actId="26606"/>
          <ac:spMkLst>
            <pc:docMk/>
            <pc:sldMk cId="0" sldId="267"/>
            <ac:spMk id="6" creationId="{275D0E66-976B-ED00-961B-D16DFF66E963}"/>
          </ac:spMkLst>
        </pc:spChg>
        <pc:graphicFrameChg chg="add del">
          <ac:chgData name="Saidi, Khalifa / Kuehne + Nagel / Tll MP-IT" userId="d680260d-e82b-41dc-b5a0-d24751bc5d5e" providerId="ADAL" clId="{45DDCE70-9FED-47C8-83B0-DE9B70DE935C}" dt="2026-01-14T08:14:19.198" v="469" actId="26606"/>
          <ac:graphicFrameMkLst>
            <pc:docMk/>
            <pc:sldMk cId="0" sldId="267"/>
            <ac:graphicFrameMk id="8" creationId="{032D4148-C1FA-902E-0997-854686B0472C}"/>
          </ac:graphicFrameMkLst>
        </pc:graphicFrameChg>
        <pc:graphicFrameChg chg="add mod modGraphic">
          <ac:chgData name="Saidi, Khalifa / Kuehne + Nagel / Tll MP-IT" userId="d680260d-e82b-41dc-b5a0-d24751bc5d5e" providerId="ADAL" clId="{45DDCE70-9FED-47C8-83B0-DE9B70DE935C}" dt="2026-01-14T09:43:31.664" v="1442" actId="255"/>
          <ac:graphicFrameMkLst>
            <pc:docMk/>
            <pc:sldMk cId="0" sldId="267"/>
            <ac:graphicFrameMk id="10" creationId="{3C1ABF99-F64B-670D-96BC-CB1EE5CD2D97}"/>
          </ac:graphicFrameMkLst>
        </pc:graphicFrameChg>
      </pc:sldChg>
      <pc:sldChg chg="delSp modSp mod modTransition modClrScheme chgLayout">
        <pc:chgData name="Saidi, Khalifa / Kuehne + Nagel / Tll MP-IT" userId="d680260d-e82b-41dc-b5a0-d24751bc5d5e" providerId="ADAL" clId="{45DDCE70-9FED-47C8-83B0-DE9B70DE935C}" dt="2026-01-14T08:23:35.507" v="512" actId="1076"/>
        <pc:sldMkLst>
          <pc:docMk/>
          <pc:sldMk cId="0" sldId="268"/>
        </pc:sldMkLst>
        <pc:spChg chg="mod ord">
          <ac:chgData name="Saidi, Khalifa / Kuehne + Nagel / Tll MP-IT" userId="d680260d-e82b-41dc-b5a0-d24751bc5d5e" providerId="ADAL" clId="{45DDCE70-9FED-47C8-83B0-DE9B70DE935C}" dt="2026-01-14T08:18:14.746" v="479" actId="26606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Saidi, Khalifa / Kuehne + Nagel / Tll MP-IT" userId="d680260d-e82b-41dc-b5a0-d24751bc5d5e" providerId="ADAL" clId="{45DDCE70-9FED-47C8-83B0-DE9B70DE935C}" dt="2026-01-14T08:23:35.507" v="512" actId="1076"/>
          <ac:spMkLst>
            <pc:docMk/>
            <pc:sldMk cId="0" sldId="268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8:17:29.390" v="477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8:18:14.746" v="479" actId="26606"/>
          <ac:spMkLst>
            <pc:docMk/>
            <pc:sldMk cId="0" sldId="268"/>
            <ac:spMk id="6" creationId="{0D17877B-2732-38B7-B316-EDA939ACCB58}"/>
          </ac:spMkLst>
        </pc:spChg>
      </pc:sldChg>
      <pc:sldChg chg="modSp del">
        <pc:chgData name="Saidi, Khalifa / Kuehne + Nagel / Tll MP-IT" userId="d680260d-e82b-41dc-b5a0-d24751bc5d5e" providerId="ADAL" clId="{45DDCE70-9FED-47C8-83B0-DE9B70DE935C}" dt="2026-01-14T08:24:50.417" v="519" actId="2696"/>
        <pc:sldMkLst>
          <pc:docMk/>
          <pc:sldMk cId="0" sldId="269"/>
        </pc:sldMkLst>
        <pc:spChg chg="mod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mod modTransition modClrScheme chgLayout">
        <pc:chgData name="Saidi, Khalifa / Kuehne + Nagel / Tll MP-IT" userId="d680260d-e82b-41dc-b5a0-d24751bc5d5e" providerId="ADAL" clId="{45DDCE70-9FED-47C8-83B0-DE9B70DE935C}" dt="2026-01-14T08:44:45.952" v="712" actId="2711"/>
        <pc:sldMkLst>
          <pc:docMk/>
          <pc:sldMk cId="0" sldId="270"/>
        </pc:sldMkLst>
        <pc:spChg chg="mod ord">
          <ac:chgData name="Saidi, Khalifa / Kuehne + Nagel / Tll MP-IT" userId="d680260d-e82b-41dc-b5a0-d24751bc5d5e" providerId="ADAL" clId="{45DDCE70-9FED-47C8-83B0-DE9B70DE935C}" dt="2026-01-14T08:27:19.626" v="541" actId="26606"/>
          <ac:spMkLst>
            <pc:docMk/>
            <pc:sldMk cId="0" sldId="270"/>
            <ac:spMk id="2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33:52.704" v="611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8:25:42.607" v="527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8:27:19.626" v="541" actId="26606"/>
          <ac:spMkLst>
            <pc:docMk/>
            <pc:sldMk cId="0" sldId="270"/>
            <ac:spMk id="6" creationId="{7A9DE2B8-8D66-9925-5AD2-E3D3F0181B92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27:01.227" v="536" actId="478"/>
          <ac:spMkLst>
            <pc:docMk/>
            <pc:sldMk cId="0" sldId="270"/>
            <ac:spMk id="9" creationId="{0950A112-101E-ACF4-27E4-6F94E105831D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44:45.952" v="712" actId="2711"/>
          <ac:spMkLst>
            <pc:docMk/>
            <pc:sldMk cId="0" sldId="270"/>
            <ac:spMk id="17" creationId="{A71BD541-89A7-BD3F-88FF-09F087F7ACFE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44:45.952" v="712" actId="2711"/>
          <ac:spMkLst>
            <pc:docMk/>
            <pc:sldMk cId="0" sldId="270"/>
            <ac:spMk id="19" creationId="{0FE85F7C-4CDF-A7A8-172B-EE3899490969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44:45.952" v="712" actId="2711"/>
          <ac:spMkLst>
            <pc:docMk/>
            <pc:sldMk cId="0" sldId="270"/>
            <ac:spMk id="21" creationId="{FCA16C24-7371-85A7-6BE2-8ABEF3D7C8C0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44:45.952" v="712" actId="2711"/>
          <ac:spMkLst>
            <pc:docMk/>
            <pc:sldMk cId="0" sldId="270"/>
            <ac:spMk id="27" creationId="{5511D2D2-E356-F3A6-DC02-2C627FCF712B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44:45.952" v="712" actId="2711"/>
          <ac:spMkLst>
            <pc:docMk/>
            <pc:sldMk cId="0" sldId="270"/>
            <ac:spMk id="31" creationId="{3A9A253A-F192-9A62-0077-E05C50C25385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33:58.142" v="612" actId="478"/>
          <ac:spMkLst>
            <pc:docMk/>
            <pc:sldMk cId="0" sldId="270"/>
            <ac:spMk id="33" creationId="{35256753-9D04-2A46-DF66-D7C6EE94D51C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44:45.952" v="712" actId="2711"/>
          <ac:spMkLst>
            <pc:docMk/>
            <pc:sldMk cId="0" sldId="270"/>
            <ac:spMk id="37" creationId="{343F81B8-B90C-3188-5CDC-7DBB25930B28}"/>
          </ac:spMkLst>
        </pc:spChg>
        <pc:spChg chg="add del mod ord topLvl">
          <ac:chgData name="Saidi, Khalifa / Kuehne + Nagel / Tll MP-IT" userId="d680260d-e82b-41dc-b5a0-d24751bc5d5e" providerId="ADAL" clId="{45DDCE70-9FED-47C8-83B0-DE9B70DE935C}" dt="2026-01-14T08:43:28.470" v="699" actId="165"/>
          <ac:spMkLst>
            <pc:docMk/>
            <pc:sldMk cId="0" sldId="270"/>
            <ac:spMk id="42" creationId="{D073B2A3-9B2C-0CA9-0F8D-FEF69445C56C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8:37:02.644" v="632"/>
          <ac:spMkLst>
            <pc:docMk/>
            <pc:sldMk cId="0" sldId="270"/>
            <ac:spMk id="43" creationId="{D073B2A3-9B2C-0CA9-0F8D-FEF69445C56C}"/>
          </ac:spMkLst>
        </pc:spChg>
        <pc:spChg chg="add mod ord topLvl">
          <ac:chgData name="Saidi, Khalifa / Kuehne + Nagel / Tll MP-IT" userId="d680260d-e82b-41dc-b5a0-d24751bc5d5e" providerId="ADAL" clId="{45DDCE70-9FED-47C8-83B0-DE9B70DE935C}" dt="2026-01-14T08:43:33.846" v="700" actId="1076"/>
          <ac:spMkLst>
            <pc:docMk/>
            <pc:sldMk cId="0" sldId="270"/>
            <ac:spMk id="44" creationId="{6354AF15-FC72-87CF-BA0A-3F8F54F770BB}"/>
          </ac:spMkLst>
        </pc:spChg>
        <pc:spChg chg="add mod ord topLvl">
          <ac:chgData name="Saidi, Khalifa / Kuehne + Nagel / Tll MP-IT" userId="d680260d-e82b-41dc-b5a0-d24751bc5d5e" providerId="ADAL" clId="{45DDCE70-9FED-47C8-83B0-DE9B70DE935C}" dt="2026-01-14T08:43:28.470" v="699" actId="165"/>
          <ac:spMkLst>
            <pc:docMk/>
            <pc:sldMk cId="0" sldId="270"/>
            <ac:spMk id="45" creationId="{3D7F74EF-CD9F-16E2-1F30-F4932052A388}"/>
          </ac:spMkLst>
        </pc:spChg>
        <pc:spChg chg="add mod ord topLvl">
          <ac:chgData name="Saidi, Khalifa / Kuehne + Nagel / Tll MP-IT" userId="d680260d-e82b-41dc-b5a0-d24751bc5d5e" providerId="ADAL" clId="{45DDCE70-9FED-47C8-83B0-DE9B70DE935C}" dt="2026-01-14T08:43:28.470" v="699" actId="165"/>
          <ac:spMkLst>
            <pc:docMk/>
            <pc:sldMk cId="0" sldId="270"/>
            <ac:spMk id="46" creationId="{54709987-9E4F-B332-1B1A-B40EF02969BF}"/>
          </ac:spMkLst>
        </pc:spChg>
        <pc:spChg chg="add mod ord topLvl">
          <ac:chgData name="Saidi, Khalifa / Kuehne + Nagel / Tll MP-IT" userId="d680260d-e82b-41dc-b5a0-d24751bc5d5e" providerId="ADAL" clId="{45DDCE70-9FED-47C8-83B0-DE9B70DE935C}" dt="2026-01-14T08:43:28.470" v="699" actId="165"/>
          <ac:spMkLst>
            <pc:docMk/>
            <pc:sldMk cId="0" sldId="270"/>
            <ac:spMk id="47" creationId="{504817DC-6719-5781-88AA-45E8C077B1D2}"/>
          </ac:spMkLst>
        </pc:spChg>
        <pc:spChg chg="add mod ord topLvl">
          <ac:chgData name="Saidi, Khalifa / Kuehne + Nagel / Tll MP-IT" userId="d680260d-e82b-41dc-b5a0-d24751bc5d5e" providerId="ADAL" clId="{45DDCE70-9FED-47C8-83B0-DE9B70DE935C}" dt="2026-01-14T08:43:28.470" v="699" actId="165"/>
          <ac:spMkLst>
            <pc:docMk/>
            <pc:sldMk cId="0" sldId="270"/>
            <ac:spMk id="48" creationId="{F3AF14AE-68B9-308A-42A8-611B4D24A8AC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44:39.856" v="711" actId="21"/>
          <ac:spMkLst>
            <pc:docMk/>
            <pc:sldMk cId="0" sldId="270"/>
            <ac:spMk id="55" creationId="{D137CA23-FFD0-6E57-9661-BB4840C4F6E2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44:39.856" v="711" actId="21"/>
          <ac:spMkLst>
            <pc:docMk/>
            <pc:sldMk cId="0" sldId="270"/>
            <ac:spMk id="56" creationId="{8464BB28-B05A-0E24-D062-8C8409330389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44:39.856" v="711" actId="21"/>
          <ac:spMkLst>
            <pc:docMk/>
            <pc:sldMk cId="0" sldId="270"/>
            <ac:spMk id="57" creationId="{F6C9BA1D-93D7-9B41-F136-3E30EE7DC84F}"/>
          </ac:spMkLst>
        </pc:spChg>
        <pc:grpChg chg="add mod">
          <ac:chgData name="Saidi, Khalifa / Kuehne + Nagel / Tll MP-IT" userId="d680260d-e82b-41dc-b5a0-d24751bc5d5e" providerId="ADAL" clId="{45DDCE70-9FED-47C8-83B0-DE9B70DE935C}" dt="2026-01-14T08:40:19.523" v="674" actId="1076"/>
          <ac:grpSpMkLst>
            <pc:docMk/>
            <pc:sldMk cId="0" sldId="270"/>
            <ac:grpSpMk id="49" creationId="{D4649D98-7D36-B9EB-9DF4-5C025433220D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8:38:32.772" v="656" actId="164"/>
          <ac:grpSpMkLst>
            <pc:docMk/>
            <pc:sldMk cId="0" sldId="270"/>
            <ac:grpSpMk id="50" creationId="{1F810010-DDCF-5631-04B9-145475A1ECA0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8:40:46.645" v="676" actId="1076"/>
          <ac:grpSpMkLst>
            <pc:docMk/>
            <pc:sldMk cId="0" sldId="270"/>
            <ac:grpSpMk id="51" creationId="{2B6EF830-907C-63EC-485F-EAE021BBE39D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8:41:14.155" v="682" actId="1076"/>
          <ac:grpSpMkLst>
            <pc:docMk/>
            <pc:sldMk cId="0" sldId="270"/>
            <ac:grpSpMk id="52" creationId="{44D5AF08-ED36-5F07-0B14-BEDE6DEC1389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8:41:31.558" v="686" actId="1076"/>
          <ac:grpSpMkLst>
            <pc:docMk/>
            <pc:sldMk cId="0" sldId="270"/>
            <ac:grpSpMk id="53" creationId="{2DE928BD-8C5F-7431-BB2B-91FEB624E62F}"/>
          </ac:grpSpMkLst>
        </pc:grpChg>
        <pc:grpChg chg="add mod">
          <ac:chgData name="Saidi, Khalifa / Kuehne + Nagel / Tll MP-IT" userId="d680260d-e82b-41dc-b5a0-d24751bc5d5e" providerId="ADAL" clId="{45DDCE70-9FED-47C8-83B0-DE9B70DE935C}" dt="2026-01-14T08:41:45.933" v="689" actId="1076"/>
          <ac:grpSpMkLst>
            <pc:docMk/>
            <pc:sldMk cId="0" sldId="270"/>
            <ac:grpSpMk id="54" creationId="{80518436-7C8B-6BE7-5813-FF2E7DF80B78}"/>
          </ac:grpSpMkLst>
        </pc:grpChg>
        <pc:graphicFrameChg chg="add del mod modGraphic">
          <ac:chgData name="Saidi, Khalifa / Kuehne + Nagel / Tll MP-IT" userId="d680260d-e82b-41dc-b5a0-d24751bc5d5e" providerId="ADAL" clId="{45DDCE70-9FED-47C8-83B0-DE9B70DE935C}" dt="2026-01-14T08:27:19.626" v="541" actId="26606"/>
          <ac:graphicFrameMkLst>
            <pc:docMk/>
            <pc:sldMk cId="0" sldId="270"/>
            <ac:graphicFrameMk id="8" creationId="{5F695D58-198D-9DDE-4409-768372CDD644}"/>
          </ac:graphicFrameMkLst>
        </pc:graphicFrameChg>
        <pc:picChg chg="add mod topLvl">
          <ac:chgData name="Saidi, Khalifa / Kuehne + Nagel / Tll MP-IT" userId="d680260d-e82b-41dc-b5a0-d24751bc5d5e" providerId="ADAL" clId="{45DDCE70-9FED-47C8-83B0-DE9B70DE935C}" dt="2026-01-14T08:44:01.778" v="703" actId="207"/>
          <ac:picMkLst>
            <pc:docMk/>
            <pc:sldMk cId="0" sldId="270"/>
            <ac:picMk id="11" creationId="{A641428C-BF3F-4E18-089B-1314AD152CB1}"/>
          </ac:picMkLst>
        </pc:picChg>
        <pc:picChg chg="add mod topLvl">
          <ac:chgData name="Saidi, Khalifa / Kuehne + Nagel / Tll MP-IT" userId="d680260d-e82b-41dc-b5a0-d24751bc5d5e" providerId="ADAL" clId="{45DDCE70-9FED-47C8-83B0-DE9B70DE935C}" dt="2026-01-14T08:44:24.491" v="708" actId="1582"/>
          <ac:picMkLst>
            <pc:docMk/>
            <pc:sldMk cId="0" sldId="270"/>
            <ac:picMk id="13" creationId="{C7847209-5574-88E1-948F-E11373A77F5D}"/>
          </ac:picMkLst>
        </pc:picChg>
        <pc:picChg chg="add mod">
          <ac:chgData name="Saidi, Khalifa / Kuehne + Nagel / Tll MP-IT" userId="d680260d-e82b-41dc-b5a0-d24751bc5d5e" providerId="ADAL" clId="{45DDCE70-9FED-47C8-83B0-DE9B70DE935C}" dt="2026-01-14T08:43:52.523" v="701" actId="207"/>
          <ac:picMkLst>
            <pc:docMk/>
            <pc:sldMk cId="0" sldId="270"/>
            <ac:picMk id="15" creationId="{C9A89E58-E8FD-3F69-8621-C2052ADF13D3}"/>
          </ac:picMkLst>
        </pc:picChg>
        <pc:picChg chg="add del mod">
          <ac:chgData name="Saidi, Khalifa / Kuehne + Nagel / Tll MP-IT" userId="d680260d-e82b-41dc-b5a0-d24751bc5d5e" providerId="ADAL" clId="{45DDCE70-9FED-47C8-83B0-DE9B70DE935C}" dt="2026-01-14T08:32:23.741" v="589" actId="478"/>
          <ac:picMkLst>
            <pc:docMk/>
            <pc:sldMk cId="0" sldId="270"/>
            <ac:picMk id="23" creationId="{7DBD08C3-3A51-0995-8230-3191F99C4D0D}"/>
          </ac:picMkLst>
        </pc:picChg>
        <pc:picChg chg="add mod">
          <ac:chgData name="Saidi, Khalifa / Kuehne + Nagel / Tll MP-IT" userId="d680260d-e82b-41dc-b5a0-d24751bc5d5e" providerId="ADAL" clId="{45DDCE70-9FED-47C8-83B0-DE9B70DE935C}" dt="2026-01-14T08:44:32.153" v="709" actId="1582"/>
          <ac:picMkLst>
            <pc:docMk/>
            <pc:sldMk cId="0" sldId="270"/>
            <ac:picMk id="25" creationId="{2CBDA61C-9287-1456-DF2F-24F6D5C88280}"/>
          </ac:picMkLst>
        </pc:picChg>
        <pc:picChg chg="add mod topLvl">
          <ac:chgData name="Saidi, Khalifa / Kuehne + Nagel / Tll MP-IT" userId="d680260d-e82b-41dc-b5a0-d24751bc5d5e" providerId="ADAL" clId="{45DDCE70-9FED-47C8-83B0-DE9B70DE935C}" dt="2026-01-14T08:44:07.156" v="705" actId="207"/>
          <ac:picMkLst>
            <pc:docMk/>
            <pc:sldMk cId="0" sldId="270"/>
            <ac:picMk id="29" creationId="{DADFA3AA-70BA-B081-7663-8CDE325EA095}"/>
          </ac:picMkLst>
        </pc:picChg>
        <pc:picChg chg="add del mod">
          <ac:chgData name="Saidi, Khalifa / Kuehne + Nagel / Tll MP-IT" userId="d680260d-e82b-41dc-b5a0-d24751bc5d5e" providerId="ADAL" clId="{45DDCE70-9FED-47C8-83B0-DE9B70DE935C}" dt="2026-01-14T08:35:43.165" v="620" actId="478"/>
          <ac:picMkLst>
            <pc:docMk/>
            <pc:sldMk cId="0" sldId="270"/>
            <ac:picMk id="39" creationId="{DF4251D5-F671-2DCC-54CE-E7C05FCF2D2A}"/>
          </ac:picMkLst>
        </pc:picChg>
        <pc:picChg chg="add mod topLvl">
          <ac:chgData name="Saidi, Khalifa / Kuehne + Nagel / Tll MP-IT" userId="d680260d-e82b-41dc-b5a0-d24751bc5d5e" providerId="ADAL" clId="{45DDCE70-9FED-47C8-83B0-DE9B70DE935C}" dt="2026-01-14T08:44:17.323" v="707" actId="1582"/>
          <ac:picMkLst>
            <pc:docMk/>
            <pc:sldMk cId="0" sldId="270"/>
            <ac:picMk id="41" creationId="{A135F988-077B-ECD4-5499-8385FD8D5C0E}"/>
          </ac:picMkLst>
        </pc:picChg>
      </pc:sldChg>
      <pc:sldChg chg="addSp delSp modSp mod">
        <pc:chgData name="Saidi, Khalifa / Kuehne + Nagel / Tll MP-IT" userId="d680260d-e82b-41dc-b5a0-d24751bc5d5e" providerId="ADAL" clId="{45DDCE70-9FED-47C8-83B0-DE9B70DE935C}" dt="2026-01-14T09:44:18.675" v="1446" actId="2710"/>
        <pc:sldMkLst>
          <pc:docMk/>
          <pc:sldMk cId="0" sldId="271"/>
        </pc:sldMkLst>
        <pc:spChg chg="mod">
          <ac:chgData name="Saidi, Khalifa / Kuehne + Nagel / Tll MP-IT" userId="d680260d-e82b-41dc-b5a0-d24751bc5d5e" providerId="ADAL" clId="{45DDCE70-9FED-47C8-83B0-DE9B70DE935C}" dt="2026-01-14T09:17:01.913" v="1161" actId="403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45DDCE70-9FED-47C8-83B0-DE9B70DE935C}" dt="2026-01-14T09:17:23.970" v="1162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4T08:45:43.663" v="719" actId="478"/>
          <ac:spMkLst>
            <pc:docMk/>
            <pc:sldMk cId="0" sldId="271"/>
            <ac:spMk id="4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9:17:26.169" v="1163" actId="478"/>
          <ac:spMkLst>
            <pc:docMk/>
            <pc:sldMk cId="0" sldId="271"/>
            <ac:spMk id="8" creationId="{892864EE-6E86-5F89-14E5-F7DD410F83AB}"/>
          </ac:spMkLst>
        </pc:spChg>
        <pc:spChg chg="add mod">
          <ac:chgData name="Saidi, Khalifa / Kuehne + Nagel / Tll MP-IT" userId="d680260d-e82b-41dc-b5a0-d24751bc5d5e" providerId="ADAL" clId="{45DDCE70-9FED-47C8-83B0-DE9B70DE935C}" dt="2026-01-14T09:44:18.675" v="1446" actId="2710"/>
          <ac:spMkLst>
            <pc:docMk/>
            <pc:sldMk cId="0" sldId="271"/>
            <ac:spMk id="10" creationId="{3583EEF5-E335-F338-9239-5B8E840E5B6D}"/>
          </ac:spMkLst>
        </pc:spChg>
        <pc:spChg chg="add">
          <ac:chgData name="Saidi, Khalifa / Kuehne + Nagel / Tll MP-IT" userId="d680260d-e82b-41dc-b5a0-d24751bc5d5e" providerId="ADAL" clId="{45DDCE70-9FED-47C8-83B0-DE9B70DE935C}" dt="2026-01-14T09:28:52.192" v="1270"/>
          <ac:spMkLst>
            <pc:docMk/>
            <pc:sldMk cId="0" sldId="271"/>
            <ac:spMk id="11" creationId="{B086850E-A09E-405F-8F46-DC06CBFB5C38}"/>
          </ac:spMkLst>
        </pc:spChg>
        <pc:spChg chg="add">
          <ac:chgData name="Saidi, Khalifa / Kuehne + Nagel / Tll MP-IT" userId="d680260d-e82b-41dc-b5a0-d24751bc5d5e" providerId="ADAL" clId="{45DDCE70-9FED-47C8-83B0-DE9B70DE935C}" dt="2026-01-14T09:28:59.966" v="1272"/>
          <ac:spMkLst>
            <pc:docMk/>
            <pc:sldMk cId="0" sldId="271"/>
            <ac:spMk id="12" creationId="{5A8E360D-94CA-63E8-73B6-4DCF5891C878}"/>
          </ac:spMkLst>
        </pc:spChg>
      </pc:sldChg>
      <pc:sldChg chg="modSp del">
        <pc:chgData name="Saidi, Khalifa / Kuehne + Nagel / Tll MP-IT" userId="d680260d-e82b-41dc-b5a0-d24751bc5d5e" providerId="ADAL" clId="{45DDCE70-9FED-47C8-83B0-DE9B70DE935C}" dt="2026-01-14T08:58:05.973" v="878" actId="2696"/>
        <pc:sldMkLst>
          <pc:docMk/>
          <pc:sldMk cId="0" sldId="272"/>
        </pc:sldMkLst>
        <pc:spChg chg="mod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new del mod modTransition modClrScheme chgLayout">
        <pc:chgData name="Saidi, Khalifa / Kuehne + Nagel / Tll MP-IT" userId="d680260d-e82b-41dc-b5a0-d24751bc5d5e" providerId="ADAL" clId="{45DDCE70-9FED-47C8-83B0-DE9B70DE935C}" dt="2026-01-14T09:00:41.228" v="891" actId="2696"/>
        <pc:sldMkLst>
          <pc:docMk/>
          <pc:sldMk cId="370716318" sldId="272"/>
        </pc:sldMkLst>
        <pc:spChg chg="del">
          <ac:chgData name="Saidi, Khalifa / Kuehne + Nagel / Tll MP-IT" userId="d680260d-e82b-41dc-b5a0-d24751bc5d5e" providerId="ADAL" clId="{45DDCE70-9FED-47C8-83B0-DE9B70DE935C}" dt="2026-01-14T08:58:33.849" v="881" actId="478"/>
          <ac:spMkLst>
            <pc:docMk/>
            <pc:sldMk cId="370716318" sldId="272"/>
            <ac:spMk id="2" creationId="{E7F35581-C1E6-D0C8-B93E-9E5C68E9DAF4}"/>
          </ac:spMkLst>
        </pc:spChg>
        <pc:spChg chg="del">
          <ac:chgData name="Saidi, Khalifa / Kuehne + Nagel / Tll MP-IT" userId="d680260d-e82b-41dc-b5a0-d24751bc5d5e" providerId="ADAL" clId="{45DDCE70-9FED-47C8-83B0-DE9B70DE935C}" dt="2026-01-14T08:58:35.166" v="882" actId="478"/>
          <ac:spMkLst>
            <pc:docMk/>
            <pc:sldMk cId="370716318" sldId="272"/>
            <ac:spMk id="3" creationId="{AEFC87E7-BCD9-B2EF-454F-4D3A8A214519}"/>
          </ac:spMkLst>
        </pc:spChg>
        <pc:spChg chg="mod ord">
          <ac:chgData name="Saidi, Khalifa / Kuehne + Nagel / Tll MP-IT" userId="d680260d-e82b-41dc-b5a0-d24751bc5d5e" providerId="ADAL" clId="{45DDCE70-9FED-47C8-83B0-DE9B70DE935C}" dt="2026-01-14T08:59:59.284" v="888" actId="6264"/>
          <ac:spMkLst>
            <pc:docMk/>
            <pc:sldMk cId="370716318" sldId="272"/>
            <ac:spMk id="4" creationId="{B5AD1300-508A-1D18-70A4-FC5134FAB28B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59:16.756" v="886" actId="478"/>
          <ac:spMkLst>
            <pc:docMk/>
            <pc:sldMk cId="370716318" sldId="272"/>
            <ac:spMk id="6" creationId="{F0908088-E027-F224-A1CA-43DFAE6AC504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59:59.284" v="888" actId="6264"/>
          <ac:spMkLst>
            <pc:docMk/>
            <pc:sldMk cId="370716318" sldId="272"/>
            <ac:spMk id="7" creationId="{2F312EC4-71E7-0BEA-565A-87EF6FED8B16}"/>
          </ac:spMkLst>
        </pc:spChg>
        <pc:spChg chg="add mod ord">
          <ac:chgData name="Saidi, Khalifa / Kuehne + Nagel / Tll MP-IT" userId="d680260d-e82b-41dc-b5a0-d24751bc5d5e" providerId="ADAL" clId="{45DDCE70-9FED-47C8-83B0-DE9B70DE935C}" dt="2026-01-14T08:59:59.284" v="888" actId="6264"/>
          <ac:spMkLst>
            <pc:docMk/>
            <pc:sldMk cId="370716318" sldId="272"/>
            <ac:spMk id="8" creationId="{2F40B2B2-AF85-242B-090B-135415102BCE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08:59:19.792" v="887" actId="478"/>
          <ac:spMkLst>
            <pc:docMk/>
            <pc:sldMk cId="370716318" sldId="272"/>
            <ac:spMk id="9" creationId="{6EE26E22-289D-1CD8-93AA-AB1C8719255C}"/>
          </ac:spMkLst>
        </pc:spChg>
      </pc:sldChg>
      <pc:sldChg chg="modSp add del">
        <pc:chgData name="Saidi, Khalifa / Kuehne + Nagel / Tll MP-IT" userId="d680260d-e82b-41dc-b5a0-d24751bc5d5e" providerId="ADAL" clId="{45DDCE70-9FED-47C8-83B0-DE9B70DE935C}" dt="2026-01-14T09:00:31.842" v="890"/>
        <pc:sldMkLst>
          <pc:docMk/>
          <pc:sldMk cId="749587648" sldId="273"/>
        </pc:sldMkLst>
        <pc:spChg chg="mod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749587648" sldId="273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4T07:28:35.490" v="90"/>
          <ac:spMkLst>
            <pc:docMk/>
            <pc:sldMk cId="749587648" sldId="273"/>
            <ac:spMk id="3" creationId="{00000000-0000-0000-0000-000000000000}"/>
          </ac:spMkLst>
        </pc:spChg>
      </pc:sldChg>
      <pc:sldChg chg="add del">
        <pc:chgData name="Saidi, Khalifa / Kuehne + Nagel / Tll MP-IT" userId="d680260d-e82b-41dc-b5a0-d24751bc5d5e" providerId="ADAL" clId="{45DDCE70-9FED-47C8-83B0-DE9B70DE935C}" dt="2026-01-14T09:01:19.023" v="894" actId="2696"/>
        <pc:sldMkLst>
          <pc:docMk/>
          <pc:sldMk cId="708230952" sldId="274"/>
        </pc:sldMkLst>
      </pc:sldChg>
      <pc:sldChg chg="add del">
        <pc:chgData name="Saidi, Khalifa / Kuehne + Nagel / Tll MP-IT" userId="d680260d-e82b-41dc-b5a0-d24751bc5d5e" providerId="ADAL" clId="{45DDCE70-9FED-47C8-83B0-DE9B70DE935C}" dt="2026-01-14T15:50:25.659" v="1486" actId="2696"/>
        <pc:sldMkLst>
          <pc:docMk/>
          <pc:sldMk cId="3230463308" sldId="274"/>
        </pc:sldMkLst>
      </pc:sldChg>
      <pc:sldChg chg="addSp delSp modSp add del mod">
        <pc:chgData name="Saidi, Khalifa / Kuehne + Nagel / Tll MP-IT" userId="d680260d-e82b-41dc-b5a0-d24751bc5d5e" providerId="ADAL" clId="{45DDCE70-9FED-47C8-83B0-DE9B70DE935C}" dt="2026-01-15T09:20:28.129" v="1523" actId="2696"/>
        <pc:sldMkLst>
          <pc:docMk/>
          <pc:sldMk cId="2550601412" sldId="275"/>
        </pc:sldMkLst>
        <pc:spChg chg="mod">
          <ac:chgData name="Saidi, Khalifa / Kuehne + Nagel / Tll MP-IT" userId="d680260d-e82b-41dc-b5a0-d24751bc5d5e" providerId="ADAL" clId="{45DDCE70-9FED-47C8-83B0-DE9B70DE935C}" dt="2026-01-14T15:50:22.504" v="1485" actId="1076"/>
          <ac:spMkLst>
            <pc:docMk/>
            <pc:sldMk cId="2550601412" sldId="275"/>
            <ac:spMk id="3" creationId="{8D89AB74-A58D-4B22-2A30-AC99D2428552}"/>
          </ac:spMkLst>
        </pc:spChg>
        <pc:spChg chg="add del mod">
          <ac:chgData name="Saidi, Khalifa / Kuehne + Nagel / Tll MP-IT" userId="d680260d-e82b-41dc-b5a0-d24751bc5d5e" providerId="ADAL" clId="{45DDCE70-9FED-47C8-83B0-DE9B70DE935C}" dt="2026-01-14T15:50:05.797" v="1458" actId="931"/>
          <ac:spMkLst>
            <pc:docMk/>
            <pc:sldMk cId="2550601412" sldId="275"/>
            <ac:spMk id="6" creationId="{0A1A2B4E-0C18-3236-9CAC-15B7ACEDA595}"/>
          </ac:spMkLst>
        </pc:spChg>
        <pc:picChg chg="del">
          <ac:chgData name="Saidi, Khalifa / Kuehne + Nagel / Tll MP-IT" userId="d680260d-e82b-41dc-b5a0-d24751bc5d5e" providerId="ADAL" clId="{45DDCE70-9FED-47C8-83B0-DE9B70DE935C}" dt="2026-01-14T15:44:43.246" v="1457" actId="478"/>
          <ac:picMkLst>
            <pc:docMk/>
            <pc:sldMk cId="2550601412" sldId="275"/>
            <ac:picMk id="5" creationId="{89DFF220-12C0-F019-DEC3-3F3FCB045FF9}"/>
          </ac:picMkLst>
        </pc:picChg>
        <pc:picChg chg="add mod">
          <ac:chgData name="Saidi, Khalifa / Kuehne + Nagel / Tll MP-IT" userId="d680260d-e82b-41dc-b5a0-d24751bc5d5e" providerId="ADAL" clId="{45DDCE70-9FED-47C8-83B0-DE9B70DE935C}" dt="2026-01-14T15:50:05.797" v="1458" actId="931"/>
          <ac:picMkLst>
            <pc:docMk/>
            <pc:sldMk cId="2550601412" sldId="275"/>
            <ac:picMk id="8" creationId="{A49DA9DF-27FA-93C9-5D8C-4456BC6CFF6B}"/>
          </ac:picMkLst>
        </pc:picChg>
      </pc:sldChg>
      <pc:sldChg chg="delSp modSp add del mod">
        <pc:chgData name="Saidi, Khalifa / Kuehne + Nagel / Tll MP-IT" userId="d680260d-e82b-41dc-b5a0-d24751bc5d5e" providerId="ADAL" clId="{45DDCE70-9FED-47C8-83B0-DE9B70DE935C}" dt="2026-01-15T09:20:28.129" v="1523" actId="2696"/>
        <pc:sldMkLst>
          <pc:docMk/>
          <pc:sldMk cId="2551792317" sldId="276"/>
        </pc:sldMkLst>
        <pc:spChg chg="mod">
          <ac:chgData name="Saidi, Khalifa / Kuehne + Nagel / Tll MP-IT" userId="d680260d-e82b-41dc-b5a0-d24751bc5d5e" providerId="ADAL" clId="{45DDCE70-9FED-47C8-83B0-DE9B70DE935C}" dt="2026-01-15T09:19:15.267" v="1513" actId="20577"/>
          <ac:spMkLst>
            <pc:docMk/>
            <pc:sldMk cId="2551792317" sldId="276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45DDCE70-9FED-47C8-83B0-DE9B70DE935C}" dt="2026-01-15T09:19:39.594" v="1522" actId="20577"/>
          <ac:spMkLst>
            <pc:docMk/>
            <pc:sldMk cId="2551792317" sldId="276"/>
            <ac:spMk id="4" creationId="{00000000-0000-0000-0000-000000000000}"/>
          </ac:spMkLst>
        </pc:spChg>
        <pc:spChg chg="del">
          <ac:chgData name="Saidi, Khalifa / Kuehne + Nagel / Tll MP-IT" userId="d680260d-e82b-41dc-b5a0-d24751bc5d5e" providerId="ADAL" clId="{45DDCE70-9FED-47C8-83B0-DE9B70DE935C}" dt="2026-01-15T09:19:03.556" v="1492" actId="478"/>
          <ac:spMkLst>
            <pc:docMk/>
            <pc:sldMk cId="2551792317" sldId="276"/>
            <ac:spMk id="6" creationId="{00000000-0000-0000-0000-000000000000}"/>
          </ac:spMkLst>
        </pc:spChg>
      </pc:sldChg>
      <pc:sldChg chg="add del">
        <pc:chgData name="Saidi, Khalifa / Kuehne + Nagel / Tll MP-IT" userId="d680260d-e82b-41dc-b5a0-d24751bc5d5e" providerId="ADAL" clId="{45DDCE70-9FED-47C8-83B0-DE9B70DE935C}" dt="2026-01-15T09:17:30.133" v="1491" actId="2696"/>
        <pc:sldMkLst>
          <pc:docMk/>
          <pc:sldMk cId="3735150737" sldId="277"/>
        </pc:sldMkLst>
      </pc:sldChg>
      <pc:sldMasterChg chg="add addSldLayout">
        <pc:chgData name="Saidi, Khalifa / Kuehne + Nagel / Tll MP-IT" userId="d680260d-e82b-41dc-b5a0-d24751bc5d5e" providerId="ADAL" clId="{45DDCE70-9FED-47C8-83B0-DE9B70DE935C}" dt="2026-01-15T09:17:17.741" v="1487" actId="27028"/>
        <pc:sldMasterMkLst>
          <pc:docMk/>
          <pc:sldMasterMk cId="2142835156" sldId="2147483648"/>
        </pc:sldMasterMkLst>
        <pc:sldLayoutChg chg="add">
          <pc:chgData name="Saidi, Khalifa / Kuehne + Nagel / Tll MP-IT" userId="d680260d-e82b-41dc-b5a0-d24751bc5d5e" providerId="ADAL" clId="{45DDCE70-9FED-47C8-83B0-DE9B70DE935C}" dt="2026-01-15T09:17:17.741" v="1487" actId="27028"/>
          <pc:sldLayoutMkLst>
            <pc:docMk/>
            <pc:sldMasterMk cId="2142835156" sldId="2147483648"/>
            <pc:sldLayoutMk cId="3196273129" sldId="2147483703"/>
          </pc:sldLayoutMkLst>
        </pc:sldLayoutChg>
        <pc:sldLayoutChg chg="add">
          <pc:chgData name="Saidi, Khalifa / Kuehne + Nagel / Tll MP-IT" userId="d680260d-e82b-41dc-b5a0-d24751bc5d5e" providerId="ADAL" clId="{45DDCE70-9FED-47C8-83B0-DE9B70DE935C}" dt="2026-01-14T15:42:27.263" v="1453" actId="27028"/>
          <pc:sldLayoutMkLst>
            <pc:docMk/>
            <pc:sldMasterMk cId="2142835156" sldId="2147483648"/>
            <pc:sldLayoutMk cId="277834805" sldId="2147483707"/>
          </pc:sldLayoutMkLst>
        </pc:sldLayoutChg>
        <pc:sldLayoutChg chg="add">
          <pc:chgData name="Saidi, Khalifa / Kuehne + Nagel / Tll MP-IT" userId="d680260d-e82b-41dc-b5a0-d24751bc5d5e" providerId="ADAL" clId="{45DDCE70-9FED-47C8-83B0-DE9B70DE935C}" dt="2026-01-14T09:00:31.837" v="889" actId="27028"/>
          <pc:sldLayoutMkLst>
            <pc:docMk/>
            <pc:sldMasterMk cId="2142835156" sldId="2147483648"/>
            <pc:sldLayoutMk cId="3972558133" sldId="2147483794"/>
          </pc:sldLayoutMkLst>
        </pc:sldLayoutChg>
        <pc:sldLayoutChg chg="add">
          <pc:chgData name="Saidi, Khalifa / Kuehne + Nagel / Tll MP-IT" userId="d680260d-e82b-41dc-b5a0-d24751bc5d5e" providerId="ADAL" clId="{45DDCE70-9FED-47C8-83B0-DE9B70DE935C}" dt="2026-01-14T15:44:01.769" v="1455" actId="27028"/>
          <pc:sldLayoutMkLst>
            <pc:docMk/>
            <pc:sldMasterMk cId="2142835156" sldId="2147483648"/>
            <pc:sldLayoutMk cId="4246961030" sldId="2147483805"/>
          </pc:sldLayoutMkLst>
        </pc:sldLayoutChg>
      </pc:sldMasterChg>
      <pc:sldMasterChg chg="modSldLayout">
        <pc:chgData name="Saidi, Khalifa / Kuehne + Nagel / Tll MP-IT" userId="d680260d-e82b-41dc-b5a0-d24751bc5d5e" providerId="ADAL" clId="{45DDCE70-9FED-47C8-83B0-DE9B70DE935C}" dt="2026-01-15T09:17:17.741" v="1487" actId="27028"/>
        <pc:sldMasterMkLst>
          <pc:docMk/>
          <pc:sldMasterMk cId="454392357" sldId="2147483660"/>
        </pc:sldMasterMkLst>
        <pc:sldLayoutChg chg="replId">
          <pc:chgData name="Saidi, Khalifa / Kuehne + Nagel / Tll MP-IT" userId="d680260d-e82b-41dc-b5a0-d24751bc5d5e" providerId="ADAL" clId="{45DDCE70-9FED-47C8-83B0-DE9B70DE935C}" dt="2026-01-14T15:42:27.263" v="1453" actId="27028"/>
          <pc:sldLayoutMkLst>
            <pc:docMk/>
            <pc:sldMasterMk cId="454392357" sldId="2147483660"/>
            <pc:sldLayoutMk cId="268555816" sldId="2147483795"/>
          </pc:sldLayoutMkLst>
        </pc:sldLayoutChg>
        <pc:sldLayoutChg chg="replId">
          <pc:chgData name="Saidi, Khalifa / Kuehne + Nagel / Tll MP-IT" userId="d680260d-e82b-41dc-b5a0-d24751bc5d5e" providerId="ADAL" clId="{45DDCE70-9FED-47C8-83B0-DE9B70DE935C}" dt="2026-01-15T09:17:17.741" v="1487" actId="27028"/>
          <pc:sldLayoutMkLst>
            <pc:docMk/>
            <pc:sldMasterMk cId="454392357" sldId="2147483660"/>
            <pc:sldLayoutMk cId="710214990" sldId="2147483806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E09890-50DD-4373-BC4D-96152690A21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9CAB66-83D6-4E36-B207-8FF9E855370B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UpsertClient with batching: Chunks large operations (800 records/batch) to respect SAP limits</a:t>
          </a:r>
        </a:p>
      </dgm:t>
    </dgm:pt>
    <dgm:pt modelId="{6D69137D-6258-4399-8AB6-49A97AC10469}" type="parTrans" cxnId="{10D1053E-A493-4FB7-84FD-24214882CADB}">
      <dgm:prSet/>
      <dgm:spPr/>
      <dgm:t>
        <a:bodyPr/>
        <a:lstStyle/>
        <a:p>
          <a:endParaRPr lang="en-US"/>
        </a:p>
      </dgm:t>
    </dgm:pt>
    <dgm:pt modelId="{4E18C078-098C-40CD-AD3E-9BF509B8A86A}" type="sibTrans" cxnId="{10D1053E-A493-4FB7-84FD-24214882CADB}">
      <dgm:prSet/>
      <dgm:spPr/>
      <dgm:t>
        <a:bodyPr/>
        <a:lstStyle/>
        <a:p>
          <a:endParaRPr lang="en-US"/>
        </a:p>
      </dgm:t>
    </dgm:pt>
    <dgm:pt modelId="{47C30942-F307-434C-9D0D-EDA09781D380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Intelligent retry logic: Exponential backoff with client error detection (no retry on 4xx) except 429 and 403</a:t>
          </a:r>
        </a:p>
      </dgm:t>
    </dgm:pt>
    <dgm:pt modelId="{AD31ABDA-942F-4D3D-82E4-59DE4394C266}" type="parTrans" cxnId="{07046D40-0246-44EA-AAAF-D4AC282E2CCA}">
      <dgm:prSet/>
      <dgm:spPr/>
      <dgm:t>
        <a:bodyPr/>
        <a:lstStyle/>
        <a:p>
          <a:endParaRPr lang="en-US"/>
        </a:p>
      </dgm:t>
    </dgm:pt>
    <dgm:pt modelId="{05CF8C63-901A-47E7-89D4-8EBBFC040113}" type="sibTrans" cxnId="{07046D40-0246-44EA-AAAF-D4AC282E2CCA}">
      <dgm:prSet/>
      <dgm:spPr/>
      <dgm:t>
        <a:bodyPr/>
        <a:lstStyle/>
        <a:p>
          <a:endParaRPr lang="en-US"/>
        </a:p>
      </dgm:t>
    </dgm:pt>
    <dgm:pt modelId="{5C599CB7-BB98-4E0F-B3D6-BD7FED7CCE6E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History tracking system: PipelineHistoryLoader with batch operations for performance</a:t>
          </a:r>
        </a:p>
      </dgm:t>
    </dgm:pt>
    <dgm:pt modelId="{4371B0F9-ED56-4D47-9843-BF4C9A0784D7}" type="parTrans" cxnId="{71CFBB14-23B2-4894-8DA9-67560A0E9234}">
      <dgm:prSet/>
      <dgm:spPr/>
      <dgm:t>
        <a:bodyPr/>
        <a:lstStyle/>
        <a:p>
          <a:endParaRPr lang="en-US"/>
        </a:p>
      </dgm:t>
    </dgm:pt>
    <dgm:pt modelId="{DA23416D-F64A-4B4E-8C57-53271998A3A7}" type="sibTrans" cxnId="{71CFBB14-23B2-4894-8DA9-67560A0E9234}">
      <dgm:prSet/>
      <dgm:spPr/>
      <dgm:t>
        <a:bodyPr/>
        <a:lstStyle/>
        <a:p>
          <a:endParaRPr lang="en-US"/>
        </a:p>
      </dgm:t>
    </dgm:pt>
    <dgm:pt modelId="{1CF17466-552D-40FD-835E-13075647368D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Graceful degradation: Pipeline continues despite individual user failures</a:t>
          </a:r>
        </a:p>
      </dgm:t>
    </dgm:pt>
    <dgm:pt modelId="{D79837DF-8826-4B10-BEC1-42D3E970D3E3}" type="parTrans" cxnId="{3A9ADB92-4A6D-49AD-8320-6B9B33B48171}">
      <dgm:prSet/>
      <dgm:spPr/>
      <dgm:t>
        <a:bodyPr/>
        <a:lstStyle/>
        <a:p>
          <a:endParaRPr lang="en-US"/>
        </a:p>
      </dgm:t>
    </dgm:pt>
    <dgm:pt modelId="{7CE0B5C7-60F3-4DA6-9D80-9B40711B426F}" type="sibTrans" cxnId="{3A9ADB92-4A6D-49AD-8320-6B9B33B48171}">
      <dgm:prSet/>
      <dgm:spPr/>
      <dgm:t>
        <a:bodyPr/>
        <a:lstStyle/>
        <a:p>
          <a:endParaRPr lang="en-US"/>
        </a:p>
      </dgm:t>
    </dgm:pt>
    <dgm:pt modelId="{BB6C2719-8DDF-49D4-BDC6-C59918019C25}" type="pres">
      <dgm:prSet presAssocID="{35E09890-50DD-4373-BC4D-96152690A21C}" presName="root" presStyleCnt="0">
        <dgm:presLayoutVars>
          <dgm:dir/>
          <dgm:resizeHandles val="exact"/>
        </dgm:presLayoutVars>
      </dgm:prSet>
      <dgm:spPr/>
    </dgm:pt>
    <dgm:pt modelId="{786FF8B4-8924-4869-9BD8-3C8EDF977487}" type="pres">
      <dgm:prSet presAssocID="{419CAB66-83D6-4E36-B207-8FF9E855370B}" presName="compNode" presStyleCnt="0"/>
      <dgm:spPr/>
    </dgm:pt>
    <dgm:pt modelId="{6CDA60DB-FA1B-4EF3-A51C-5F6CDEBA5402}" type="pres">
      <dgm:prSet presAssocID="{419CAB66-83D6-4E36-B207-8FF9E855370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225FE88-9C23-47D2-94C0-70A713ED6F2D}" type="pres">
      <dgm:prSet presAssocID="{419CAB66-83D6-4E36-B207-8FF9E855370B}" presName="spaceRect" presStyleCnt="0"/>
      <dgm:spPr/>
    </dgm:pt>
    <dgm:pt modelId="{0F917961-880A-41A3-B407-5AAA9CDF8EE5}" type="pres">
      <dgm:prSet presAssocID="{419CAB66-83D6-4E36-B207-8FF9E855370B}" presName="textRect" presStyleLbl="revTx" presStyleIdx="0" presStyleCnt="4">
        <dgm:presLayoutVars>
          <dgm:chMax val="1"/>
          <dgm:chPref val="1"/>
        </dgm:presLayoutVars>
      </dgm:prSet>
      <dgm:spPr/>
    </dgm:pt>
    <dgm:pt modelId="{F817BD4A-BEC4-4927-A6CB-CCAD960348CE}" type="pres">
      <dgm:prSet presAssocID="{4E18C078-098C-40CD-AD3E-9BF509B8A86A}" presName="sibTrans" presStyleCnt="0"/>
      <dgm:spPr/>
    </dgm:pt>
    <dgm:pt modelId="{54E97B72-8816-4108-99DF-6CF204BD71E0}" type="pres">
      <dgm:prSet presAssocID="{47C30942-F307-434C-9D0D-EDA09781D380}" presName="compNode" presStyleCnt="0"/>
      <dgm:spPr/>
    </dgm:pt>
    <dgm:pt modelId="{5E1D00E8-5C11-4050-BB64-2D0326B7303E}" type="pres">
      <dgm:prSet presAssocID="{47C30942-F307-434C-9D0D-EDA09781D38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B3C6954A-A6D6-4E29-BABA-B1C64BC9FB60}" type="pres">
      <dgm:prSet presAssocID="{47C30942-F307-434C-9D0D-EDA09781D380}" presName="spaceRect" presStyleCnt="0"/>
      <dgm:spPr/>
    </dgm:pt>
    <dgm:pt modelId="{AF6E219D-389B-498A-B148-978BBCDF7EE9}" type="pres">
      <dgm:prSet presAssocID="{47C30942-F307-434C-9D0D-EDA09781D380}" presName="textRect" presStyleLbl="revTx" presStyleIdx="1" presStyleCnt="4">
        <dgm:presLayoutVars>
          <dgm:chMax val="1"/>
          <dgm:chPref val="1"/>
        </dgm:presLayoutVars>
      </dgm:prSet>
      <dgm:spPr/>
    </dgm:pt>
    <dgm:pt modelId="{EF30E832-13A1-49A7-901F-BDD0E8FAA2E5}" type="pres">
      <dgm:prSet presAssocID="{05CF8C63-901A-47E7-89D4-8EBBFC040113}" presName="sibTrans" presStyleCnt="0"/>
      <dgm:spPr/>
    </dgm:pt>
    <dgm:pt modelId="{7BB7969A-C11E-4003-BC8C-9B6716687684}" type="pres">
      <dgm:prSet presAssocID="{5C599CB7-BB98-4E0F-B3D6-BD7FED7CCE6E}" presName="compNode" presStyleCnt="0"/>
      <dgm:spPr/>
    </dgm:pt>
    <dgm:pt modelId="{5633151B-0981-4EBC-84FB-C7247800531C}" type="pres">
      <dgm:prSet presAssocID="{5C599CB7-BB98-4E0F-B3D6-BD7FED7CCE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A65854F-92EE-4731-983B-AC42316E526C}" type="pres">
      <dgm:prSet presAssocID="{5C599CB7-BB98-4E0F-B3D6-BD7FED7CCE6E}" presName="spaceRect" presStyleCnt="0"/>
      <dgm:spPr/>
    </dgm:pt>
    <dgm:pt modelId="{6BE17AE0-98FD-4927-ABDD-F48EB977ED0A}" type="pres">
      <dgm:prSet presAssocID="{5C599CB7-BB98-4E0F-B3D6-BD7FED7CCE6E}" presName="textRect" presStyleLbl="revTx" presStyleIdx="2" presStyleCnt="4">
        <dgm:presLayoutVars>
          <dgm:chMax val="1"/>
          <dgm:chPref val="1"/>
        </dgm:presLayoutVars>
      </dgm:prSet>
      <dgm:spPr/>
    </dgm:pt>
    <dgm:pt modelId="{F3B94F2B-E411-400B-981E-2736A2B5F215}" type="pres">
      <dgm:prSet presAssocID="{DA23416D-F64A-4B4E-8C57-53271998A3A7}" presName="sibTrans" presStyleCnt="0"/>
      <dgm:spPr/>
    </dgm:pt>
    <dgm:pt modelId="{09C6968A-647D-4D89-ABF1-FF961B5783FC}" type="pres">
      <dgm:prSet presAssocID="{1CF17466-552D-40FD-835E-13075647368D}" presName="compNode" presStyleCnt="0"/>
      <dgm:spPr/>
    </dgm:pt>
    <dgm:pt modelId="{A70DAAE7-2988-4581-903D-B8179820580E}" type="pres">
      <dgm:prSet presAssocID="{1CF17466-552D-40FD-835E-1307564736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290AD747-CDAF-4008-9007-B9111F5130CC}" type="pres">
      <dgm:prSet presAssocID="{1CF17466-552D-40FD-835E-13075647368D}" presName="spaceRect" presStyleCnt="0"/>
      <dgm:spPr/>
    </dgm:pt>
    <dgm:pt modelId="{064C94E8-8E5A-4BD4-8365-FD8110FD47DB}" type="pres">
      <dgm:prSet presAssocID="{1CF17466-552D-40FD-835E-1307564736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4619314-6B1A-411A-8EF5-571F84102394}" type="presOf" srcId="{5C599CB7-BB98-4E0F-B3D6-BD7FED7CCE6E}" destId="{6BE17AE0-98FD-4927-ABDD-F48EB977ED0A}" srcOrd="0" destOrd="0" presId="urn:microsoft.com/office/officeart/2018/2/layout/IconLabelList"/>
    <dgm:cxn modelId="{71CFBB14-23B2-4894-8DA9-67560A0E9234}" srcId="{35E09890-50DD-4373-BC4D-96152690A21C}" destId="{5C599CB7-BB98-4E0F-B3D6-BD7FED7CCE6E}" srcOrd="2" destOrd="0" parTransId="{4371B0F9-ED56-4D47-9843-BF4C9A0784D7}" sibTransId="{DA23416D-F64A-4B4E-8C57-53271998A3A7}"/>
    <dgm:cxn modelId="{2FC1391B-D4F8-4AD9-B3D6-12D01A665505}" type="presOf" srcId="{419CAB66-83D6-4E36-B207-8FF9E855370B}" destId="{0F917961-880A-41A3-B407-5AAA9CDF8EE5}" srcOrd="0" destOrd="0" presId="urn:microsoft.com/office/officeart/2018/2/layout/IconLabelList"/>
    <dgm:cxn modelId="{10D1053E-A493-4FB7-84FD-24214882CADB}" srcId="{35E09890-50DD-4373-BC4D-96152690A21C}" destId="{419CAB66-83D6-4E36-B207-8FF9E855370B}" srcOrd="0" destOrd="0" parTransId="{6D69137D-6258-4399-8AB6-49A97AC10469}" sibTransId="{4E18C078-098C-40CD-AD3E-9BF509B8A86A}"/>
    <dgm:cxn modelId="{07046D40-0246-44EA-AAAF-D4AC282E2CCA}" srcId="{35E09890-50DD-4373-BC4D-96152690A21C}" destId="{47C30942-F307-434C-9D0D-EDA09781D380}" srcOrd="1" destOrd="0" parTransId="{AD31ABDA-942F-4D3D-82E4-59DE4394C266}" sibTransId="{05CF8C63-901A-47E7-89D4-8EBBFC040113}"/>
    <dgm:cxn modelId="{9866214C-C603-47FE-9AFE-424321EE44EC}" type="presOf" srcId="{1CF17466-552D-40FD-835E-13075647368D}" destId="{064C94E8-8E5A-4BD4-8365-FD8110FD47DB}" srcOrd="0" destOrd="0" presId="urn:microsoft.com/office/officeart/2018/2/layout/IconLabelList"/>
    <dgm:cxn modelId="{8A625473-77FF-4A74-BA8F-0ED0D7814927}" type="presOf" srcId="{47C30942-F307-434C-9D0D-EDA09781D380}" destId="{AF6E219D-389B-498A-B148-978BBCDF7EE9}" srcOrd="0" destOrd="0" presId="urn:microsoft.com/office/officeart/2018/2/layout/IconLabelList"/>
    <dgm:cxn modelId="{9D47857F-52DB-413C-9DDB-765050F8F90C}" type="presOf" srcId="{35E09890-50DD-4373-BC4D-96152690A21C}" destId="{BB6C2719-8DDF-49D4-BDC6-C59918019C25}" srcOrd="0" destOrd="0" presId="urn:microsoft.com/office/officeart/2018/2/layout/IconLabelList"/>
    <dgm:cxn modelId="{3A9ADB92-4A6D-49AD-8320-6B9B33B48171}" srcId="{35E09890-50DD-4373-BC4D-96152690A21C}" destId="{1CF17466-552D-40FD-835E-13075647368D}" srcOrd="3" destOrd="0" parTransId="{D79837DF-8826-4B10-BEC1-42D3E970D3E3}" sibTransId="{7CE0B5C7-60F3-4DA6-9D80-9B40711B426F}"/>
    <dgm:cxn modelId="{2FE02D8E-E5AD-40B9-843B-9F725FB95383}" type="presParOf" srcId="{BB6C2719-8DDF-49D4-BDC6-C59918019C25}" destId="{786FF8B4-8924-4869-9BD8-3C8EDF977487}" srcOrd="0" destOrd="0" presId="urn:microsoft.com/office/officeart/2018/2/layout/IconLabelList"/>
    <dgm:cxn modelId="{269B9BFF-05B0-4495-8070-58E157BED1AE}" type="presParOf" srcId="{786FF8B4-8924-4869-9BD8-3C8EDF977487}" destId="{6CDA60DB-FA1B-4EF3-A51C-5F6CDEBA5402}" srcOrd="0" destOrd="0" presId="urn:microsoft.com/office/officeart/2018/2/layout/IconLabelList"/>
    <dgm:cxn modelId="{97209637-37BB-48C5-A899-31FC148DE6CE}" type="presParOf" srcId="{786FF8B4-8924-4869-9BD8-3C8EDF977487}" destId="{3225FE88-9C23-47D2-94C0-70A713ED6F2D}" srcOrd="1" destOrd="0" presId="urn:microsoft.com/office/officeart/2018/2/layout/IconLabelList"/>
    <dgm:cxn modelId="{6E41FD0A-61FE-4F82-8259-E1809FBE411F}" type="presParOf" srcId="{786FF8B4-8924-4869-9BD8-3C8EDF977487}" destId="{0F917961-880A-41A3-B407-5AAA9CDF8EE5}" srcOrd="2" destOrd="0" presId="urn:microsoft.com/office/officeart/2018/2/layout/IconLabelList"/>
    <dgm:cxn modelId="{C647B941-7302-496B-88C6-C9657E16DD19}" type="presParOf" srcId="{BB6C2719-8DDF-49D4-BDC6-C59918019C25}" destId="{F817BD4A-BEC4-4927-A6CB-CCAD960348CE}" srcOrd="1" destOrd="0" presId="urn:microsoft.com/office/officeart/2018/2/layout/IconLabelList"/>
    <dgm:cxn modelId="{8B200BB1-C6D9-465A-862F-B5B4BAF15C10}" type="presParOf" srcId="{BB6C2719-8DDF-49D4-BDC6-C59918019C25}" destId="{54E97B72-8816-4108-99DF-6CF204BD71E0}" srcOrd="2" destOrd="0" presId="urn:microsoft.com/office/officeart/2018/2/layout/IconLabelList"/>
    <dgm:cxn modelId="{BB6F92F6-52BF-4698-A81E-CCACDC65790F}" type="presParOf" srcId="{54E97B72-8816-4108-99DF-6CF204BD71E0}" destId="{5E1D00E8-5C11-4050-BB64-2D0326B7303E}" srcOrd="0" destOrd="0" presId="urn:microsoft.com/office/officeart/2018/2/layout/IconLabelList"/>
    <dgm:cxn modelId="{53D6A4E5-7BDB-48F9-8CEB-6971D29D01D1}" type="presParOf" srcId="{54E97B72-8816-4108-99DF-6CF204BD71E0}" destId="{B3C6954A-A6D6-4E29-BABA-B1C64BC9FB60}" srcOrd="1" destOrd="0" presId="urn:microsoft.com/office/officeart/2018/2/layout/IconLabelList"/>
    <dgm:cxn modelId="{AB2171B2-990B-4FDD-BD42-F1084C1FBEF2}" type="presParOf" srcId="{54E97B72-8816-4108-99DF-6CF204BD71E0}" destId="{AF6E219D-389B-498A-B148-978BBCDF7EE9}" srcOrd="2" destOrd="0" presId="urn:microsoft.com/office/officeart/2018/2/layout/IconLabelList"/>
    <dgm:cxn modelId="{98E562CB-7A73-4C28-92E5-DBCEBEFF9CEA}" type="presParOf" srcId="{BB6C2719-8DDF-49D4-BDC6-C59918019C25}" destId="{EF30E832-13A1-49A7-901F-BDD0E8FAA2E5}" srcOrd="3" destOrd="0" presId="urn:microsoft.com/office/officeart/2018/2/layout/IconLabelList"/>
    <dgm:cxn modelId="{B946552B-69C7-47E3-8897-1326F40593E6}" type="presParOf" srcId="{BB6C2719-8DDF-49D4-BDC6-C59918019C25}" destId="{7BB7969A-C11E-4003-BC8C-9B6716687684}" srcOrd="4" destOrd="0" presId="urn:microsoft.com/office/officeart/2018/2/layout/IconLabelList"/>
    <dgm:cxn modelId="{A6492CB4-9BC6-4BA2-946E-623C35BFBD97}" type="presParOf" srcId="{7BB7969A-C11E-4003-BC8C-9B6716687684}" destId="{5633151B-0981-4EBC-84FB-C7247800531C}" srcOrd="0" destOrd="0" presId="urn:microsoft.com/office/officeart/2018/2/layout/IconLabelList"/>
    <dgm:cxn modelId="{1E00B926-6756-4193-A11A-BCC2E6EF2E5B}" type="presParOf" srcId="{7BB7969A-C11E-4003-BC8C-9B6716687684}" destId="{8A65854F-92EE-4731-983B-AC42316E526C}" srcOrd="1" destOrd="0" presId="urn:microsoft.com/office/officeart/2018/2/layout/IconLabelList"/>
    <dgm:cxn modelId="{B3317055-C449-4EB6-AD47-7DEDE1FFB179}" type="presParOf" srcId="{7BB7969A-C11E-4003-BC8C-9B6716687684}" destId="{6BE17AE0-98FD-4927-ABDD-F48EB977ED0A}" srcOrd="2" destOrd="0" presId="urn:microsoft.com/office/officeart/2018/2/layout/IconLabelList"/>
    <dgm:cxn modelId="{7C482E0C-F44F-4CC4-BBD3-30B384A101B9}" type="presParOf" srcId="{BB6C2719-8DDF-49D4-BDC6-C59918019C25}" destId="{F3B94F2B-E411-400B-981E-2736A2B5F215}" srcOrd="5" destOrd="0" presId="urn:microsoft.com/office/officeart/2018/2/layout/IconLabelList"/>
    <dgm:cxn modelId="{1B4E8575-BE69-48B0-81EC-F35721069D75}" type="presParOf" srcId="{BB6C2719-8DDF-49D4-BDC6-C59918019C25}" destId="{09C6968A-647D-4D89-ABF1-FF961B5783FC}" srcOrd="6" destOrd="0" presId="urn:microsoft.com/office/officeart/2018/2/layout/IconLabelList"/>
    <dgm:cxn modelId="{017A4A41-34FB-4AF7-A88D-2255DCD2F977}" type="presParOf" srcId="{09C6968A-647D-4D89-ABF1-FF961B5783FC}" destId="{A70DAAE7-2988-4581-903D-B8179820580E}" srcOrd="0" destOrd="0" presId="urn:microsoft.com/office/officeart/2018/2/layout/IconLabelList"/>
    <dgm:cxn modelId="{C7880368-9F2E-4955-BCBE-BBFA789FDC15}" type="presParOf" srcId="{09C6968A-647D-4D89-ABF1-FF961B5783FC}" destId="{290AD747-CDAF-4008-9007-B9111F5130CC}" srcOrd="1" destOrd="0" presId="urn:microsoft.com/office/officeart/2018/2/layout/IconLabelList"/>
    <dgm:cxn modelId="{42F400C0-B5C7-4D3D-A898-6B7200473EC4}" type="presParOf" srcId="{09C6968A-647D-4D89-ABF1-FF961B5783FC}" destId="{064C94E8-8E5A-4BD4-8365-FD8110FD47D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7F8924-3FC6-4C89-9756-5E0660ABA349}" type="doc">
      <dgm:prSet loTypeId="urn:microsoft.com/office/officeart/2005/8/layout/defaul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822FE36-28AB-482F-BDBE-F4772CB87C39}">
      <dgm:prSet/>
      <dgm:spPr>
        <a:solidFill>
          <a:schemeClr val="accent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/>
            <a:t>Comprehensive logging: UTF-8 support for international characters and status symbols</a:t>
          </a:r>
        </a:p>
      </dgm:t>
    </dgm:pt>
    <dgm:pt modelId="{61099700-19C6-4452-90B7-1A83E581B65A}" type="parTrans" cxnId="{CFBAB4B7-E24B-4A82-B756-AD9101BB7115}">
      <dgm:prSet/>
      <dgm:spPr/>
      <dgm:t>
        <a:bodyPr/>
        <a:lstStyle/>
        <a:p>
          <a:endParaRPr lang="en-US"/>
        </a:p>
      </dgm:t>
    </dgm:pt>
    <dgm:pt modelId="{13ADF548-6C81-40B2-9673-D55C74206546}" type="sibTrans" cxnId="{CFBAB4B7-E24B-4A82-B756-AD9101BB7115}">
      <dgm:prSet/>
      <dgm:spPr/>
      <dgm:t>
        <a:bodyPr/>
        <a:lstStyle/>
        <a:p>
          <a:endParaRPr lang="en-US"/>
        </a:p>
      </dgm:t>
    </dgm:pt>
    <dgm:pt modelId="{DD873834-4622-4A6C-8322-0578B2139F9F}">
      <dgm:prSet/>
      <dgm:spPr>
        <a:solidFill>
          <a:schemeClr val="accent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/>
            <a:t>Pipeline run tracking: Database-backed history with run status (RUNNING/SUCCESS/PARTIAL/FAILED)</a:t>
          </a:r>
        </a:p>
      </dgm:t>
    </dgm:pt>
    <dgm:pt modelId="{DEB2D57E-0246-45BA-984F-DB765AE7A278}" type="parTrans" cxnId="{E48874AC-E33C-4368-A4D3-A30E448039F0}">
      <dgm:prSet/>
      <dgm:spPr/>
      <dgm:t>
        <a:bodyPr/>
        <a:lstStyle/>
        <a:p>
          <a:endParaRPr lang="en-US"/>
        </a:p>
      </dgm:t>
    </dgm:pt>
    <dgm:pt modelId="{2B7F71A3-0138-4F07-AB51-197FB73F0A38}" type="sibTrans" cxnId="{E48874AC-E33C-4368-A4D3-A30E448039F0}">
      <dgm:prSet/>
      <dgm:spPr/>
      <dgm:t>
        <a:bodyPr/>
        <a:lstStyle/>
        <a:p>
          <a:endParaRPr lang="en-US"/>
        </a:p>
      </dgm:t>
    </dgm:pt>
    <dgm:pt modelId="{73A441EE-FADB-4A4E-AE65-7B13973B49A6}">
      <dgm:prSet/>
      <dgm:spPr>
        <a:solidFill>
          <a:schemeClr val="accent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/>
            <a:t>Failure diagnostics: Captures payload snapshots, error messages, and operation context</a:t>
          </a:r>
        </a:p>
      </dgm:t>
    </dgm:pt>
    <dgm:pt modelId="{479F6D15-52AC-49A5-B103-D0F8873A164E}" type="parTrans" cxnId="{5AC88BA1-2EE6-4B7D-973C-9744395A46FA}">
      <dgm:prSet/>
      <dgm:spPr/>
      <dgm:t>
        <a:bodyPr/>
        <a:lstStyle/>
        <a:p>
          <a:endParaRPr lang="en-US"/>
        </a:p>
      </dgm:t>
    </dgm:pt>
    <dgm:pt modelId="{B1C33949-D350-4B76-BEBB-5367FD6E4603}" type="sibTrans" cxnId="{5AC88BA1-2EE6-4B7D-973C-9744395A46FA}">
      <dgm:prSet/>
      <dgm:spPr/>
      <dgm:t>
        <a:bodyPr/>
        <a:lstStyle/>
        <a:p>
          <a:endParaRPr lang="en-US"/>
        </a:p>
      </dgm:t>
    </dgm:pt>
    <dgm:pt modelId="{C44B1EC1-3661-438B-9C47-74107BF8FED5}">
      <dgm:prSet/>
      <dgm:spPr>
        <a:solidFill>
          <a:schemeClr val="accent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/>
            <a:t>Warning system: Non-blocking warnings tracked separately from hard errors</a:t>
          </a:r>
        </a:p>
      </dgm:t>
    </dgm:pt>
    <dgm:pt modelId="{C33BFEE0-5A6B-41C2-A3BE-9BD34DF153D4}" type="parTrans" cxnId="{1F6C8E0F-4D28-4EA9-B661-8E0BF5B4F43D}">
      <dgm:prSet/>
      <dgm:spPr/>
      <dgm:t>
        <a:bodyPr/>
        <a:lstStyle/>
        <a:p>
          <a:endParaRPr lang="en-US"/>
        </a:p>
      </dgm:t>
    </dgm:pt>
    <dgm:pt modelId="{BEFAEB51-82E6-42A5-B8CE-3C8188C1A54F}" type="sibTrans" cxnId="{1F6C8E0F-4D28-4EA9-B661-8E0BF5B4F43D}">
      <dgm:prSet/>
      <dgm:spPr/>
      <dgm:t>
        <a:bodyPr/>
        <a:lstStyle/>
        <a:p>
          <a:endParaRPr lang="en-US"/>
        </a:p>
      </dgm:t>
    </dgm:pt>
    <dgm:pt modelId="{22DF5887-6EEE-44C6-A21B-A16A84372FDC}" type="pres">
      <dgm:prSet presAssocID="{F77F8924-3FC6-4C89-9756-5E0660ABA349}" presName="diagram" presStyleCnt="0">
        <dgm:presLayoutVars>
          <dgm:dir/>
          <dgm:resizeHandles val="exact"/>
        </dgm:presLayoutVars>
      </dgm:prSet>
      <dgm:spPr/>
    </dgm:pt>
    <dgm:pt modelId="{5A62AE0D-9A91-44A4-B6DD-B9ABBDE76FA9}" type="pres">
      <dgm:prSet presAssocID="{1822FE36-28AB-482F-BDBE-F4772CB87C39}" presName="node" presStyleLbl="node1" presStyleIdx="0" presStyleCnt="4">
        <dgm:presLayoutVars>
          <dgm:bulletEnabled val="1"/>
        </dgm:presLayoutVars>
      </dgm:prSet>
      <dgm:spPr/>
    </dgm:pt>
    <dgm:pt modelId="{77F5021A-F512-463B-91D9-14D78543EC60}" type="pres">
      <dgm:prSet presAssocID="{13ADF548-6C81-40B2-9673-D55C74206546}" presName="sibTrans" presStyleCnt="0"/>
      <dgm:spPr/>
    </dgm:pt>
    <dgm:pt modelId="{05796ECD-B8B5-4A01-8094-6DA5693C4E73}" type="pres">
      <dgm:prSet presAssocID="{DD873834-4622-4A6C-8322-0578B2139F9F}" presName="node" presStyleLbl="node1" presStyleIdx="1" presStyleCnt="4">
        <dgm:presLayoutVars>
          <dgm:bulletEnabled val="1"/>
        </dgm:presLayoutVars>
      </dgm:prSet>
      <dgm:spPr/>
    </dgm:pt>
    <dgm:pt modelId="{BA66CC94-FEA8-4F86-B753-B36917CB8096}" type="pres">
      <dgm:prSet presAssocID="{2B7F71A3-0138-4F07-AB51-197FB73F0A38}" presName="sibTrans" presStyleCnt="0"/>
      <dgm:spPr/>
    </dgm:pt>
    <dgm:pt modelId="{CB1851D0-BE9F-4351-8A62-EE5B1835BD73}" type="pres">
      <dgm:prSet presAssocID="{73A441EE-FADB-4A4E-AE65-7B13973B49A6}" presName="node" presStyleLbl="node1" presStyleIdx="2" presStyleCnt="4">
        <dgm:presLayoutVars>
          <dgm:bulletEnabled val="1"/>
        </dgm:presLayoutVars>
      </dgm:prSet>
      <dgm:spPr/>
    </dgm:pt>
    <dgm:pt modelId="{B8AC41B6-394F-4947-85A7-FA2DCC54633E}" type="pres">
      <dgm:prSet presAssocID="{B1C33949-D350-4B76-BEBB-5367FD6E4603}" presName="sibTrans" presStyleCnt="0"/>
      <dgm:spPr/>
    </dgm:pt>
    <dgm:pt modelId="{ECE614B0-BEE0-4935-8E40-360481299C80}" type="pres">
      <dgm:prSet presAssocID="{C44B1EC1-3661-438B-9C47-74107BF8FED5}" presName="node" presStyleLbl="node1" presStyleIdx="3" presStyleCnt="4">
        <dgm:presLayoutVars>
          <dgm:bulletEnabled val="1"/>
        </dgm:presLayoutVars>
      </dgm:prSet>
      <dgm:spPr/>
    </dgm:pt>
  </dgm:ptLst>
  <dgm:cxnLst>
    <dgm:cxn modelId="{1F6C8E0F-4D28-4EA9-B661-8E0BF5B4F43D}" srcId="{F77F8924-3FC6-4C89-9756-5E0660ABA349}" destId="{C44B1EC1-3661-438B-9C47-74107BF8FED5}" srcOrd="3" destOrd="0" parTransId="{C33BFEE0-5A6B-41C2-A3BE-9BD34DF153D4}" sibTransId="{BEFAEB51-82E6-42A5-B8CE-3C8188C1A54F}"/>
    <dgm:cxn modelId="{9F3F181C-7565-46F6-8470-BA70743EC353}" type="presOf" srcId="{1822FE36-28AB-482F-BDBE-F4772CB87C39}" destId="{5A62AE0D-9A91-44A4-B6DD-B9ABBDE76FA9}" srcOrd="0" destOrd="0" presId="urn:microsoft.com/office/officeart/2005/8/layout/default"/>
    <dgm:cxn modelId="{F6D5D726-7533-4C8B-B262-DA8B09CBCAAF}" type="presOf" srcId="{73A441EE-FADB-4A4E-AE65-7B13973B49A6}" destId="{CB1851D0-BE9F-4351-8A62-EE5B1835BD73}" srcOrd="0" destOrd="0" presId="urn:microsoft.com/office/officeart/2005/8/layout/default"/>
    <dgm:cxn modelId="{E7A8B148-BB89-4865-8CDE-F025F7A7D595}" type="presOf" srcId="{DD873834-4622-4A6C-8322-0578B2139F9F}" destId="{05796ECD-B8B5-4A01-8094-6DA5693C4E73}" srcOrd="0" destOrd="0" presId="urn:microsoft.com/office/officeart/2005/8/layout/default"/>
    <dgm:cxn modelId="{5AC88BA1-2EE6-4B7D-973C-9744395A46FA}" srcId="{F77F8924-3FC6-4C89-9756-5E0660ABA349}" destId="{73A441EE-FADB-4A4E-AE65-7B13973B49A6}" srcOrd="2" destOrd="0" parTransId="{479F6D15-52AC-49A5-B103-D0F8873A164E}" sibTransId="{B1C33949-D350-4B76-BEBB-5367FD6E4603}"/>
    <dgm:cxn modelId="{E48874AC-E33C-4368-A4D3-A30E448039F0}" srcId="{F77F8924-3FC6-4C89-9756-5E0660ABA349}" destId="{DD873834-4622-4A6C-8322-0578B2139F9F}" srcOrd="1" destOrd="0" parTransId="{DEB2D57E-0246-45BA-984F-DB765AE7A278}" sibTransId="{2B7F71A3-0138-4F07-AB51-197FB73F0A38}"/>
    <dgm:cxn modelId="{DF7A03AD-17D2-4F19-B894-19164D869D7B}" type="presOf" srcId="{F77F8924-3FC6-4C89-9756-5E0660ABA349}" destId="{22DF5887-6EEE-44C6-A21B-A16A84372FDC}" srcOrd="0" destOrd="0" presId="urn:microsoft.com/office/officeart/2005/8/layout/default"/>
    <dgm:cxn modelId="{CFBAB4B7-E24B-4A82-B756-AD9101BB7115}" srcId="{F77F8924-3FC6-4C89-9756-5E0660ABA349}" destId="{1822FE36-28AB-482F-BDBE-F4772CB87C39}" srcOrd="0" destOrd="0" parTransId="{61099700-19C6-4452-90B7-1A83E581B65A}" sibTransId="{13ADF548-6C81-40B2-9673-D55C74206546}"/>
    <dgm:cxn modelId="{29ADE9CF-8B1B-4AA6-9C0A-2EB8E5BED747}" type="presOf" srcId="{C44B1EC1-3661-438B-9C47-74107BF8FED5}" destId="{ECE614B0-BEE0-4935-8E40-360481299C80}" srcOrd="0" destOrd="0" presId="urn:microsoft.com/office/officeart/2005/8/layout/default"/>
    <dgm:cxn modelId="{B32249A4-CF6B-4F39-8AD8-4DF46A5E9EC0}" type="presParOf" srcId="{22DF5887-6EEE-44C6-A21B-A16A84372FDC}" destId="{5A62AE0D-9A91-44A4-B6DD-B9ABBDE76FA9}" srcOrd="0" destOrd="0" presId="urn:microsoft.com/office/officeart/2005/8/layout/default"/>
    <dgm:cxn modelId="{740563A7-237E-4325-926B-F3233A45FC5D}" type="presParOf" srcId="{22DF5887-6EEE-44C6-A21B-A16A84372FDC}" destId="{77F5021A-F512-463B-91D9-14D78543EC60}" srcOrd="1" destOrd="0" presId="urn:microsoft.com/office/officeart/2005/8/layout/default"/>
    <dgm:cxn modelId="{D1680CF9-941C-4656-9507-9840D53B1AFD}" type="presParOf" srcId="{22DF5887-6EEE-44C6-A21B-A16A84372FDC}" destId="{05796ECD-B8B5-4A01-8094-6DA5693C4E73}" srcOrd="2" destOrd="0" presId="urn:microsoft.com/office/officeart/2005/8/layout/default"/>
    <dgm:cxn modelId="{B4CE48D2-BD76-4E7D-BD61-12A4C538D8F8}" type="presParOf" srcId="{22DF5887-6EEE-44C6-A21B-A16A84372FDC}" destId="{BA66CC94-FEA8-4F86-B753-B36917CB8096}" srcOrd="3" destOrd="0" presId="urn:microsoft.com/office/officeart/2005/8/layout/default"/>
    <dgm:cxn modelId="{0FEDF261-BABF-47C2-AA72-55E9480D9A04}" type="presParOf" srcId="{22DF5887-6EEE-44C6-A21B-A16A84372FDC}" destId="{CB1851D0-BE9F-4351-8A62-EE5B1835BD73}" srcOrd="4" destOrd="0" presId="urn:microsoft.com/office/officeart/2005/8/layout/default"/>
    <dgm:cxn modelId="{4E5999C3-8792-4E93-9B46-6A051179FF87}" type="presParOf" srcId="{22DF5887-6EEE-44C6-A21B-A16A84372FDC}" destId="{B8AC41B6-394F-4947-85A7-FA2DCC54633E}" srcOrd="5" destOrd="0" presId="urn:microsoft.com/office/officeart/2005/8/layout/default"/>
    <dgm:cxn modelId="{EBDA9E18-D2DB-4EBC-85ED-1742BDA61655}" type="presParOf" srcId="{22DF5887-6EEE-44C6-A21B-A16A84372FDC}" destId="{ECE614B0-BEE0-4935-8E40-360481299C8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B2E47B-735A-43DD-8CE8-8D177C1EF324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EF2F8BF4-255F-4691-BC12-FA2A63A3F3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accent1"/>
              </a:solidFill>
              <a:latin typeface="Aptos" panose="020B0004020202020204" pitchFamily="34" charset="0"/>
            </a:rPr>
            <a:t>pipeline_run_summary: Tracks run status, counts (new/updated/terminated), timestamps</a:t>
          </a:r>
        </a:p>
      </dgm:t>
    </dgm:pt>
    <dgm:pt modelId="{DE005623-A257-4A99-8F16-68A6A47DD403}" type="parTrans" cxnId="{D61308FD-F100-4E0D-B51E-33226D2AE70D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5213F4B3-9341-4C1F-A7EA-25547AFBECDB}" type="sibTrans" cxnId="{D61308FD-F100-4E0D-B51E-33226D2AE70D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47590CBC-1182-4BF2-B932-ABA0A255BA6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>
              <a:solidFill>
                <a:schemeClr val="accent1"/>
              </a:solidFill>
              <a:latin typeface="Aptos" panose="020B0004020202020204" pitchFamily="34" charset="0"/>
            </a:rPr>
            <a:t>user_sync_failures: Per-user failures with run id, operation type, error message, payload snapshot</a:t>
          </a:r>
        </a:p>
      </dgm:t>
    </dgm:pt>
    <dgm:pt modelId="{0A1F866D-2D75-445F-870A-89952C4DB663}" type="parTrans" cxnId="{AE974C2B-DFB7-477A-8B0C-F3C5D7AFDFB1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C7E7324E-2BD8-4E64-8DC0-45FAE027A23B}" type="sibTrans" cxnId="{AE974C2B-DFB7-477A-8B0C-F3C5D7AFDFB1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3CA9D5B6-25F1-44F8-A1E7-A6C42A5282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accent1"/>
              </a:solidFill>
              <a:latin typeface="Aptos" panose="020B0004020202020204" pitchFamily="34" charset="0"/>
            </a:rPr>
            <a:t>employee_field_changes: Field-level audit trail with old/new values</a:t>
          </a:r>
        </a:p>
      </dgm:t>
    </dgm:pt>
    <dgm:pt modelId="{5D3615AA-7CA1-4952-A65C-25FD39A579F9}" type="parTrans" cxnId="{3835EB56-56C7-4575-94B6-5A45256DFE40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18F376FF-5828-4EB7-BE9F-BB550973A86B}" type="sibTrans" cxnId="{3835EB56-56C7-4575-94B6-5A45256DFE40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975C591E-7B5F-4327-9393-914EB0B400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accent1"/>
              </a:solidFill>
              <a:latin typeface="Aptos" panose="020B0004020202020204" pitchFamily="34" charset="0"/>
            </a:rPr>
            <a:t>employee_field_changes_batches: Links field changes to pipeline runs via run_id</a:t>
          </a:r>
        </a:p>
      </dgm:t>
    </dgm:pt>
    <dgm:pt modelId="{8D9FDCFE-D035-41EE-ABC5-FB95CA0F114D}" type="parTrans" cxnId="{304489E0-A2E8-4D16-A39C-E6FCDE47440C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148043E0-204B-4950-AA05-10A10C23B8B0}" type="sibTrans" cxnId="{304489E0-A2E8-4D16-A39C-E6FCDE47440C}">
      <dgm:prSet/>
      <dgm:spPr/>
      <dgm:t>
        <a:bodyPr/>
        <a:lstStyle/>
        <a:p>
          <a:endParaRPr lang="en-US" sz="1100">
            <a:solidFill>
              <a:schemeClr val="accent1"/>
            </a:solidFill>
            <a:latin typeface="Aptos" panose="020B0004020202020204" pitchFamily="34" charset="0"/>
          </a:endParaRPr>
        </a:p>
      </dgm:t>
    </dgm:pt>
    <dgm:pt modelId="{2482C658-9663-4CA1-9007-535CD4E2822C}" type="pres">
      <dgm:prSet presAssocID="{0CB2E47B-735A-43DD-8CE8-8D177C1EF324}" presName="root" presStyleCnt="0">
        <dgm:presLayoutVars>
          <dgm:dir/>
          <dgm:resizeHandles val="exact"/>
        </dgm:presLayoutVars>
      </dgm:prSet>
      <dgm:spPr/>
    </dgm:pt>
    <dgm:pt modelId="{54BFA009-9239-400A-8D69-AE71DAA8A9CF}" type="pres">
      <dgm:prSet presAssocID="{EF2F8BF4-255F-4691-BC12-FA2A63A3F333}" presName="compNode" presStyleCnt="0"/>
      <dgm:spPr/>
    </dgm:pt>
    <dgm:pt modelId="{EBAF8D43-8F84-40F5-86C9-FF1F4ADD0A84}" type="pres">
      <dgm:prSet presAssocID="{EF2F8BF4-255F-4691-BC12-FA2A63A3F333}" presName="bgRect" presStyleLbl="bgShp" presStyleIdx="0" presStyleCnt="4"/>
      <dgm:spPr/>
    </dgm:pt>
    <dgm:pt modelId="{6153399B-7C35-4F75-9061-183340D24C20}" type="pres">
      <dgm:prSet presAssocID="{EF2F8BF4-255F-4691-BC12-FA2A63A3F3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6E13F962-8483-4BD5-95B2-E249426B0DB7}" type="pres">
      <dgm:prSet presAssocID="{EF2F8BF4-255F-4691-BC12-FA2A63A3F333}" presName="spaceRect" presStyleCnt="0"/>
      <dgm:spPr/>
    </dgm:pt>
    <dgm:pt modelId="{8B7E8C86-0458-4D67-9EC2-3052C2866D12}" type="pres">
      <dgm:prSet presAssocID="{EF2F8BF4-255F-4691-BC12-FA2A63A3F333}" presName="parTx" presStyleLbl="revTx" presStyleIdx="0" presStyleCnt="4">
        <dgm:presLayoutVars>
          <dgm:chMax val="0"/>
          <dgm:chPref val="0"/>
        </dgm:presLayoutVars>
      </dgm:prSet>
      <dgm:spPr/>
    </dgm:pt>
    <dgm:pt modelId="{5860B729-F262-4DFB-A6B7-AEBC439BA8B7}" type="pres">
      <dgm:prSet presAssocID="{5213F4B3-9341-4C1F-A7EA-25547AFBECDB}" presName="sibTrans" presStyleCnt="0"/>
      <dgm:spPr/>
    </dgm:pt>
    <dgm:pt modelId="{542CF1F6-7AA7-4501-95DF-3DEA9EC76D4B}" type="pres">
      <dgm:prSet presAssocID="{47590CBC-1182-4BF2-B932-ABA0A255BA61}" presName="compNode" presStyleCnt="0"/>
      <dgm:spPr/>
    </dgm:pt>
    <dgm:pt modelId="{FD30E85A-F81B-4241-805F-0BEA46E5A2CC}" type="pres">
      <dgm:prSet presAssocID="{47590CBC-1182-4BF2-B932-ABA0A255BA61}" presName="bgRect" presStyleLbl="bgShp" presStyleIdx="1" presStyleCnt="4"/>
      <dgm:spPr/>
    </dgm:pt>
    <dgm:pt modelId="{A4BA7B09-6CC4-4971-A033-2947FACA2678}" type="pres">
      <dgm:prSet presAssocID="{47590CBC-1182-4BF2-B932-ABA0A255BA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66684E7-1158-4034-9B5C-556D66E1817A}" type="pres">
      <dgm:prSet presAssocID="{47590CBC-1182-4BF2-B932-ABA0A255BA61}" presName="spaceRect" presStyleCnt="0"/>
      <dgm:spPr/>
    </dgm:pt>
    <dgm:pt modelId="{87C51008-15B5-4A37-96DC-624C10B6F32D}" type="pres">
      <dgm:prSet presAssocID="{47590CBC-1182-4BF2-B932-ABA0A255BA61}" presName="parTx" presStyleLbl="revTx" presStyleIdx="1" presStyleCnt="4">
        <dgm:presLayoutVars>
          <dgm:chMax val="0"/>
          <dgm:chPref val="0"/>
        </dgm:presLayoutVars>
      </dgm:prSet>
      <dgm:spPr/>
    </dgm:pt>
    <dgm:pt modelId="{DCC74D18-C926-475A-999F-E6A7D4F60DE2}" type="pres">
      <dgm:prSet presAssocID="{C7E7324E-2BD8-4E64-8DC0-45FAE027A23B}" presName="sibTrans" presStyleCnt="0"/>
      <dgm:spPr/>
    </dgm:pt>
    <dgm:pt modelId="{4D5F596A-931C-4F96-9292-7263148628FB}" type="pres">
      <dgm:prSet presAssocID="{3CA9D5B6-25F1-44F8-A1E7-A6C42A528260}" presName="compNode" presStyleCnt="0"/>
      <dgm:spPr/>
    </dgm:pt>
    <dgm:pt modelId="{D615B978-0A78-4A41-A442-5231F31B53B4}" type="pres">
      <dgm:prSet presAssocID="{3CA9D5B6-25F1-44F8-A1E7-A6C42A528260}" presName="bgRect" presStyleLbl="bgShp" presStyleIdx="2" presStyleCnt="4"/>
      <dgm:spPr/>
    </dgm:pt>
    <dgm:pt modelId="{D4DBDB17-2892-4BD6-B4A6-B13A2221F301}" type="pres">
      <dgm:prSet presAssocID="{3CA9D5B6-25F1-44F8-A1E7-A6C42A52826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FC0EE2A4-AA44-4153-B129-B8F59D034626}" type="pres">
      <dgm:prSet presAssocID="{3CA9D5B6-25F1-44F8-A1E7-A6C42A528260}" presName="spaceRect" presStyleCnt="0"/>
      <dgm:spPr/>
    </dgm:pt>
    <dgm:pt modelId="{583CB776-674D-443B-8147-3CBC6A314074}" type="pres">
      <dgm:prSet presAssocID="{3CA9D5B6-25F1-44F8-A1E7-A6C42A528260}" presName="parTx" presStyleLbl="revTx" presStyleIdx="2" presStyleCnt="4">
        <dgm:presLayoutVars>
          <dgm:chMax val="0"/>
          <dgm:chPref val="0"/>
        </dgm:presLayoutVars>
      </dgm:prSet>
      <dgm:spPr/>
    </dgm:pt>
    <dgm:pt modelId="{6261A7B9-C3E1-4D2B-BCDC-D2497FFB9A43}" type="pres">
      <dgm:prSet presAssocID="{18F376FF-5828-4EB7-BE9F-BB550973A86B}" presName="sibTrans" presStyleCnt="0"/>
      <dgm:spPr/>
    </dgm:pt>
    <dgm:pt modelId="{AEED5888-4917-4763-8EC3-EB2DBC9223C1}" type="pres">
      <dgm:prSet presAssocID="{975C591E-7B5F-4327-9393-914EB0B400AE}" presName="compNode" presStyleCnt="0"/>
      <dgm:spPr/>
    </dgm:pt>
    <dgm:pt modelId="{1A45962C-22ED-4F17-8CDA-0DA64B0B054E}" type="pres">
      <dgm:prSet presAssocID="{975C591E-7B5F-4327-9393-914EB0B400AE}" presName="bgRect" presStyleLbl="bgShp" presStyleIdx="3" presStyleCnt="4"/>
      <dgm:spPr/>
    </dgm:pt>
    <dgm:pt modelId="{A872129F-F75D-4BF8-AF75-8FE1E40D3693}" type="pres">
      <dgm:prSet presAssocID="{975C591E-7B5F-4327-9393-914EB0B400A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807AFEFE-EFD0-4309-956B-AAE75750BB5B}" type="pres">
      <dgm:prSet presAssocID="{975C591E-7B5F-4327-9393-914EB0B400AE}" presName="spaceRect" presStyleCnt="0"/>
      <dgm:spPr/>
    </dgm:pt>
    <dgm:pt modelId="{DFAB31ED-C5FE-4A14-BF7A-188F23150BF4}" type="pres">
      <dgm:prSet presAssocID="{975C591E-7B5F-4327-9393-914EB0B400A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E974C2B-DFB7-477A-8B0C-F3C5D7AFDFB1}" srcId="{0CB2E47B-735A-43DD-8CE8-8D177C1EF324}" destId="{47590CBC-1182-4BF2-B932-ABA0A255BA61}" srcOrd="1" destOrd="0" parTransId="{0A1F866D-2D75-445F-870A-89952C4DB663}" sibTransId="{C7E7324E-2BD8-4E64-8DC0-45FAE027A23B}"/>
    <dgm:cxn modelId="{3835EB56-56C7-4575-94B6-5A45256DFE40}" srcId="{0CB2E47B-735A-43DD-8CE8-8D177C1EF324}" destId="{3CA9D5B6-25F1-44F8-A1E7-A6C42A528260}" srcOrd="2" destOrd="0" parTransId="{5D3615AA-7CA1-4952-A65C-25FD39A579F9}" sibTransId="{18F376FF-5828-4EB7-BE9F-BB550973A86B}"/>
    <dgm:cxn modelId="{C2E3D87F-A3ED-445A-8EAD-DFA985E48BFF}" type="presOf" srcId="{EF2F8BF4-255F-4691-BC12-FA2A63A3F333}" destId="{8B7E8C86-0458-4D67-9EC2-3052C2866D12}" srcOrd="0" destOrd="0" presId="urn:microsoft.com/office/officeart/2018/2/layout/IconVerticalSolidList"/>
    <dgm:cxn modelId="{8F39D785-4DC1-41F8-ADF9-2354BC7D5D37}" type="presOf" srcId="{47590CBC-1182-4BF2-B932-ABA0A255BA61}" destId="{87C51008-15B5-4A37-96DC-624C10B6F32D}" srcOrd="0" destOrd="0" presId="urn:microsoft.com/office/officeart/2018/2/layout/IconVerticalSolidList"/>
    <dgm:cxn modelId="{7C380DB4-E08D-42FE-B4E4-46D404BF4958}" type="presOf" srcId="{0CB2E47B-735A-43DD-8CE8-8D177C1EF324}" destId="{2482C658-9663-4CA1-9007-535CD4E2822C}" srcOrd="0" destOrd="0" presId="urn:microsoft.com/office/officeart/2018/2/layout/IconVerticalSolidList"/>
    <dgm:cxn modelId="{304489E0-A2E8-4D16-A39C-E6FCDE47440C}" srcId="{0CB2E47B-735A-43DD-8CE8-8D177C1EF324}" destId="{975C591E-7B5F-4327-9393-914EB0B400AE}" srcOrd="3" destOrd="0" parTransId="{8D9FDCFE-D035-41EE-ABC5-FB95CA0F114D}" sibTransId="{148043E0-204B-4950-AA05-10A10C23B8B0}"/>
    <dgm:cxn modelId="{FA25A3E5-4FF7-4A6D-9957-F0F5D42DB56D}" type="presOf" srcId="{975C591E-7B5F-4327-9393-914EB0B400AE}" destId="{DFAB31ED-C5FE-4A14-BF7A-188F23150BF4}" srcOrd="0" destOrd="0" presId="urn:microsoft.com/office/officeart/2018/2/layout/IconVerticalSolidList"/>
    <dgm:cxn modelId="{E98A70E7-EE8D-4D13-BF25-8B8E655B7ACD}" type="presOf" srcId="{3CA9D5B6-25F1-44F8-A1E7-A6C42A528260}" destId="{583CB776-674D-443B-8147-3CBC6A314074}" srcOrd="0" destOrd="0" presId="urn:microsoft.com/office/officeart/2018/2/layout/IconVerticalSolidList"/>
    <dgm:cxn modelId="{D61308FD-F100-4E0D-B51E-33226D2AE70D}" srcId="{0CB2E47B-735A-43DD-8CE8-8D177C1EF324}" destId="{EF2F8BF4-255F-4691-BC12-FA2A63A3F333}" srcOrd="0" destOrd="0" parTransId="{DE005623-A257-4A99-8F16-68A6A47DD403}" sibTransId="{5213F4B3-9341-4C1F-A7EA-25547AFBECDB}"/>
    <dgm:cxn modelId="{5D747E47-599F-4461-B1CA-AAEF3CC062B8}" type="presParOf" srcId="{2482C658-9663-4CA1-9007-535CD4E2822C}" destId="{54BFA009-9239-400A-8D69-AE71DAA8A9CF}" srcOrd="0" destOrd="0" presId="urn:microsoft.com/office/officeart/2018/2/layout/IconVerticalSolidList"/>
    <dgm:cxn modelId="{32BD2867-47CB-4476-83E0-E26406AB12C2}" type="presParOf" srcId="{54BFA009-9239-400A-8D69-AE71DAA8A9CF}" destId="{EBAF8D43-8F84-40F5-86C9-FF1F4ADD0A84}" srcOrd="0" destOrd="0" presId="urn:microsoft.com/office/officeart/2018/2/layout/IconVerticalSolidList"/>
    <dgm:cxn modelId="{A9158D9F-3CFA-4BE0-9E38-8E67DD2D7E58}" type="presParOf" srcId="{54BFA009-9239-400A-8D69-AE71DAA8A9CF}" destId="{6153399B-7C35-4F75-9061-183340D24C20}" srcOrd="1" destOrd="0" presId="urn:microsoft.com/office/officeart/2018/2/layout/IconVerticalSolidList"/>
    <dgm:cxn modelId="{96F63B0C-4548-4D06-A3FC-0E16E391B59A}" type="presParOf" srcId="{54BFA009-9239-400A-8D69-AE71DAA8A9CF}" destId="{6E13F962-8483-4BD5-95B2-E249426B0DB7}" srcOrd="2" destOrd="0" presId="urn:microsoft.com/office/officeart/2018/2/layout/IconVerticalSolidList"/>
    <dgm:cxn modelId="{8A84FC35-E816-4205-A785-20C4ACA00473}" type="presParOf" srcId="{54BFA009-9239-400A-8D69-AE71DAA8A9CF}" destId="{8B7E8C86-0458-4D67-9EC2-3052C2866D12}" srcOrd="3" destOrd="0" presId="urn:microsoft.com/office/officeart/2018/2/layout/IconVerticalSolidList"/>
    <dgm:cxn modelId="{106F733A-8EAD-4A17-BA5E-629829FEFFEF}" type="presParOf" srcId="{2482C658-9663-4CA1-9007-535CD4E2822C}" destId="{5860B729-F262-4DFB-A6B7-AEBC439BA8B7}" srcOrd="1" destOrd="0" presId="urn:microsoft.com/office/officeart/2018/2/layout/IconVerticalSolidList"/>
    <dgm:cxn modelId="{E0C508BC-8BF4-4F7E-8E3A-66BC55BED640}" type="presParOf" srcId="{2482C658-9663-4CA1-9007-535CD4E2822C}" destId="{542CF1F6-7AA7-4501-95DF-3DEA9EC76D4B}" srcOrd="2" destOrd="0" presId="urn:microsoft.com/office/officeart/2018/2/layout/IconVerticalSolidList"/>
    <dgm:cxn modelId="{2DD17326-8D04-4E11-9427-18461A594E9D}" type="presParOf" srcId="{542CF1F6-7AA7-4501-95DF-3DEA9EC76D4B}" destId="{FD30E85A-F81B-4241-805F-0BEA46E5A2CC}" srcOrd="0" destOrd="0" presId="urn:microsoft.com/office/officeart/2018/2/layout/IconVerticalSolidList"/>
    <dgm:cxn modelId="{D0DCDE62-65F3-464B-AFD8-77752C8A4E02}" type="presParOf" srcId="{542CF1F6-7AA7-4501-95DF-3DEA9EC76D4B}" destId="{A4BA7B09-6CC4-4971-A033-2947FACA2678}" srcOrd="1" destOrd="0" presId="urn:microsoft.com/office/officeart/2018/2/layout/IconVerticalSolidList"/>
    <dgm:cxn modelId="{934FFC1E-4A54-49B3-8E22-5CF405DDCEDE}" type="presParOf" srcId="{542CF1F6-7AA7-4501-95DF-3DEA9EC76D4B}" destId="{B66684E7-1158-4034-9B5C-556D66E1817A}" srcOrd="2" destOrd="0" presId="urn:microsoft.com/office/officeart/2018/2/layout/IconVerticalSolidList"/>
    <dgm:cxn modelId="{D0B58CAF-0D06-4419-82EE-569F4398E343}" type="presParOf" srcId="{542CF1F6-7AA7-4501-95DF-3DEA9EC76D4B}" destId="{87C51008-15B5-4A37-96DC-624C10B6F32D}" srcOrd="3" destOrd="0" presId="urn:microsoft.com/office/officeart/2018/2/layout/IconVerticalSolidList"/>
    <dgm:cxn modelId="{057AFED1-B83B-46AE-8F28-E892E100F03E}" type="presParOf" srcId="{2482C658-9663-4CA1-9007-535CD4E2822C}" destId="{DCC74D18-C926-475A-999F-E6A7D4F60DE2}" srcOrd="3" destOrd="0" presId="urn:microsoft.com/office/officeart/2018/2/layout/IconVerticalSolidList"/>
    <dgm:cxn modelId="{4206A304-8777-416F-ACF7-34A4646096A0}" type="presParOf" srcId="{2482C658-9663-4CA1-9007-535CD4E2822C}" destId="{4D5F596A-931C-4F96-9292-7263148628FB}" srcOrd="4" destOrd="0" presId="urn:microsoft.com/office/officeart/2018/2/layout/IconVerticalSolidList"/>
    <dgm:cxn modelId="{4574BED8-9D41-47D4-BFE0-64A7A98CB07E}" type="presParOf" srcId="{4D5F596A-931C-4F96-9292-7263148628FB}" destId="{D615B978-0A78-4A41-A442-5231F31B53B4}" srcOrd="0" destOrd="0" presId="urn:microsoft.com/office/officeart/2018/2/layout/IconVerticalSolidList"/>
    <dgm:cxn modelId="{950F1B13-3481-4082-B9C8-1F42178CDBFF}" type="presParOf" srcId="{4D5F596A-931C-4F96-9292-7263148628FB}" destId="{D4DBDB17-2892-4BD6-B4A6-B13A2221F301}" srcOrd="1" destOrd="0" presId="urn:microsoft.com/office/officeart/2018/2/layout/IconVerticalSolidList"/>
    <dgm:cxn modelId="{F04B0D6C-0732-45C7-B075-E9153AB6FA90}" type="presParOf" srcId="{4D5F596A-931C-4F96-9292-7263148628FB}" destId="{FC0EE2A4-AA44-4153-B129-B8F59D034626}" srcOrd="2" destOrd="0" presId="urn:microsoft.com/office/officeart/2018/2/layout/IconVerticalSolidList"/>
    <dgm:cxn modelId="{9C00A10D-DA29-4C10-A363-6F6C32B28466}" type="presParOf" srcId="{4D5F596A-931C-4F96-9292-7263148628FB}" destId="{583CB776-674D-443B-8147-3CBC6A314074}" srcOrd="3" destOrd="0" presId="urn:microsoft.com/office/officeart/2018/2/layout/IconVerticalSolidList"/>
    <dgm:cxn modelId="{80C15A6C-2844-477A-A255-32493602FFF4}" type="presParOf" srcId="{2482C658-9663-4CA1-9007-535CD4E2822C}" destId="{6261A7B9-C3E1-4D2B-BCDC-D2497FFB9A43}" srcOrd="5" destOrd="0" presId="urn:microsoft.com/office/officeart/2018/2/layout/IconVerticalSolidList"/>
    <dgm:cxn modelId="{48D1778A-3A01-4138-B6B0-726A7F0F3882}" type="presParOf" srcId="{2482C658-9663-4CA1-9007-535CD4E2822C}" destId="{AEED5888-4917-4763-8EC3-EB2DBC9223C1}" srcOrd="6" destOrd="0" presId="urn:microsoft.com/office/officeart/2018/2/layout/IconVerticalSolidList"/>
    <dgm:cxn modelId="{755A7D7E-39D2-4BCB-8804-9584103A62AC}" type="presParOf" srcId="{AEED5888-4917-4763-8EC3-EB2DBC9223C1}" destId="{1A45962C-22ED-4F17-8CDA-0DA64B0B054E}" srcOrd="0" destOrd="0" presId="urn:microsoft.com/office/officeart/2018/2/layout/IconVerticalSolidList"/>
    <dgm:cxn modelId="{2F2F629A-685D-4242-8EC1-A88076C60372}" type="presParOf" srcId="{AEED5888-4917-4763-8EC3-EB2DBC9223C1}" destId="{A872129F-F75D-4BF8-AF75-8FE1E40D3693}" srcOrd="1" destOrd="0" presId="urn:microsoft.com/office/officeart/2018/2/layout/IconVerticalSolidList"/>
    <dgm:cxn modelId="{28216D85-8A48-4135-9D81-A5757DDDAF3C}" type="presParOf" srcId="{AEED5888-4917-4763-8EC3-EB2DBC9223C1}" destId="{807AFEFE-EFD0-4309-956B-AAE75750BB5B}" srcOrd="2" destOrd="0" presId="urn:microsoft.com/office/officeart/2018/2/layout/IconVerticalSolidList"/>
    <dgm:cxn modelId="{580B741E-EBBF-4201-84FA-F24F230DEBA1}" type="presParOf" srcId="{AEED5888-4917-4763-8EC3-EB2DBC9223C1}" destId="{DFAB31ED-C5FE-4A14-BF7A-188F23150B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203029-6B09-44AC-AF78-54E99514F4A4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4C9ED7-5C8B-4FA8-A1AA-36B98E40D0DC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9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User Execution Context: Real-time error/warning collection per user</a:t>
          </a:r>
        </a:p>
      </dgm:t>
    </dgm:pt>
    <dgm:pt modelId="{F828AE6C-33A4-49C7-A29B-F3095C4525B8}" type="parTrans" cxnId="{2A561A5D-D753-46AA-8F71-A869C867EC4B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716876E-87FD-41CC-A521-AC1C0A2B8383}" type="sibTrans" cxnId="{2A561A5D-D753-46AA-8F71-A869C867EC4B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6AE34EA9-25F1-46D8-826D-C64AD196869B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9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Structured Logging: Categorized logs with operation context and user identification</a:t>
          </a:r>
        </a:p>
      </dgm:t>
    </dgm:pt>
    <dgm:pt modelId="{2A1E1298-45BD-43D4-8869-31C20EAEC347}" type="parTrans" cxnId="{93FBA52D-ED11-4A8E-B9C4-01CE7B27FB38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8A21BD6-EEAE-4168-A9A2-1F10C46408C6}" type="sibTrans" cxnId="{93FBA52D-ED11-4A8E-B9C4-01CE7B27FB38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6B468431-9A37-42D7-BA92-BA09D9BFC0F9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9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Success/Failure Metrics: Counts tracked at pipeline, batch, and user levels</a:t>
          </a:r>
        </a:p>
      </dgm:t>
    </dgm:pt>
    <dgm:pt modelId="{2A4C1720-F91B-4E0A-BE95-4E6E5866DAC8}" type="parTrans" cxnId="{0770598B-B24A-4F95-A8B2-B04E3749DEC5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302CBB0D-C006-4061-B4A5-7DFA6CAC183B}" type="sibTrans" cxnId="{0770598B-B24A-4F95-A8B2-B04E3749DEC5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DA7C9572-4315-407F-B520-222867599624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9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Debug Outputs: Optional CSV exports for verification (creation batches, SAP cache, etc.)</a:t>
          </a:r>
        </a:p>
      </dgm:t>
    </dgm:pt>
    <dgm:pt modelId="{DC42BC7A-6B8E-429B-990B-8B4E6E62E9A9}" type="parTrans" cxnId="{E1233D74-94D9-4C1C-8DEB-D20A32EA1644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43E318B3-6C6E-4980-BF18-98DB21892739}" type="sibTrans" cxnId="{E1233D74-94D9-4C1C-8DEB-D20A32EA1644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4925F917-5556-4F22-861F-48BD25305B10}">
      <dgm:prSet custT="1"/>
      <dgm:spPr/>
      <dgm:t>
        <a:bodyPr/>
        <a:lstStyle/>
        <a:p>
          <a:pPr>
            <a:lnSpc>
              <a:spcPct val="150000"/>
            </a:lnSpc>
            <a:defRPr cap="all"/>
          </a:pPr>
          <a:r>
            <a:rPr lang="en-US" sz="9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Notification System: Email alerts with pipeline summary and failure details</a:t>
          </a:r>
        </a:p>
      </dgm:t>
    </dgm:pt>
    <dgm:pt modelId="{E2F4C109-3AD4-4B25-A8DB-39872CB6B4BC}" type="parTrans" cxnId="{CED35B4B-85AA-4E3A-8A5B-09C1A6D466C6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A66F5E0A-FDF2-41FB-8507-7EFD18C5325E}" type="sibTrans" cxnId="{CED35B4B-85AA-4E3A-8A5B-09C1A6D466C6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6C88BB7D-FFD3-4986-B97D-082A5D8FF62C}" type="pres">
      <dgm:prSet presAssocID="{48203029-6B09-44AC-AF78-54E99514F4A4}" presName="root" presStyleCnt="0">
        <dgm:presLayoutVars>
          <dgm:dir/>
          <dgm:resizeHandles val="exact"/>
        </dgm:presLayoutVars>
      </dgm:prSet>
      <dgm:spPr/>
    </dgm:pt>
    <dgm:pt modelId="{4F4F4877-8E70-4153-B0B9-E4ABB04FAC70}" type="pres">
      <dgm:prSet presAssocID="{1C4C9ED7-5C8B-4FA8-A1AA-36B98E40D0DC}" presName="compNode" presStyleCnt="0"/>
      <dgm:spPr/>
    </dgm:pt>
    <dgm:pt modelId="{9B697DF6-5426-42DF-82D1-2DACE9F7AB05}" type="pres">
      <dgm:prSet presAssocID="{1C4C9ED7-5C8B-4FA8-A1AA-36B98E40D0DC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0FDD7BF-A411-42B2-94F3-9982D0152AC4}" type="pres">
      <dgm:prSet presAssocID="{1C4C9ED7-5C8B-4FA8-A1AA-36B98E40D0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F9CFE7B-714F-4778-A00F-A74FA3FB26DB}" type="pres">
      <dgm:prSet presAssocID="{1C4C9ED7-5C8B-4FA8-A1AA-36B98E40D0DC}" presName="spaceRect" presStyleCnt="0"/>
      <dgm:spPr/>
    </dgm:pt>
    <dgm:pt modelId="{BBC0545D-1928-44D2-91C7-4E28FC6FB999}" type="pres">
      <dgm:prSet presAssocID="{1C4C9ED7-5C8B-4FA8-A1AA-36B98E40D0DC}" presName="textRect" presStyleLbl="revTx" presStyleIdx="0" presStyleCnt="5">
        <dgm:presLayoutVars>
          <dgm:chMax val="1"/>
          <dgm:chPref val="1"/>
        </dgm:presLayoutVars>
      </dgm:prSet>
      <dgm:spPr/>
    </dgm:pt>
    <dgm:pt modelId="{40A598B8-5074-448B-A550-C588A6F5F01E}" type="pres">
      <dgm:prSet presAssocID="{8716876E-87FD-41CC-A521-AC1C0A2B8383}" presName="sibTrans" presStyleCnt="0"/>
      <dgm:spPr/>
    </dgm:pt>
    <dgm:pt modelId="{B74C0A1E-5FD6-4F08-B12D-13B86DA0206C}" type="pres">
      <dgm:prSet presAssocID="{6AE34EA9-25F1-46D8-826D-C64AD196869B}" presName="compNode" presStyleCnt="0"/>
      <dgm:spPr/>
    </dgm:pt>
    <dgm:pt modelId="{9C5252F4-CB93-41E8-B3C2-1A26720AC8CC}" type="pres">
      <dgm:prSet presAssocID="{6AE34EA9-25F1-46D8-826D-C64AD196869B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56EF73B-A943-4231-8AC9-2DC21805C8BD}" type="pres">
      <dgm:prSet presAssocID="{6AE34EA9-25F1-46D8-826D-C64AD196869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9509A2E-0288-4997-B213-FDFCFE85DA65}" type="pres">
      <dgm:prSet presAssocID="{6AE34EA9-25F1-46D8-826D-C64AD196869B}" presName="spaceRect" presStyleCnt="0"/>
      <dgm:spPr/>
    </dgm:pt>
    <dgm:pt modelId="{86A05716-0621-4C5E-9C28-FC6515F0A097}" type="pres">
      <dgm:prSet presAssocID="{6AE34EA9-25F1-46D8-826D-C64AD196869B}" presName="textRect" presStyleLbl="revTx" presStyleIdx="1" presStyleCnt="5">
        <dgm:presLayoutVars>
          <dgm:chMax val="1"/>
          <dgm:chPref val="1"/>
        </dgm:presLayoutVars>
      </dgm:prSet>
      <dgm:spPr/>
    </dgm:pt>
    <dgm:pt modelId="{5A3C8708-BCC8-47DF-A79C-3EF1520C02F2}" type="pres">
      <dgm:prSet presAssocID="{88A21BD6-EEAE-4168-A9A2-1F10C46408C6}" presName="sibTrans" presStyleCnt="0"/>
      <dgm:spPr/>
    </dgm:pt>
    <dgm:pt modelId="{ECA6EC64-DB7F-46FA-8BD6-40F14AAF6974}" type="pres">
      <dgm:prSet presAssocID="{6B468431-9A37-42D7-BA92-BA09D9BFC0F9}" presName="compNode" presStyleCnt="0"/>
      <dgm:spPr/>
    </dgm:pt>
    <dgm:pt modelId="{C48BD674-ACF3-48FC-BFD5-720ED206389D}" type="pres">
      <dgm:prSet presAssocID="{6B468431-9A37-42D7-BA92-BA09D9BFC0F9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E8FFA18-40FC-4CBE-9497-A180564CA0E4}" type="pres">
      <dgm:prSet presAssocID="{6B468431-9A37-42D7-BA92-BA09D9BFC0F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C7F83D2-DAF0-4095-B346-C7BF3B7808F9}" type="pres">
      <dgm:prSet presAssocID="{6B468431-9A37-42D7-BA92-BA09D9BFC0F9}" presName="spaceRect" presStyleCnt="0"/>
      <dgm:spPr/>
    </dgm:pt>
    <dgm:pt modelId="{99AC42D1-B297-439B-8B33-C3AB360DD838}" type="pres">
      <dgm:prSet presAssocID="{6B468431-9A37-42D7-BA92-BA09D9BFC0F9}" presName="textRect" presStyleLbl="revTx" presStyleIdx="2" presStyleCnt="5">
        <dgm:presLayoutVars>
          <dgm:chMax val="1"/>
          <dgm:chPref val="1"/>
        </dgm:presLayoutVars>
      </dgm:prSet>
      <dgm:spPr/>
    </dgm:pt>
    <dgm:pt modelId="{0925FE4F-9960-484E-AC14-0287A28C0048}" type="pres">
      <dgm:prSet presAssocID="{302CBB0D-C006-4061-B4A5-7DFA6CAC183B}" presName="sibTrans" presStyleCnt="0"/>
      <dgm:spPr/>
    </dgm:pt>
    <dgm:pt modelId="{251FBB36-6DD1-4195-999E-96558E9584EB}" type="pres">
      <dgm:prSet presAssocID="{DA7C9572-4315-407F-B520-222867599624}" presName="compNode" presStyleCnt="0"/>
      <dgm:spPr/>
    </dgm:pt>
    <dgm:pt modelId="{3DC2E1FC-65C7-4990-AD5E-F694216C4187}" type="pres">
      <dgm:prSet presAssocID="{DA7C9572-4315-407F-B520-222867599624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23F6FE9-91FE-44A6-9E24-257A37B60C42}" type="pres">
      <dgm:prSet presAssocID="{DA7C9572-4315-407F-B520-22286759962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523C4FF-89E3-4D25-9FD0-322C1DDAF77A}" type="pres">
      <dgm:prSet presAssocID="{DA7C9572-4315-407F-B520-222867599624}" presName="spaceRect" presStyleCnt="0"/>
      <dgm:spPr/>
    </dgm:pt>
    <dgm:pt modelId="{7991DD2F-A228-422F-8C37-2230FBDFD6CC}" type="pres">
      <dgm:prSet presAssocID="{DA7C9572-4315-407F-B520-222867599624}" presName="textRect" presStyleLbl="revTx" presStyleIdx="3" presStyleCnt="5">
        <dgm:presLayoutVars>
          <dgm:chMax val="1"/>
          <dgm:chPref val="1"/>
        </dgm:presLayoutVars>
      </dgm:prSet>
      <dgm:spPr/>
    </dgm:pt>
    <dgm:pt modelId="{F471BCF6-EB0F-4AA5-88B2-7C7954169CAD}" type="pres">
      <dgm:prSet presAssocID="{43E318B3-6C6E-4980-BF18-98DB21892739}" presName="sibTrans" presStyleCnt="0"/>
      <dgm:spPr/>
    </dgm:pt>
    <dgm:pt modelId="{A5CC96F3-E231-4956-B819-E0BD8DC691DF}" type="pres">
      <dgm:prSet presAssocID="{4925F917-5556-4F22-861F-48BD25305B10}" presName="compNode" presStyleCnt="0"/>
      <dgm:spPr/>
    </dgm:pt>
    <dgm:pt modelId="{8223E00D-5083-4F84-8F13-FD01CC463871}" type="pres">
      <dgm:prSet presAssocID="{4925F917-5556-4F22-861F-48BD25305B1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408CC0D-EC93-4701-8944-2A02906A065C}" type="pres">
      <dgm:prSet presAssocID="{4925F917-5556-4F22-861F-48BD25305B1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C9C8A382-C45F-455B-8D4C-76DC5B5BB48A}" type="pres">
      <dgm:prSet presAssocID="{4925F917-5556-4F22-861F-48BD25305B10}" presName="spaceRect" presStyleCnt="0"/>
      <dgm:spPr/>
    </dgm:pt>
    <dgm:pt modelId="{E05D230B-FB5A-4CF2-AFEC-13A75BAFBB47}" type="pres">
      <dgm:prSet presAssocID="{4925F917-5556-4F22-861F-48BD25305B1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3FBA52D-ED11-4A8E-B9C4-01CE7B27FB38}" srcId="{48203029-6B09-44AC-AF78-54E99514F4A4}" destId="{6AE34EA9-25F1-46D8-826D-C64AD196869B}" srcOrd="1" destOrd="0" parTransId="{2A1E1298-45BD-43D4-8869-31C20EAEC347}" sibTransId="{88A21BD6-EEAE-4168-A9A2-1F10C46408C6}"/>
    <dgm:cxn modelId="{2A561A5D-D753-46AA-8F71-A869C867EC4B}" srcId="{48203029-6B09-44AC-AF78-54E99514F4A4}" destId="{1C4C9ED7-5C8B-4FA8-A1AA-36B98E40D0DC}" srcOrd="0" destOrd="0" parTransId="{F828AE6C-33A4-49C7-A29B-F3095C4525B8}" sibTransId="{8716876E-87FD-41CC-A521-AC1C0A2B8383}"/>
    <dgm:cxn modelId="{D6342646-BDC0-4E22-A261-8483C7FA44A0}" type="presOf" srcId="{1C4C9ED7-5C8B-4FA8-A1AA-36B98E40D0DC}" destId="{BBC0545D-1928-44D2-91C7-4E28FC6FB999}" srcOrd="0" destOrd="0" presId="urn:microsoft.com/office/officeart/2018/5/layout/IconLeafLabelList"/>
    <dgm:cxn modelId="{CED35B4B-85AA-4E3A-8A5B-09C1A6D466C6}" srcId="{48203029-6B09-44AC-AF78-54E99514F4A4}" destId="{4925F917-5556-4F22-861F-48BD25305B10}" srcOrd="4" destOrd="0" parTransId="{E2F4C109-3AD4-4B25-A8DB-39872CB6B4BC}" sibTransId="{A66F5E0A-FDF2-41FB-8507-7EFD18C5325E}"/>
    <dgm:cxn modelId="{E1233D74-94D9-4C1C-8DEB-D20A32EA1644}" srcId="{48203029-6B09-44AC-AF78-54E99514F4A4}" destId="{DA7C9572-4315-407F-B520-222867599624}" srcOrd="3" destOrd="0" parTransId="{DC42BC7A-6B8E-429B-990B-8B4E6E62E9A9}" sibTransId="{43E318B3-6C6E-4980-BF18-98DB21892739}"/>
    <dgm:cxn modelId="{7266A277-3820-4BE3-AE17-177357299205}" type="presOf" srcId="{6B468431-9A37-42D7-BA92-BA09D9BFC0F9}" destId="{99AC42D1-B297-439B-8B33-C3AB360DD838}" srcOrd="0" destOrd="0" presId="urn:microsoft.com/office/officeart/2018/5/layout/IconLeafLabelList"/>
    <dgm:cxn modelId="{0770598B-B24A-4F95-A8B2-B04E3749DEC5}" srcId="{48203029-6B09-44AC-AF78-54E99514F4A4}" destId="{6B468431-9A37-42D7-BA92-BA09D9BFC0F9}" srcOrd="2" destOrd="0" parTransId="{2A4C1720-F91B-4E0A-BE95-4E6E5866DAC8}" sibTransId="{302CBB0D-C006-4061-B4A5-7DFA6CAC183B}"/>
    <dgm:cxn modelId="{CEBB6EA1-91C8-4AAC-A83D-08233E324613}" type="presOf" srcId="{6AE34EA9-25F1-46D8-826D-C64AD196869B}" destId="{86A05716-0621-4C5E-9C28-FC6515F0A097}" srcOrd="0" destOrd="0" presId="urn:microsoft.com/office/officeart/2018/5/layout/IconLeafLabelList"/>
    <dgm:cxn modelId="{ACB7EDAE-DB77-40FD-8B25-4FE6CF9683A6}" type="presOf" srcId="{4925F917-5556-4F22-861F-48BD25305B10}" destId="{E05D230B-FB5A-4CF2-AFEC-13A75BAFBB47}" srcOrd="0" destOrd="0" presId="urn:microsoft.com/office/officeart/2018/5/layout/IconLeafLabelList"/>
    <dgm:cxn modelId="{0779B6D2-6DCD-42AF-96DE-E47E1353BB7B}" type="presOf" srcId="{DA7C9572-4315-407F-B520-222867599624}" destId="{7991DD2F-A228-422F-8C37-2230FBDFD6CC}" srcOrd="0" destOrd="0" presId="urn:microsoft.com/office/officeart/2018/5/layout/IconLeafLabelList"/>
    <dgm:cxn modelId="{84750EFA-39EA-443F-BE5D-E0060BBAE271}" type="presOf" srcId="{48203029-6B09-44AC-AF78-54E99514F4A4}" destId="{6C88BB7D-FFD3-4986-B97D-082A5D8FF62C}" srcOrd="0" destOrd="0" presId="urn:microsoft.com/office/officeart/2018/5/layout/IconLeafLabelList"/>
    <dgm:cxn modelId="{4DBA199B-6AAC-401C-84A7-298A53FA47B7}" type="presParOf" srcId="{6C88BB7D-FFD3-4986-B97D-082A5D8FF62C}" destId="{4F4F4877-8E70-4153-B0B9-E4ABB04FAC70}" srcOrd="0" destOrd="0" presId="urn:microsoft.com/office/officeart/2018/5/layout/IconLeafLabelList"/>
    <dgm:cxn modelId="{67366993-4EE0-4806-9B46-05EA66FA0F6B}" type="presParOf" srcId="{4F4F4877-8E70-4153-B0B9-E4ABB04FAC70}" destId="{9B697DF6-5426-42DF-82D1-2DACE9F7AB05}" srcOrd="0" destOrd="0" presId="urn:microsoft.com/office/officeart/2018/5/layout/IconLeafLabelList"/>
    <dgm:cxn modelId="{A5F59C14-3E04-490A-9259-10B6B0E19820}" type="presParOf" srcId="{4F4F4877-8E70-4153-B0B9-E4ABB04FAC70}" destId="{A0FDD7BF-A411-42B2-94F3-9982D0152AC4}" srcOrd="1" destOrd="0" presId="urn:microsoft.com/office/officeart/2018/5/layout/IconLeafLabelList"/>
    <dgm:cxn modelId="{8C76FC2B-ABD4-4D94-B8D6-AFF147A003CC}" type="presParOf" srcId="{4F4F4877-8E70-4153-B0B9-E4ABB04FAC70}" destId="{7F9CFE7B-714F-4778-A00F-A74FA3FB26DB}" srcOrd="2" destOrd="0" presId="urn:microsoft.com/office/officeart/2018/5/layout/IconLeafLabelList"/>
    <dgm:cxn modelId="{70CED1F3-8880-46AE-B676-1915CF3D2E35}" type="presParOf" srcId="{4F4F4877-8E70-4153-B0B9-E4ABB04FAC70}" destId="{BBC0545D-1928-44D2-91C7-4E28FC6FB999}" srcOrd="3" destOrd="0" presId="urn:microsoft.com/office/officeart/2018/5/layout/IconLeafLabelList"/>
    <dgm:cxn modelId="{5E861E32-B5E0-4139-8CEB-12C78C7CC0AF}" type="presParOf" srcId="{6C88BB7D-FFD3-4986-B97D-082A5D8FF62C}" destId="{40A598B8-5074-448B-A550-C588A6F5F01E}" srcOrd="1" destOrd="0" presId="urn:microsoft.com/office/officeart/2018/5/layout/IconLeafLabelList"/>
    <dgm:cxn modelId="{FF7BB642-3206-4418-B0F4-CC60CABC0C6A}" type="presParOf" srcId="{6C88BB7D-FFD3-4986-B97D-082A5D8FF62C}" destId="{B74C0A1E-5FD6-4F08-B12D-13B86DA0206C}" srcOrd="2" destOrd="0" presId="urn:microsoft.com/office/officeart/2018/5/layout/IconLeafLabelList"/>
    <dgm:cxn modelId="{80428865-E5F5-4B38-ACC2-C52F9CA98C59}" type="presParOf" srcId="{B74C0A1E-5FD6-4F08-B12D-13B86DA0206C}" destId="{9C5252F4-CB93-41E8-B3C2-1A26720AC8CC}" srcOrd="0" destOrd="0" presId="urn:microsoft.com/office/officeart/2018/5/layout/IconLeafLabelList"/>
    <dgm:cxn modelId="{4E789DD8-CFFF-4772-80B1-0C0EDAB69271}" type="presParOf" srcId="{B74C0A1E-5FD6-4F08-B12D-13B86DA0206C}" destId="{F56EF73B-A943-4231-8AC9-2DC21805C8BD}" srcOrd="1" destOrd="0" presId="urn:microsoft.com/office/officeart/2018/5/layout/IconLeafLabelList"/>
    <dgm:cxn modelId="{3C75612F-519B-4F72-84AA-29B712F4EC2A}" type="presParOf" srcId="{B74C0A1E-5FD6-4F08-B12D-13B86DA0206C}" destId="{69509A2E-0288-4997-B213-FDFCFE85DA65}" srcOrd="2" destOrd="0" presId="urn:microsoft.com/office/officeart/2018/5/layout/IconLeafLabelList"/>
    <dgm:cxn modelId="{8B149596-8AFB-4B58-8DDF-5BCA7C9B1C6D}" type="presParOf" srcId="{B74C0A1E-5FD6-4F08-B12D-13B86DA0206C}" destId="{86A05716-0621-4C5E-9C28-FC6515F0A097}" srcOrd="3" destOrd="0" presId="urn:microsoft.com/office/officeart/2018/5/layout/IconLeafLabelList"/>
    <dgm:cxn modelId="{98EBF8FD-D91E-4A32-BA74-FD3FE6B1C80C}" type="presParOf" srcId="{6C88BB7D-FFD3-4986-B97D-082A5D8FF62C}" destId="{5A3C8708-BCC8-47DF-A79C-3EF1520C02F2}" srcOrd="3" destOrd="0" presId="urn:microsoft.com/office/officeart/2018/5/layout/IconLeafLabelList"/>
    <dgm:cxn modelId="{20C9A006-92DA-4020-814E-683FD1B8AA77}" type="presParOf" srcId="{6C88BB7D-FFD3-4986-B97D-082A5D8FF62C}" destId="{ECA6EC64-DB7F-46FA-8BD6-40F14AAF6974}" srcOrd="4" destOrd="0" presId="urn:microsoft.com/office/officeart/2018/5/layout/IconLeafLabelList"/>
    <dgm:cxn modelId="{C4DC247F-AFF4-44BC-B250-3BEAE747677E}" type="presParOf" srcId="{ECA6EC64-DB7F-46FA-8BD6-40F14AAF6974}" destId="{C48BD674-ACF3-48FC-BFD5-720ED206389D}" srcOrd="0" destOrd="0" presId="urn:microsoft.com/office/officeart/2018/5/layout/IconLeafLabelList"/>
    <dgm:cxn modelId="{67F04EB4-1AC4-4371-8C3A-EDBF6F9C7B29}" type="presParOf" srcId="{ECA6EC64-DB7F-46FA-8BD6-40F14AAF6974}" destId="{BE8FFA18-40FC-4CBE-9497-A180564CA0E4}" srcOrd="1" destOrd="0" presId="urn:microsoft.com/office/officeart/2018/5/layout/IconLeafLabelList"/>
    <dgm:cxn modelId="{F67E51DC-D825-42C7-9D73-178203FA47BE}" type="presParOf" srcId="{ECA6EC64-DB7F-46FA-8BD6-40F14AAF6974}" destId="{3C7F83D2-DAF0-4095-B346-C7BF3B7808F9}" srcOrd="2" destOrd="0" presId="urn:microsoft.com/office/officeart/2018/5/layout/IconLeafLabelList"/>
    <dgm:cxn modelId="{7F04C93A-88D2-4F3C-BFED-0203F13C319D}" type="presParOf" srcId="{ECA6EC64-DB7F-46FA-8BD6-40F14AAF6974}" destId="{99AC42D1-B297-439B-8B33-C3AB360DD838}" srcOrd="3" destOrd="0" presId="urn:microsoft.com/office/officeart/2018/5/layout/IconLeafLabelList"/>
    <dgm:cxn modelId="{BA112A01-8F76-450A-AEA5-06591F276432}" type="presParOf" srcId="{6C88BB7D-FFD3-4986-B97D-082A5D8FF62C}" destId="{0925FE4F-9960-484E-AC14-0287A28C0048}" srcOrd="5" destOrd="0" presId="urn:microsoft.com/office/officeart/2018/5/layout/IconLeafLabelList"/>
    <dgm:cxn modelId="{6747C7BE-6FE7-405B-8999-D830ADCE3CB7}" type="presParOf" srcId="{6C88BB7D-FFD3-4986-B97D-082A5D8FF62C}" destId="{251FBB36-6DD1-4195-999E-96558E9584EB}" srcOrd="6" destOrd="0" presId="urn:microsoft.com/office/officeart/2018/5/layout/IconLeafLabelList"/>
    <dgm:cxn modelId="{3A55C31B-BC21-4C52-BC81-EC196A10A31C}" type="presParOf" srcId="{251FBB36-6DD1-4195-999E-96558E9584EB}" destId="{3DC2E1FC-65C7-4990-AD5E-F694216C4187}" srcOrd="0" destOrd="0" presId="urn:microsoft.com/office/officeart/2018/5/layout/IconLeafLabelList"/>
    <dgm:cxn modelId="{E81E3C26-2BC4-43A2-9972-85F9CD7B92FB}" type="presParOf" srcId="{251FBB36-6DD1-4195-999E-96558E9584EB}" destId="{423F6FE9-91FE-44A6-9E24-257A37B60C42}" srcOrd="1" destOrd="0" presId="urn:microsoft.com/office/officeart/2018/5/layout/IconLeafLabelList"/>
    <dgm:cxn modelId="{75F9C978-0820-466A-903D-6BEFD968AF8E}" type="presParOf" srcId="{251FBB36-6DD1-4195-999E-96558E9584EB}" destId="{9523C4FF-89E3-4D25-9FD0-322C1DDAF77A}" srcOrd="2" destOrd="0" presId="urn:microsoft.com/office/officeart/2018/5/layout/IconLeafLabelList"/>
    <dgm:cxn modelId="{143B636E-263F-44EA-A71E-134FF0906FF8}" type="presParOf" srcId="{251FBB36-6DD1-4195-999E-96558E9584EB}" destId="{7991DD2F-A228-422F-8C37-2230FBDFD6CC}" srcOrd="3" destOrd="0" presId="urn:microsoft.com/office/officeart/2018/5/layout/IconLeafLabelList"/>
    <dgm:cxn modelId="{D9B98733-7CB4-46B8-927A-2FF6A7E15565}" type="presParOf" srcId="{6C88BB7D-FFD3-4986-B97D-082A5D8FF62C}" destId="{F471BCF6-EB0F-4AA5-88B2-7C7954169CAD}" srcOrd="7" destOrd="0" presId="urn:microsoft.com/office/officeart/2018/5/layout/IconLeafLabelList"/>
    <dgm:cxn modelId="{C586A6B6-FDD1-4CAF-AB2B-CF9C5FE25293}" type="presParOf" srcId="{6C88BB7D-FFD3-4986-B97D-082A5D8FF62C}" destId="{A5CC96F3-E231-4956-B819-E0BD8DC691DF}" srcOrd="8" destOrd="0" presId="urn:microsoft.com/office/officeart/2018/5/layout/IconLeafLabelList"/>
    <dgm:cxn modelId="{6B2C9163-8EF0-4045-883D-1E89B1C5E63D}" type="presParOf" srcId="{A5CC96F3-E231-4956-B819-E0BD8DC691DF}" destId="{8223E00D-5083-4F84-8F13-FD01CC463871}" srcOrd="0" destOrd="0" presId="urn:microsoft.com/office/officeart/2018/5/layout/IconLeafLabelList"/>
    <dgm:cxn modelId="{CFAC0740-D89C-4D95-9CAC-E77724CBDB08}" type="presParOf" srcId="{A5CC96F3-E231-4956-B819-E0BD8DC691DF}" destId="{D408CC0D-EC93-4701-8944-2A02906A065C}" srcOrd="1" destOrd="0" presId="urn:microsoft.com/office/officeart/2018/5/layout/IconLeafLabelList"/>
    <dgm:cxn modelId="{4C5D5E92-1EEA-4CD4-A4F8-0900D54C5CF4}" type="presParOf" srcId="{A5CC96F3-E231-4956-B819-E0BD8DC691DF}" destId="{C9C8A382-C45F-455B-8D4C-76DC5B5BB48A}" srcOrd="2" destOrd="0" presId="urn:microsoft.com/office/officeart/2018/5/layout/IconLeafLabelList"/>
    <dgm:cxn modelId="{36F43CB8-73A9-48EC-95DF-EB8C8AA4799A}" type="presParOf" srcId="{A5CC96F3-E231-4956-B819-E0BD8DC691DF}" destId="{E05D230B-FB5A-4CF2-AFEC-13A75BAFBB4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A60DB-FA1B-4EF3-A51C-5F6CDEBA5402}">
      <dsp:nvSpPr>
        <dsp:cNvPr id="0" name=""/>
        <dsp:cNvSpPr/>
      </dsp:nvSpPr>
      <dsp:spPr>
        <a:xfrm>
          <a:off x="581353" y="84659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17961-880A-41A3-B407-5AAA9CDF8EE5}">
      <dsp:nvSpPr>
        <dsp:cNvPr id="0" name=""/>
        <dsp:cNvSpPr/>
      </dsp:nvSpPr>
      <dsp:spPr>
        <a:xfrm>
          <a:off x="86353" y="1978359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UpsertClient with batching: Chunks large operations (800 records/batch) to respect SAP limits</a:t>
          </a:r>
        </a:p>
      </dsp:txBody>
      <dsp:txXfrm>
        <a:off x="86353" y="1978359"/>
        <a:ext cx="1800000" cy="1012500"/>
      </dsp:txXfrm>
    </dsp:sp>
    <dsp:sp modelId="{5E1D00E8-5C11-4050-BB64-2D0326B7303E}">
      <dsp:nvSpPr>
        <dsp:cNvPr id="0" name=""/>
        <dsp:cNvSpPr/>
      </dsp:nvSpPr>
      <dsp:spPr>
        <a:xfrm>
          <a:off x="2696353" y="84659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E219D-389B-498A-B148-978BBCDF7EE9}">
      <dsp:nvSpPr>
        <dsp:cNvPr id="0" name=""/>
        <dsp:cNvSpPr/>
      </dsp:nvSpPr>
      <dsp:spPr>
        <a:xfrm>
          <a:off x="2201353" y="1978359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Intelligent retry logic: Exponential backoff with client error detection (no retry on 4xx) except 429 and 403</a:t>
          </a:r>
        </a:p>
      </dsp:txBody>
      <dsp:txXfrm>
        <a:off x="2201353" y="1978359"/>
        <a:ext cx="1800000" cy="1012500"/>
      </dsp:txXfrm>
    </dsp:sp>
    <dsp:sp modelId="{5633151B-0981-4EBC-84FB-C7247800531C}">
      <dsp:nvSpPr>
        <dsp:cNvPr id="0" name=""/>
        <dsp:cNvSpPr/>
      </dsp:nvSpPr>
      <dsp:spPr>
        <a:xfrm>
          <a:off x="4811353" y="84659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17AE0-98FD-4927-ABDD-F48EB977ED0A}">
      <dsp:nvSpPr>
        <dsp:cNvPr id="0" name=""/>
        <dsp:cNvSpPr/>
      </dsp:nvSpPr>
      <dsp:spPr>
        <a:xfrm>
          <a:off x="4316353" y="1978359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History tracking system: PipelineHistoryLoader with batch operations for performance</a:t>
          </a:r>
        </a:p>
      </dsp:txBody>
      <dsp:txXfrm>
        <a:off x="4316353" y="1978359"/>
        <a:ext cx="1800000" cy="1012500"/>
      </dsp:txXfrm>
    </dsp:sp>
    <dsp:sp modelId="{A70DAAE7-2988-4581-903D-B8179820580E}">
      <dsp:nvSpPr>
        <dsp:cNvPr id="0" name=""/>
        <dsp:cNvSpPr/>
      </dsp:nvSpPr>
      <dsp:spPr>
        <a:xfrm>
          <a:off x="6926353" y="84659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C94E8-8E5A-4BD4-8365-FD8110FD47DB}">
      <dsp:nvSpPr>
        <dsp:cNvPr id="0" name=""/>
        <dsp:cNvSpPr/>
      </dsp:nvSpPr>
      <dsp:spPr>
        <a:xfrm>
          <a:off x="6431353" y="1978359"/>
          <a:ext cx="180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>
                  <a:lumMod val="75000"/>
                  <a:lumOff val="25000"/>
                </a:schemeClr>
              </a:solidFill>
              <a:latin typeface="Aptos" panose="020B0004020202020204" pitchFamily="34" charset="0"/>
            </a:rPr>
            <a:t>Graceful degradation: Pipeline continues despite individual user failures</a:t>
          </a:r>
        </a:p>
      </dsp:txBody>
      <dsp:txXfrm>
        <a:off x="6431353" y="1978359"/>
        <a:ext cx="1800000" cy="101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2AE0D-9A91-44A4-B6DD-B9ABBDE76FA9}">
      <dsp:nvSpPr>
        <dsp:cNvPr id="0" name=""/>
        <dsp:cNvSpPr/>
      </dsp:nvSpPr>
      <dsp:spPr>
        <a:xfrm>
          <a:off x="761" y="222410"/>
          <a:ext cx="2969600" cy="1781760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Comprehensive logging: UTF-8 support for international characters and status symbols</a:t>
          </a:r>
        </a:p>
      </dsp:txBody>
      <dsp:txXfrm>
        <a:off x="761" y="222410"/>
        <a:ext cx="2969600" cy="1781760"/>
      </dsp:txXfrm>
    </dsp:sp>
    <dsp:sp modelId="{05796ECD-B8B5-4A01-8094-6DA5693C4E73}">
      <dsp:nvSpPr>
        <dsp:cNvPr id="0" name=""/>
        <dsp:cNvSpPr/>
      </dsp:nvSpPr>
      <dsp:spPr>
        <a:xfrm>
          <a:off x="3267322" y="222410"/>
          <a:ext cx="2969600" cy="1781760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Pipeline run tracking: Database-backed history with run status (RUNNING/SUCCESS/PARTIAL/FAILED)</a:t>
          </a:r>
        </a:p>
      </dsp:txBody>
      <dsp:txXfrm>
        <a:off x="3267322" y="222410"/>
        <a:ext cx="2969600" cy="1781760"/>
      </dsp:txXfrm>
    </dsp:sp>
    <dsp:sp modelId="{CB1851D0-BE9F-4351-8A62-EE5B1835BD73}">
      <dsp:nvSpPr>
        <dsp:cNvPr id="0" name=""/>
        <dsp:cNvSpPr/>
      </dsp:nvSpPr>
      <dsp:spPr>
        <a:xfrm>
          <a:off x="761" y="2301130"/>
          <a:ext cx="2969600" cy="1781760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Failure diagnostics: Captures payload snapshots, error messages, and operation context</a:t>
          </a:r>
        </a:p>
      </dsp:txBody>
      <dsp:txXfrm>
        <a:off x="761" y="2301130"/>
        <a:ext cx="2969600" cy="1781760"/>
      </dsp:txXfrm>
    </dsp:sp>
    <dsp:sp modelId="{ECE614B0-BEE0-4935-8E40-360481299C80}">
      <dsp:nvSpPr>
        <dsp:cNvPr id="0" name=""/>
        <dsp:cNvSpPr/>
      </dsp:nvSpPr>
      <dsp:spPr>
        <a:xfrm>
          <a:off x="3267322" y="2301130"/>
          <a:ext cx="2969600" cy="1781760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Warning system: Non-blocking warnings tracked separately from hard errors</a:t>
          </a:r>
        </a:p>
      </dsp:txBody>
      <dsp:txXfrm>
        <a:off x="3267322" y="2301130"/>
        <a:ext cx="2969600" cy="1781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F8D43-8F84-40F5-86C9-FF1F4ADD0A84}">
      <dsp:nvSpPr>
        <dsp:cNvPr id="0" name=""/>
        <dsp:cNvSpPr/>
      </dsp:nvSpPr>
      <dsp:spPr>
        <a:xfrm>
          <a:off x="0" y="1441"/>
          <a:ext cx="8039089" cy="7306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153399B-7C35-4F75-9061-183340D24C20}">
      <dsp:nvSpPr>
        <dsp:cNvPr id="0" name=""/>
        <dsp:cNvSpPr/>
      </dsp:nvSpPr>
      <dsp:spPr>
        <a:xfrm>
          <a:off x="221019" y="165836"/>
          <a:ext cx="401853" cy="401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7E8C86-0458-4D67-9EC2-3052C2866D12}">
      <dsp:nvSpPr>
        <dsp:cNvPr id="0" name=""/>
        <dsp:cNvSpPr/>
      </dsp:nvSpPr>
      <dsp:spPr>
        <a:xfrm>
          <a:off x="843892" y="1441"/>
          <a:ext cx="7195196" cy="730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26" tIns="77326" rIns="77326" bIns="773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1"/>
              </a:solidFill>
              <a:latin typeface="Aptos" panose="020B0004020202020204" pitchFamily="34" charset="0"/>
            </a:rPr>
            <a:t>pipeline_run_summary: Tracks run status, counts (new/updated/terminated), timestamps</a:t>
          </a:r>
        </a:p>
      </dsp:txBody>
      <dsp:txXfrm>
        <a:off x="843892" y="1441"/>
        <a:ext cx="7195196" cy="730642"/>
      </dsp:txXfrm>
    </dsp:sp>
    <dsp:sp modelId="{FD30E85A-F81B-4241-805F-0BEA46E5A2CC}">
      <dsp:nvSpPr>
        <dsp:cNvPr id="0" name=""/>
        <dsp:cNvSpPr/>
      </dsp:nvSpPr>
      <dsp:spPr>
        <a:xfrm>
          <a:off x="0" y="914744"/>
          <a:ext cx="8039089" cy="7306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4BA7B09-6CC4-4971-A033-2947FACA2678}">
      <dsp:nvSpPr>
        <dsp:cNvPr id="0" name=""/>
        <dsp:cNvSpPr/>
      </dsp:nvSpPr>
      <dsp:spPr>
        <a:xfrm>
          <a:off x="221019" y="1079139"/>
          <a:ext cx="401853" cy="401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7C51008-15B5-4A37-96DC-624C10B6F32D}">
      <dsp:nvSpPr>
        <dsp:cNvPr id="0" name=""/>
        <dsp:cNvSpPr/>
      </dsp:nvSpPr>
      <dsp:spPr>
        <a:xfrm>
          <a:off x="843892" y="914744"/>
          <a:ext cx="7195196" cy="730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26" tIns="77326" rIns="77326" bIns="773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1"/>
              </a:solidFill>
              <a:latin typeface="Aptos" panose="020B0004020202020204" pitchFamily="34" charset="0"/>
            </a:rPr>
            <a:t>user_sync_failures: Per-user failures with run id, operation type, error message, payload snapshot</a:t>
          </a:r>
        </a:p>
      </dsp:txBody>
      <dsp:txXfrm>
        <a:off x="843892" y="914744"/>
        <a:ext cx="7195196" cy="730642"/>
      </dsp:txXfrm>
    </dsp:sp>
    <dsp:sp modelId="{D615B978-0A78-4A41-A442-5231F31B53B4}">
      <dsp:nvSpPr>
        <dsp:cNvPr id="0" name=""/>
        <dsp:cNvSpPr/>
      </dsp:nvSpPr>
      <dsp:spPr>
        <a:xfrm>
          <a:off x="0" y="1828048"/>
          <a:ext cx="8039089" cy="7306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DBDB17-2892-4BD6-B4A6-B13A2221F301}">
      <dsp:nvSpPr>
        <dsp:cNvPr id="0" name=""/>
        <dsp:cNvSpPr/>
      </dsp:nvSpPr>
      <dsp:spPr>
        <a:xfrm>
          <a:off x="221019" y="1992442"/>
          <a:ext cx="401853" cy="401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83CB776-674D-443B-8147-3CBC6A314074}">
      <dsp:nvSpPr>
        <dsp:cNvPr id="0" name=""/>
        <dsp:cNvSpPr/>
      </dsp:nvSpPr>
      <dsp:spPr>
        <a:xfrm>
          <a:off x="843892" y="1828048"/>
          <a:ext cx="7195196" cy="730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26" tIns="77326" rIns="77326" bIns="773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accent1"/>
              </a:solidFill>
              <a:latin typeface="Aptos" panose="020B0004020202020204" pitchFamily="34" charset="0"/>
            </a:rPr>
            <a:t>employee_field_changes: Field-level audit trail with old/new values</a:t>
          </a:r>
        </a:p>
      </dsp:txBody>
      <dsp:txXfrm>
        <a:off x="843892" y="1828048"/>
        <a:ext cx="7195196" cy="730642"/>
      </dsp:txXfrm>
    </dsp:sp>
    <dsp:sp modelId="{1A45962C-22ED-4F17-8CDA-0DA64B0B054E}">
      <dsp:nvSpPr>
        <dsp:cNvPr id="0" name=""/>
        <dsp:cNvSpPr/>
      </dsp:nvSpPr>
      <dsp:spPr>
        <a:xfrm>
          <a:off x="0" y="2741351"/>
          <a:ext cx="8039089" cy="73064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72129F-F75D-4BF8-AF75-8FE1E40D3693}">
      <dsp:nvSpPr>
        <dsp:cNvPr id="0" name=""/>
        <dsp:cNvSpPr/>
      </dsp:nvSpPr>
      <dsp:spPr>
        <a:xfrm>
          <a:off x="221019" y="2905746"/>
          <a:ext cx="401853" cy="4018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AB31ED-C5FE-4A14-BF7A-188F23150BF4}">
      <dsp:nvSpPr>
        <dsp:cNvPr id="0" name=""/>
        <dsp:cNvSpPr/>
      </dsp:nvSpPr>
      <dsp:spPr>
        <a:xfrm>
          <a:off x="843892" y="2741351"/>
          <a:ext cx="7195196" cy="730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326" tIns="77326" rIns="77326" bIns="773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accent1"/>
              </a:solidFill>
              <a:latin typeface="Aptos" panose="020B0004020202020204" pitchFamily="34" charset="0"/>
            </a:rPr>
            <a:t>employee_field_changes_batches: Links field changes to pipeline runs via run_id</a:t>
          </a:r>
        </a:p>
      </dsp:txBody>
      <dsp:txXfrm>
        <a:off x="843892" y="2741351"/>
        <a:ext cx="7195196" cy="7306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97DF6-5426-42DF-82D1-2DACE9F7AB05}">
      <dsp:nvSpPr>
        <dsp:cNvPr id="0" name=""/>
        <dsp:cNvSpPr/>
      </dsp:nvSpPr>
      <dsp:spPr>
        <a:xfrm>
          <a:off x="953420" y="1483"/>
          <a:ext cx="945738" cy="9457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DD7BF-A411-42B2-94F3-9982D0152AC4}">
      <dsp:nvSpPr>
        <dsp:cNvPr id="0" name=""/>
        <dsp:cNvSpPr/>
      </dsp:nvSpPr>
      <dsp:spPr>
        <a:xfrm>
          <a:off x="1154971" y="203034"/>
          <a:ext cx="542636" cy="5426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0545D-1928-44D2-91C7-4E28FC6FB999}">
      <dsp:nvSpPr>
        <dsp:cNvPr id="0" name=""/>
        <dsp:cNvSpPr/>
      </dsp:nvSpPr>
      <dsp:spPr>
        <a:xfrm>
          <a:off x="651094" y="1241796"/>
          <a:ext cx="1550390" cy="717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000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900" kern="12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User Execution Context: Real-time error/warning collection per user</a:t>
          </a:r>
        </a:p>
      </dsp:txBody>
      <dsp:txXfrm>
        <a:off x="651094" y="1241796"/>
        <a:ext cx="1550390" cy="717055"/>
      </dsp:txXfrm>
    </dsp:sp>
    <dsp:sp modelId="{9C5252F4-CB93-41E8-B3C2-1A26720AC8CC}">
      <dsp:nvSpPr>
        <dsp:cNvPr id="0" name=""/>
        <dsp:cNvSpPr/>
      </dsp:nvSpPr>
      <dsp:spPr>
        <a:xfrm>
          <a:off x="2775129" y="1483"/>
          <a:ext cx="945738" cy="9457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EF73B-A943-4231-8AC9-2DC21805C8BD}">
      <dsp:nvSpPr>
        <dsp:cNvPr id="0" name=""/>
        <dsp:cNvSpPr/>
      </dsp:nvSpPr>
      <dsp:spPr>
        <a:xfrm>
          <a:off x="2976680" y="203034"/>
          <a:ext cx="542636" cy="5426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05716-0621-4C5E-9C28-FC6515F0A097}">
      <dsp:nvSpPr>
        <dsp:cNvPr id="0" name=""/>
        <dsp:cNvSpPr/>
      </dsp:nvSpPr>
      <dsp:spPr>
        <a:xfrm>
          <a:off x="2472803" y="1241796"/>
          <a:ext cx="1550390" cy="717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000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900" kern="12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Structured Logging: Categorized logs with operation context and user identification</a:t>
          </a:r>
        </a:p>
      </dsp:txBody>
      <dsp:txXfrm>
        <a:off x="2472803" y="1241796"/>
        <a:ext cx="1550390" cy="717055"/>
      </dsp:txXfrm>
    </dsp:sp>
    <dsp:sp modelId="{C48BD674-ACF3-48FC-BFD5-720ED206389D}">
      <dsp:nvSpPr>
        <dsp:cNvPr id="0" name=""/>
        <dsp:cNvSpPr/>
      </dsp:nvSpPr>
      <dsp:spPr>
        <a:xfrm>
          <a:off x="4596838" y="1483"/>
          <a:ext cx="945738" cy="9457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FFA18-40FC-4CBE-9497-A180564CA0E4}">
      <dsp:nvSpPr>
        <dsp:cNvPr id="0" name=""/>
        <dsp:cNvSpPr/>
      </dsp:nvSpPr>
      <dsp:spPr>
        <a:xfrm>
          <a:off x="4798389" y="203034"/>
          <a:ext cx="542636" cy="5426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C42D1-B297-439B-8B33-C3AB360DD838}">
      <dsp:nvSpPr>
        <dsp:cNvPr id="0" name=""/>
        <dsp:cNvSpPr/>
      </dsp:nvSpPr>
      <dsp:spPr>
        <a:xfrm>
          <a:off x="4294512" y="1241796"/>
          <a:ext cx="1550390" cy="717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000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900" kern="12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Success/Failure Metrics: Counts tracked at pipeline, batch, and user levels</a:t>
          </a:r>
        </a:p>
      </dsp:txBody>
      <dsp:txXfrm>
        <a:off x="4294512" y="1241796"/>
        <a:ext cx="1550390" cy="717055"/>
      </dsp:txXfrm>
    </dsp:sp>
    <dsp:sp modelId="{3DC2E1FC-65C7-4990-AD5E-F694216C4187}">
      <dsp:nvSpPr>
        <dsp:cNvPr id="0" name=""/>
        <dsp:cNvSpPr/>
      </dsp:nvSpPr>
      <dsp:spPr>
        <a:xfrm>
          <a:off x="6418547" y="1483"/>
          <a:ext cx="945738" cy="9457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F6FE9-91FE-44A6-9E24-257A37B60C42}">
      <dsp:nvSpPr>
        <dsp:cNvPr id="0" name=""/>
        <dsp:cNvSpPr/>
      </dsp:nvSpPr>
      <dsp:spPr>
        <a:xfrm>
          <a:off x="6620098" y="203034"/>
          <a:ext cx="542636" cy="5426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1DD2F-A228-422F-8C37-2230FBDFD6CC}">
      <dsp:nvSpPr>
        <dsp:cNvPr id="0" name=""/>
        <dsp:cNvSpPr/>
      </dsp:nvSpPr>
      <dsp:spPr>
        <a:xfrm>
          <a:off x="6116221" y="1241796"/>
          <a:ext cx="1550390" cy="717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000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900" kern="12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Debug Outputs: Optional CSV exports for verification (creation batches, SAP cache, etc.)</a:t>
          </a:r>
        </a:p>
      </dsp:txBody>
      <dsp:txXfrm>
        <a:off x="6116221" y="1241796"/>
        <a:ext cx="1550390" cy="717055"/>
      </dsp:txXfrm>
    </dsp:sp>
    <dsp:sp modelId="{8223E00D-5083-4F84-8F13-FD01CC463871}">
      <dsp:nvSpPr>
        <dsp:cNvPr id="0" name=""/>
        <dsp:cNvSpPr/>
      </dsp:nvSpPr>
      <dsp:spPr>
        <a:xfrm>
          <a:off x="3685983" y="2346449"/>
          <a:ext cx="945738" cy="945738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8CC0D-EC93-4701-8944-2A02906A065C}">
      <dsp:nvSpPr>
        <dsp:cNvPr id="0" name=""/>
        <dsp:cNvSpPr/>
      </dsp:nvSpPr>
      <dsp:spPr>
        <a:xfrm>
          <a:off x="3887534" y="2548000"/>
          <a:ext cx="542636" cy="5426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D230B-FB5A-4CF2-AFEC-13A75BAFBB47}">
      <dsp:nvSpPr>
        <dsp:cNvPr id="0" name=""/>
        <dsp:cNvSpPr/>
      </dsp:nvSpPr>
      <dsp:spPr>
        <a:xfrm>
          <a:off x="3383657" y="3586761"/>
          <a:ext cx="1550390" cy="717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000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900" kern="1200" dirty="0">
              <a:solidFill>
                <a:schemeClr val="tx2">
                  <a:lumMod val="95000"/>
                  <a:lumOff val="5000"/>
                </a:schemeClr>
              </a:solidFill>
              <a:latin typeface="Aptos" panose="020B0004020202020204" pitchFamily="34" charset="0"/>
            </a:rPr>
            <a:t>Notification System: Email alerts with pipeline summary and failure details</a:t>
          </a:r>
        </a:p>
      </dsp:txBody>
      <dsp:txXfrm>
        <a:off x="3383657" y="3586761"/>
        <a:ext cx="1550390" cy="717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825AE3-94B7-FC05-296C-07F929B833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B0A60-901F-4ECD-B170-5DBC786D80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1F3C4-FA19-44C0-81A6-0201DEA8D3D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AD31C-4A8F-EAA7-9D67-5CE774AB43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PDM2EC ETL Pipeline - Kuhene+Nagel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90586-BA3C-F0D7-EB02-704387D229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0DAB5-FC25-49B8-AFFA-D1BE19EBD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97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EC76A-76EB-4139-9AE6-113CD944DC9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PDM2EC ETL Pipeline - Kuhene+Nagel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51966-7C1C-41C6-977C-67D9D6A6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119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business value and scope of the pdm2ec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Initial foundation - data connectivity and extraction layer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Business logic layer - intelligent processing and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Core orchestration engine - the heart of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Enterprise-grade reliability and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observability and debugging capabilities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Intelligent processing features that set this pipeline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Performance is a first-class citizen - optimized for enterprise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Comprehensive validation ensures data quality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Database-backed monitoring with full audit trail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Rich runtime observability for operations and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Well-architected system with clear responsibilities per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Quantifiable achievements demonstrating pipeline effectiveness.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Transparent about challenges with proven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BA0A77-9B01-C145-A2C6-946331995F8E}" type="slidenum">
              <a:rPr lang="x-none" smtClean="0"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061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image_light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3" name="overlay">
            <a:extLst>
              <a:ext uri="{FF2B5EF4-FFF2-40B4-BE49-F238E27FC236}">
                <a16:creationId xmlns:a16="http://schemas.microsoft.com/office/drawing/2014/main" id="{29E87C8D-DF2F-8985-FB06-88035B25C6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33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2D6A577-6802-5048-0308-F17DF8931039}"/>
              </a:ext>
            </a:extLst>
          </p:cNvPr>
          <p:cNvSpPr>
            <a:spLocks noEditPoints="1"/>
          </p:cNvSpPr>
          <p:nvPr/>
        </p:nvSpPr>
        <p:spPr bwMode="auto">
          <a:xfrm>
            <a:off x="6658104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rgbClr val="003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28EB8D0-4D10-F403-8AEC-1BA111CDC4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Additional presenter information 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CB3DD51E-5D50-D830-0423-6E8F941F3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486D357-42EC-FEDB-A9F0-DFBE67D53F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 dirty="0"/>
              <a:t>Enter 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378291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image_dark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2D6A577-6802-5048-0308-F17DF8931039}"/>
              </a:ext>
            </a:extLst>
          </p:cNvPr>
          <p:cNvSpPr>
            <a:spLocks noEditPoints="1"/>
          </p:cNvSpPr>
          <p:nvPr/>
        </p:nvSpPr>
        <p:spPr bwMode="auto">
          <a:xfrm>
            <a:off x="6658104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rgbClr val="003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overlay">
            <a:extLst>
              <a:ext uri="{FF2B5EF4-FFF2-40B4-BE49-F238E27FC236}">
                <a16:creationId xmlns:a16="http://schemas.microsoft.com/office/drawing/2014/main" id="{52EECBE4-3A6F-1BD0-DEF8-5EFB5762F8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3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38C44A-FE10-43DE-8646-CCF77F86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 dirty="0"/>
              <a:t>Enter presentation title 36pt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DEC66D8-3FA9-8C52-B796-ECC7CCC1E1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Additional presenter information 18pt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2E956-86AA-AF79-04A9-64C88D0BE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light_image_ligh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A78F6C-1040-24C5-9C8E-32EB44FE413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overlay">
            <a:extLst>
              <a:ext uri="{FF2B5EF4-FFF2-40B4-BE49-F238E27FC236}">
                <a16:creationId xmlns:a16="http://schemas.microsoft.com/office/drawing/2014/main" id="{820665D9-6F2A-399E-00A1-5BA7838B16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33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0B5C79E-4A28-4B13-1DF4-344A49EA76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Additional presenter information 18pt 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2DA19D1-E599-4B43-ACBA-3DECFEA4640C}"/>
              </a:ext>
            </a:extLst>
          </p:cNvPr>
          <p:cNvSpPr>
            <a:spLocks noEditPoints="1"/>
          </p:cNvSpPr>
          <p:nvPr/>
        </p:nvSpPr>
        <p:spPr bwMode="auto">
          <a:xfrm>
            <a:off x="6655595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38C44A-FE10-43DE-8646-CCF77F86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/>
              <a:t>Enter presentation title 36pt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38C963-6FE7-4FE6-DCDF-A2C1AAF51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7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image_dark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A78F6C-1040-24C5-9C8E-32EB44FE413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overlay">
            <a:extLst>
              <a:ext uri="{FF2B5EF4-FFF2-40B4-BE49-F238E27FC236}">
                <a16:creationId xmlns:a16="http://schemas.microsoft.com/office/drawing/2014/main" id="{87185179-C300-6D51-E554-24999E52A7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3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38C44A-FE10-43DE-8646-CCF77F86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/>
              <a:t>Enter presentation title 36pt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2DA19D1-E599-4B43-ACBA-3DECFEA4640C}"/>
              </a:ext>
            </a:extLst>
          </p:cNvPr>
          <p:cNvSpPr>
            <a:spLocks noEditPoints="1"/>
          </p:cNvSpPr>
          <p:nvPr/>
        </p:nvSpPr>
        <p:spPr bwMode="auto">
          <a:xfrm>
            <a:off x="6655595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E20C6F-709E-B01F-8F20-0871B782F7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Additional presenter information 18pt 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6F25977-215D-19F8-FB80-68E2C80A5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7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_image_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5BEB0090-61C1-0A5D-C0DB-306A3C3FCA56}"/>
              </a:ext>
            </a:extLst>
          </p:cNvPr>
          <p:cNvSpPr>
            <a:spLocks noEditPoints="1"/>
          </p:cNvSpPr>
          <p:nvPr/>
        </p:nvSpPr>
        <p:spPr bwMode="auto">
          <a:xfrm>
            <a:off x="6658104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rgbClr val="003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8ADE6A-BD19-944F-EF2A-41CF5CAE1B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3611" y="0"/>
            <a:ext cx="8230389" cy="4577918"/>
          </a:xfrm>
          <a:custGeom>
            <a:avLst/>
            <a:gdLst>
              <a:gd name="connsiteX0" fmla="*/ 286761 w 10973852"/>
              <a:gd name="connsiteY0" fmla="*/ 0 h 4577918"/>
              <a:gd name="connsiteX1" fmla="*/ 10687091 w 10973852"/>
              <a:gd name="connsiteY1" fmla="*/ 0 h 4577918"/>
              <a:gd name="connsiteX2" fmla="*/ 10687092 w 10973852"/>
              <a:gd name="connsiteY2" fmla="*/ 0 h 4577918"/>
              <a:gd name="connsiteX3" fmla="*/ 10973851 w 10973852"/>
              <a:gd name="connsiteY3" fmla="*/ 0 h 4577918"/>
              <a:gd name="connsiteX4" fmla="*/ 10973851 w 10973852"/>
              <a:gd name="connsiteY4" fmla="*/ 1 h 4577918"/>
              <a:gd name="connsiteX5" fmla="*/ 10973852 w 10973852"/>
              <a:gd name="connsiteY5" fmla="*/ 1 h 4577918"/>
              <a:gd name="connsiteX6" fmla="*/ 10973852 w 10973852"/>
              <a:gd name="connsiteY6" fmla="*/ 286761 h 4577918"/>
              <a:gd name="connsiteX7" fmla="*/ 10973852 w 10973852"/>
              <a:gd name="connsiteY7" fmla="*/ 1989140 h 4577918"/>
              <a:gd name="connsiteX8" fmla="*/ 10973852 w 10973852"/>
              <a:gd name="connsiteY8" fmla="*/ 4291156 h 4577918"/>
              <a:gd name="connsiteX9" fmla="*/ 10973851 w 10973852"/>
              <a:gd name="connsiteY9" fmla="*/ 4291161 h 4577918"/>
              <a:gd name="connsiteX10" fmla="*/ 10973851 w 10973852"/>
              <a:gd name="connsiteY10" fmla="*/ 4577918 h 4577918"/>
              <a:gd name="connsiteX11" fmla="*/ 8221126 w 10973852"/>
              <a:gd name="connsiteY11" fmla="*/ 4577918 h 4577918"/>
              <a:gd name="connsiteX12" fmla="*/ 8221126 w 10973852"/>
              <a:gd name="connsiteY12" fmla="*/ 4577917 h 4577918"/>
              <a:gd name="connsiteX13" fmla="*/ 286761 w 10973852"/>
              <a:gd name="connsiteY13" fmla="*/ 4577917 h 4577918"/>
              <a:gd name="connsiteX14" fmla="*/ 0 w 10973852"/>
              <a:gd name="connsiteY14" fmla="*/ 4291156 h 4577918"/>
              <a:gd name="connsiteX15" fmla="*/ 0 w 10973852"/>
              <a:gd name="connsiteY15" fmla="*/ 286761 h 4577918"/>
              <a:gd name="connsiteX16" fmla="*/ 0 w 10973852"/>
              <a:gd name="connsiteY16" fmla="*/ 286760 h 4577918"/>
              <a:gd name="connsiteX17" fmla="*/ 0 w 10973852"/>
              <a:gd name="connsiteY17" fmla="*/ 1 h 4577918"/>
              <a:gd name="connsiteX18" fmla="*/ 286751 w 10973852"/>
              <a:gd name="connsiteY18" fmla="*/ 1 h 457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73852" h="4577918">
                <a:moveTo>
                  <a:pt x="286761" y="0"/>
                </a:moveTo>
                <a:lnTo>
                  <a:pt x="10687091" y="0"/>
                </a:lnTo>
                <a:lnTo>
                  <a:pt x="10687092" y="0"/>
                </a:lnTo>
                <a:lnTo>
                  <a:pt x="10973851" y="0"/>
                </a:lnTo>
                <a:lnTo>
                  <a:pt x="10973851" y="1"/>
                </a:lnTo>
                <a:lnTo>
                  <a:pt x="10973852" y="1"/>
                </a:lnTo>
                <a:lnTo>
                  <a:pt x="10973852" y="286761"/>
                </a:lnTo>
                <a:lnTo>
                  <a:pt x="10973852" y="1989140"/>
                </a:lnTo>
                <a:lnTo>
                  <a:pt x="10973852" y="4291156"/>
                </a:lnTo>
                <a:lnTo>
                  <a:pt x="10973851" y="4291161"/>
                </a:lnTo>
                <a:lnTo>
                  <a:pt x="10973851" y="4577918"/>
                </a:lnTo>
                <a:lnTo>
                  <a:pt x="8221126" y="4577918"/>
                </a:lnTo>
                <a:lnTo>
                  <a:pt x="8221126" y="4577917"/>
                </a:lnTo>
                <a:lnTo>
                  <a:pt x="286761" y="4577917"/>
                </a:lnTo>
                <a:cubicBezTo>
                  <a:pt x="128387" y="4577917"/>
                  <a:pt x="0" y="4449530"/>
                  <a:pt x="0" y="4291156"/>
                </a:cubicBezTo>
                <a:lnTo>
                  <a:pt x="0" y="286761"/>
                </a:lnTo>
                <a:lnTo>
                  <a:pt x="0" y="286760"/>
                </a:lnTo>
                <a:lnTo>
                  <a:pt x="0" y="1"/>
                </a:lnTo>
                <a:lnTo>
                  <a:pt x="286751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576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60AFD920-35EB-9985-10BF-FA32EBA26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DE571-BA8D-0232-2D9A-7102EBF838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3611" y="5193869"/>
            <a:ext cx="4715664" cy="740538"/>
          </a:xfrm>
        </p:spPr>
        <p:txBody>
          <a:bodyPr/>
          <a:lstStyle/>
          <a:p>
            <a:pPr lvl="0"/>
            <a:r>
              <a:rPr lang="en-GB" noProof="0" dirty="0"/>
              <a:t>Presentation title and information – two lines of text 24pt</a:t>
            </a:r>
          </a:p>
        </p:txBody>
      </p:sp>
    </p:spTree>
    <p:extLst>
      <p:ext uri="{BB962C8B-B14F-4D97-AF65-F5344CB8AC3E}">
        <p14:creationId xmlns:p14="http://schemas.microsoft.com/office/powerpoint/2010/main" val="173985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hit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489F8347-7309-988C-1451-B8C21F43D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0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blu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5579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y-BG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615DA-D06C-B7FD-C13C-E28514A44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C3209E0-8C1A-D3CC-09D9-A1CCA42EA0E8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147CA8-EC2D-68EC-5285-75585951E61C}"/>
              </a:ext>
            </a:extLst>
          </p:cNvPr>
          <p:cNvSpPr/>
          <p:nvPr/>
        </p:nvSpPr>
        <p:spPr>
          <a:xfrm>
            <a:off x="413145" y="0"/>
            <a:ext cx="8730854" cy="6308726"/>
          </a:xfrm>
          <a:custGeom>
            <a:avLst/>
            <a:gdLst>
              <a:gd name="connsiteX0" fmla="*/ 7145339 w 11641138"/>
              <a:gd name="connsiteY0" fmla="*/ 0 h 6308726"/>
              <a:gd name="connsiteX1" fmla="*/ 11641138 w 11641138"/>
              <a:gd name="connsiteY1" fmla="*/ 0 h 6308726"/>
              <a:gd name="connsiteX2" fmla="*/ 11641138 w 11641138"/>
              <a:gd name="connsiteY2" fmla="*/ 260929 h 6308726"/>
              <a:gd name="connsiteX3" fmla="*/ 11641138 w 11641138"/>
              <a:gd name="connsiteY3" fmla="*/ 6047797 h 6308726"/>
              <a:gd name="connsiteX4" fmla="*/ 11641138 w 11641138"/>
              <a:gd name="connsiteY4" fmla="*/ 6308726 h 6308726"/>
              <a:gd name="connsiteX5" fmla="*/ 11380209 w 11641138"/>
              <a:gd name="connsiteY5" fmla="*/ 6308726 h 6308726"/>
              <a:gd name="connsiteX6" fmla="*/ 7145339 w 11641138"/>
              <a:gd name="connsiteY6" fmla="*/ 6308726 h 6308726"/>
              <a:gd name="connsiteX7" fmla="*/ 260930 w 11641138"/>
              <a:gd name="connsiteY7" fmla="*/ 6308726 h 6308726"/>
              <a:gd name="connsiteX8" fmla="*/ 1 w 11641138"/>
              <a:gd name="connsiteY8" fmla="*/ 6047797 h 6308726"/>
              <a:gd name="connsiteX9" fmla="*/ 1 w 11641138"/>
              <a:gd name="connsiteY9" fmla="*/ 1276350 h 6308726"/>
              <a:gd name="connsiteX10" fmla="*/ 0 w 11641138"/>
              <a:gd name="connsiteY10" fmla="*/ 1276350 h 6308726"/>
              <a:gd name="connsiteX11" fmla="*/ 0 w 11641138"/>
              <a:gd name="connsiteY11" fmla="*/ 0 h 6308726"/>
              <a:gd name="connsiteX12" fmla="*/ 260930 w 11641138"/>
              <a:gd name="connsiteY12" fmla="*/ 0 h 6308726"/>
              <a:gd name="connsiteX13" fmla="*/ 7145339 w 11641138"/>
              <a:gd name="connsiteY13" fmla="*/ 0 h 630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641138" h="6308726">
                <a:moveTo>
                  <a:pt x="7145339" y="0"/>
                </a:moveTo>
                <a:lnTo>
                  <a:pt x="11641138" y="0"/>
                </a:lnTo>
                <a:lnTo>
                  <a:pt x="11641138" y="260929"/>
                </a:lnTo>
                <a:lnTo>
                  <a:pt x="11641138" y="6047797"/>
                </a:lnTo>
                <a:lnTo>
                  <a:pt x="11641138" y="6308726"/>
                </a:lnTo>
                <a:lnTo>
                  <a:pt x="11380209" y="6308726"/>
                </a:lnTo>
                <a:lnTo>
                  <a:pt x="7145339" y="6308726"/>
                </a:lnTo>
                <a:lnTo>
                  <a:pt x="260930" y="6308726"/>
                </a:lnTo>
                <a:cubicBezTo>
                  <a:pt x="116823" y="6308726"/>
                  <a:pt x="1" y="6191904"/>
                  <a:pt x="1" y="6047797"/>
                </a:cubicBezTo>
                <a:lnTo>
                  <a:pt x="1" y="1276350"/>
                </a:lnTo>
                <a:lnTo>
                  <a:pt x="0" y="1276350"/>
                </a:lnTo>
                <a:lnTo>
                  <a:pt x="0" y="0"/>
                </a:lnTo>
                <a:lnTo>
                  <a:pt x="260930" y="0"/>
                </a:lnTo>
                <a:lnTo>
                  <a:pt x="714533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013"/>
          </a:p>
        </p:txBody>
      </p:sp>
      <p:sp>
        <p:nvSpPr>
          <p:cNvPr id="2" name="Kn Logo">
            <a:extLst>
              <a:ext uri="{FF2B5EF4-FFF2-40B4-BE49-F238E27FC236}">
                <a16:creationId xmlns:a16="http://schemas.microsoft.com/office/drawing/2014/main" id="{B92061E7-2119-E8D7-BF8A-6BB00BC44D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87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-BG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615DA-D06C-B7FD-C13C-E28514A44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C3209E0-8C1A-D3CC-09D9-A1CCA42EA0E8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147CA8-EC2D-68EC-5285-75585951E61C}"/>
              </a:ext>
            </a:extLst>
          </p:cNvPr>
          <p:cNvSpPr/>
          <p:nvPr/>
        </p:nvSpPr>
        <p:spPr>
          <a:xfrm>
            <a:off x="413145" y="0"/>
            <a:ext cx="8730854" cy="6308726"/>
          </a:xfrm>
          <a:custGeom>
            <a:avLst/>
            <a:gdLst>
              <a:gd name="connsiteX0" fmla="*/ 7145339 w 11641138"/>
              <a:gd name="connsiteY0" fmla="*/ 0 h 6308726"/>
              <a:gd name="connsiteX1" fmla="*/ 11641138 w 11641138"/>
              <a:gd name="connsiteY1" fmla="*/ 0 h 6308726"/>
              <a:gd name="connsiteX2" fmla="*/ 11641138 w 11641138"/>
              <a:gd name="connsiteY2" fmla="*/ 260929 h 6308726"/>
              <a:gd name="connsiteX3" fmla="*/ 11641138 w 11641138"/>
              <a:gd name="connsiteY3" fmla="*/ 6047797 h 6308726"/>
              <a:gd name="connsiteX4" fmla="*/ 11641138 w 11641138"/>
              <a:gd name="connsiteY4" fmla="*/ 6308726 h 6308726"/>
              <a:gd name="connsiteX5" fmla="*/ 11380209 w 11641138"/>
              <a:gd name="connsiteY5" fmla="*/ 6308726 h 6308726"/>
              <a:gd name="connsiteX6" fmla="*/ 7145339 w 11641138"/>
              <a:gd name="connsiteY6" fmla="*/ 6308726 h 6308726"/>
              <a:gd name="connsiteX7" fmla="*/ 260930 w 11641138"/>
              <a:gd name="connsiteY7" fmla="*/ 6308726 h 6308726"/>
              <a:gd name="connsiteX8" fmla="*/ 1 w 11641138"/>
              <a:gd name="connsiteY8" fmla="*/ 6047797 h 6308726"/>
              <a:gd name="connsiteX9" fmla="*/ 1 w 11641138"/>
              <a:gd name="connsiteY9" fmla="*/ 1276350 h 6308726"/>
              <a:gd name="connsiteX10" fmla="*/ 0 w 11641138"/>
              <a:gd name="connsiteY10" fmla="*/ 1276350 h 6308726"/>
              <a:gd name="connsiteX11" fmla="*/ 0 w 11641138"/>
              <a:gd name="connsiteY11" fmla="*/ 0 h 6308726"/>
              <a:gd name="connsiteX12" fmla="*/ 260930 w 11641138"/>
              <a:gd name="connsiteY12" fmla="*/ 0 h 6308726"/>
              <a:gd name="connsiteX13" fmla="*/ 7145339 w 11641138"/>
              <a:gd name="connsiteY13" fmla="*/ 0 h 630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641138" h="6308726">
                <a:moveTo>
                  <a:pt x="7145339" y="0"/>
                </a:moveTo>
                <a:lnTo>
                  <a:pt x="11641138" y="0"/>
                </a:lnTo>
                <a:lnTo>
                  <a:pt x="11641138" y="260929"/>
                </a:lnTo>
                <a:lnTo>
                  <a:pt x="11641138" y="6047797"/>
                </a:lnTo>
                <a:lnTo>
                  <a:pt x="11641138" y="6308726"/>
                </a:lnTo>
                <a:lnTo>
                  <a:pt x="11380209" y="6308726"/>
                </a:lnTo>
                <a:lnTo>
                  <a:pt x="7145339" y="6308726"/>
                </a:lnTo>
                <a:lnTo>
                  <a:pt x="260930" y="6308726"/>
                </a:lnTo>
                <a:cubicBezTo>
                  <a:pt x="116823" y="6308726"/>
                  <a:pt x="1" y="6191904"/>
                  <a:pt x="1" y="6047797"/>
                </a:cubicBezTo>
                <a:lnTo>
                  <a:pt x="1" y="1276350"/>
                </a:lnTo>
                <a:lnTo>
                  <a:pt x="0" y="1276350"/>
                </a:lnTo>
                <a:lnTo>
                  <a:pt x="0" y="0"/>
                </a:lnTo>
                <a:lnTo>
                  <a:pt x="260930" y="0"/>
                </a:lnTo>
                <a:lnTo>
                  <a:pt x="71453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013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A4F0B008-A475-26D8-84AD-B30883412B2D}"/>
              </a:ext>
            </a:extLst>
          </p:cNvPr>
          <p:cNvSpPr>
            <a:spLocks noEditPoints="1"/>
          </p:cNvSpPr>
          <p:nvPr/>
        </p:nvSpPr>
        <p:spPr bwMode="auto">
          <a:xfrm>
            <a:off x="7292710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1862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square-no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56F164-3933-26B7-19DB-6A26F9E711FC}"/>
              </a:ext>
            </a:extLst>
          </p:cNvPr>
          <p:cNvSpPr/>
          <p:nvPr/>
        </p:nvSpPr>
        <p:spPr>
          <a:xfrm>
            <a:off x="413148" y="550862"/>
            <a:ext cx="8317706" cy="5757862"/>
          </a:xfrm>
          <a:custGeom>
            <a:avLst/>
            <a:gdLst>
              <a:gd name="connsiteX0" fmla="*/ 262962 w 11090275"/>
              <a:gd name="connsiteY0" fmla="*/ 0 h 5757862"/>
              <a:gd name="connsiteX1" fmla="*/ 10827313 w 11090275"/>
              <a:gd name="connsiteY1" fmla="*/ 0 h 5757862"/>
              <a:gd name="connsiteX2" fmla="*/ 10827314 w 11090275"/>
              <a:gd name="connsiteY2" fmla="*/ 0 h 5757862"/>
              <a:gd name="connsiteX3" fmla="*/ 11090275 w 11090275"/>
              <a:gd name="connsiteY3" fmla="*/ 0 h 5757862"/>
              <a:gd name="connsiteX4" fmla="*/ 11090275 w 11090275"/>
              <a:gd name="connsiteY4" fmla="*/ 262962 h 5757862"/>
              <a:gd name="connsiteX5" fmla="*/ 11090275 w 11090275"/>
              <a:gd name="connsiteY5" fmla="*/ 2350679 h 5757862"/>
              <a:gd name="connsiteX6" fmla="*/ 11090275 w 11090275"/>
              <a:gd name="connsiteY6" fmla="*/ 5494900 h 5757862"/>
              <a:gd name="connsiteX7" fmla="*/ 11090275 w 11090275"/>
              <a:gd name="connsiteY7" fmla="*/ 5757862 h 5757862"/>
              <a:gd name="connsiteX8" fmla="*/ 10827313 w 11090275"/>
              <a:gd name="connsiteY8" fmla="*/ 5757862 h 5757862"/>
              <a:gd name="connsiteX9" fmla="*/ 6855778 w 11090275"/>
              <a:gd name="connsiteY9" fmla="*/ 5757862 h 5757862"/>
              <a:gd name="connsiteX10" fmla="*/ 262962 w 11090275"/>
              <a:gd name="connsiteY10" fmla="*/ 5757862 h 5757862"/>
              <a:gd name="connsiteX11" fmla="*/ 0 w 11090275"/>
              <a:gd name="connsiteY11" fmla="*/ 5494900 h 5757862"/>
              <a:gd name="connsiteX12" fmla="*/ 0 w 11090275"/>
              <a:gd name="connsiteY12" fmla="*/ 262962 h 5757862"/>
              <a:gd name="connsiteX13" fmla="*/ 0 w 11090275"/>
              <a:gd name="connsiteY13" fmla="*/ 262961 h 5757862"/>
              <a:gd name="connsiteX14" fmla="*/ 0 w 11090275"/>
              <a:gd name="connsiteY14" fmla="*/ 0 h 5757862"/>
              <a:gd name="connsiteX15" fmla="*/ 262961 w 11090275"/>
              <a:gd name="connsiteY15" fmla="*/ 0 h 5757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090275" h="5757862">
                <a:moveTo>
                  <a:pt x="262962" y="0"/>
                </a:moveTo>
                <a:lnTo>
                  <a:pt x="10827313" y="0"/>
                </a:lnTo>
                <a:lnTo>
                  <a:pt x="10827314" y="0"/>
                </a:lnTo>
                <a:lnTo>
                  <a:pt x="11090275" y="0"/>
                </a:lnTo>
                <a:lnTo>
                  <a:pt x="11090275" y="262962"/>
                </a:lnTo>
                <a:lnTo>
                  <a:pt x="11090275" y="2350679"/>
                </a:lnTo>
                <a:lnTo>
                  <a:pt x="11090275" y="5494900"/>
                </a:lnTo>
                <a:lnTo>
                  <a:pt x="11090275" y="5757862"/>
                </a:lnTo>
                <a:lnTo>
                  <a:pt x="10827313" y="5757862"/>
                </a:lnTo>
                <a:lnTo>
                  <a:pt x="6855778" y="5757862"/>
                </a:lnTo>
                <a:lnTo>
                  <a:pt x="262962" y="5757862"/>
                </a:lnTo>
                <a:cubicBezTo>
                  <a:pt x="117732" y="5757862"/>
                  <a:pt x="0" y="5640130"/>
                  <a:pt x="0" y="5494900"/>
                </a:cubicBezTo>
                <a:lnTo>
                  <a:pt x="0" y="262962"/>
                </a:lnTo>
                <a:lnTo>
                  <a:pt x="0" y="262961"/>
                </a:lnTo>
                <a:lnTo>
                  <a:pt x="0" y="0"/>
                </a:lnTo>
                <a:lnTo>
                  <a:pt x="26296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ECFDA7FF-C70C-E964-D607-F7CF038B2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7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C3C2-6AA4-ED81-6FB5-4C7786E20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58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_headline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8E0F5F1-9B78-46D2-81E0-42E029BD4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23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_headline_grey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57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5087AA-5DF3-4D01-9964-46B2C4E606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3148" y="2005014"/>
            <a:ext cx="6237684" cy="4305301"/>
          </a:xfrm>
        </p:spPr>
        <p:txBody>
          <a:bodyPr>
            <a:noAutofit/>
          </a:bodyPr>
          <a:lstStyle>
            <a:lvl1pPr>
              <a:spcBef>
                <a:spcPts val="225"/>
              </a:spcBef>
              <a:spcAft>
                <a:spcPts val="225"/>
              </a:spcAft>
              <a:defRPr/>
            </a:lvl1pPr>
            <a:lvl2pPr>
              <a:spcBef>
                <a:spcPts val="225"/>
              </a:spcBef>
              <a:spcAft>
                <a:spcPts val="225"/>
              </a:spcAft>
              <a:defRPr baseline="0"/>
            </a:lvl2pPr>
            <a:lvl3pPr>
              <a:spcBef>
                <a:spcPts val="225"/>
              </a:spcBef>
              <a:spcAft>
                <a:spcPts val="225"/>
              </a:spcAft>
              <a:defRPr baseline="0"/>
            </a:lvl3pPr>
            <a:lvl4pPr>
              <a:spcBef>
                <a:spcPts val="225"/>
              </a:spcBef>
              <a:spcAft>
                <a:spcPts val="225"/>
              </a:spcAft>
              <a:defRPr baseline="0"/>
            </a:lvl4pPr>
            <a:lvl5pPr>
              <a:spcBef>
                <a:spcPts val="225"/>
              </a:spcBef>
              <a:spcAft>
                <a:spcPts val="225"/>
              </a:spcAft>
              <a:defRPr baseline="0"/>
            </a:lvl5pPr>
          </a:lstStyle>
          <a:p>
            <a:pPr lvl="0"/>
            <a:r>
              <a:rPr lang="en-GB" noProof="0"/>
              <a:t>Master text format</a:t>
            </a:r>
          </a:p>
          <a:p>
            <a:pPr lvl="1"/>
            <a:r>
              <a:rPr lang="en-GB" noProof="0"/>
              <a:t>Level 1 bullet point</a:t>
            </a:r>
          </a:p>
          <a:p>
            <a:pPr lvl="2"/>
            <a:r>
              <a:rPr lang="en-GB" noProof="0"/>
              <a:t>Level 2 bullet point</a:t>
            </a:r>
          </a:p>
          <a:p>
            <a:pPr lvl="3"/>
            <a:r>
              <a:rPr lang="en-GB" noProof="0"/>
              <a:t>Level 3 bullet point</a:t>
            </a:r>
          </a:p>
          <a:p>
            <a:pPr lvl="4"/>
            <a:r>
              <a:rPr lang="en-GB" noProof="0"/>
              <a:t>Level 3 bullet point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FD3DB68B-B272-4424-A0EA-12B38B8ADA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30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762CF5-1EEE-52B4-2319-40A93F3D2043}"/>
              </a:ext>
            </a:extLst>
          </p:cNvPr>
          <p:cNvSpPr/>
          <p:nvPr/>
        </p:nvSpPr>
        <p:spPr>
          <a:xfrm>
            <a:off x="-1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13742" y="1989139"/>
            <a:ext cx="5198353" cy="39007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Section #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FA1EB11-A85E-47E0-B035-7E5551E387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2379216"/>
            <a:ext cx="5198353" cy="24896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4500" b="1" kern="1200" baseline="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Enter section title 60pt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677CA24D-15BD-1F09-539C-1204B71CC0C4}"/>
              </a:ext>
            </a:extLst>
          </p:cNvPr>
          <p:cNvSpPr/>
          <p:nvPr/>
        </p:nvSpPr>
        <p:spPr>
          <a:xfrm>
            <a:off x="0" y="1"/>
            <a:ext cx="9144000" cy="6308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29153612-C757-83D3-7396-F49287AE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white_3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/>
            </a:lvl1pPr>
          </a:lstStyle>
          <a:p>
            <a:pPr lvl="0"/>
            <a:r>
              <a:rPr lang="en-GB"/>
              <a:t>Enter key message here 36pt</a:t>
            </a:r>
          </a:p>
        </p:txBody>
      </p:sp>
    </p:spTree>
    <p:extLst>
      <p:ext uri="{BB962C8B-B14F-4D97-AF65-F5344CB8AC3E}">
        <p14:creationId xmlns:p14="http://schemas.microsoft.com/office/powerpoint/2010/main" val="3414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BlueBG_3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key message here 36pt</a:t>
            </a:r>
          </a:p>
        </p:txBody>
      </p:sp>
    </p:spTree>
    <p:extLst>
      <p:ext uri="{BB962C8B-B14F-4D97-AF65-F5344CB8AC3E}">
        <p14:creationId xmlns:p14="http://schemas.microsoft.com/office/powerpoint/2010/main" val="273710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white_6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4500" b="1"/>
            </a:lvl1pPr>
          </a:lstStyle>
          <a:p>
            <a:pPr lvl="0"/>
            <a:r>
              <a:rPr lang="en-GB"/>
              <a:t>Enter key message here 60pt</a:t>
            </a:r>
          </a:p>
        </p:txBody>
      </p:sp>
    </p:spTree>
    <p:extLst>
      <p:ext uri="{BB962C8B-B14F-4D97-AF65-F5344CB8AC3E}">
        <p14:creationId xmlns:p14="http://schemas.microsoft.com/office/powerpoint/2010/main" val="22953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BlueBG_6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4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key message here 60pt</a:t>
            </a:r>
          </a:p>
        </p:txBody>
      </p:sp>
    </p:spTree>
    <p:extLst>
      <p:ext uri="{BB962C8B-B14F-4D97-AF65-F5344CB8AC3E}">
        <p14:creationId xmlns:p14="http://schemas.microsoft.com/office/powerpoint/2010/main" val="164573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text_messag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/>
        </p:nvSpPr>
        <p:spPr bwMode="auto">
          <a:xfrm>
            <a:off x="588169" y="2350314"/>
            <a:ext cx="1469231" cy="1639887"/>
          </a:xfrm>
          <a:custGeom>
            <a:avLst/>
            <a:gdLst>
              <a:gd name="T0" fmla="*/ 1234 w 1234"/>
              <a:gd name="T1" fmla="*/ 517 h 1033"/>
              <a:gd name="T2" fmla="*/ 717 w 1234"/>
              <a:gd name="T3" fmla="*/ 0 h 1033"/>
              <a:gd name="T4" fmla="*/ 613 w 1234"/>
              <a:gd name="T5" fmla="*/ 104 h 1033"/>
              <a:gd name="T6" fmla="*/ 947 w 1234"/>
              <a:gd name="T7" fmla="*/ 437 h 1033"/>
              <a:gd name="T8" fmla="*/ 0 w 1234"/>
              <a:gd name="T9" fmla="*/ 437 h 1033"/>
              <a:gd name="T10" fmla="*/ 0 w 1234"/>
              <a:gd name="T11" fmla="*/ 584 h 1033"/>
              <a:gd name="T12" fmla="*/ 959 w 1234"/>
              <a:gd name="T13" fmla="*/ 584 h 1033"/>
              <a:gd name="T14" fmla="*/ 613 w 1234"/>
              <a:gd name="T15" fmla="*/ 929 h 1033"/>
              <a:gd name="T16" fmla="*/ 717 w 1234"/>
              <a:gd name="T17" fmla="*/ 1033 h 1033"/>
              <a:gd name="T18" fmla="*/ 1234 w 1234"/>
              <a:gd name="T19" fmla="*/ 517 h 1033"/>
              <a:gd name="T20" fmla="*/ 1234 w 1234"/>
              <a:gd name="T21" fmla="*/ 517 h 1033"/>
              <a:gd name="T22" fmla="*/ 1234 w 1234"/>
              <a:gd name="T23" fmla="*/ 517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34" h="1033">
                <a:moveTo>
                  <a:pt x="1234" y="517"/>
                </a:moveTo>
                <a:lnTo>
                  <a:pt x="717" y="0"/>
                </a:lnTo>
                <a:lnTo>
                  <a:pt x="613" y="104"/>
                </a:lnTo>
                <a:lnTo>
                  <a:pt x="947" y="437"/>
                </a:lnTo>
                <a:lnTo>
                  <a:pt x="0" y="437"/>
                </a:lnTo>
                <a:lnTo>
                  <a:pt x="0" y="584"/>
                </a:lnTo>
                <a:lnTo>
                  <a:pt x="959" y="584"/>
                </a:lnTo>
                <a:lnTo>
                  <a:pt x="613" y="929"/>
                </a:lnTo>
                <a:lnTo>
                  <a:pt x="717" y="1033"/>
                </a:lnTo>
                <a:lnTo>
                  <a:pt x="1234" y="517"/>
                </a:lnTo>
                <a:lnTo>
                  <a:pt x="1234" y="517"/>
                </a:lnTo>
                <a:lnTo>
                  <a:pt x="1234" y="517"/>
                </a:lnTo>
                <a:close/>
              </a:path>
            </a:pathLst>
          </a:custGeom>
          <a:solidFill>
            <a:srgbClr val="0033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492831" y="2350313"/>
            <a:ext cx="5197500" cy="3240000"/>
          </a:xfrm>
        </p:spPr>
        <p:txBody>
          <a:bodyPr anchor="t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tx2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362340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text_mess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595313" y="2350314"/>
            <a:ext cx="1454944" cy="1622425"/>
          </a:xfrm>
          <a:custGeom>
            <a:avLst/>
            <a:gdLst>
              <a:gd name="T0" fmla="*/ 1222 w 1222"/>
              <a:gd name="T1" fmla="*/ 511 h 1022"/>
              <a:gd name="T2" fmla="*/ 710 w 1222"/>
              <a:gd name="T3" fmla="*/ 0 h 1022"/>
              <a:gd name="T4" fmla="*/ 607 w 1222"/>
              <a:gd name="T5" fmla="*/ 103 h 1022"/>
              <a:gd name="T6" fmla="*/ 938 w 1222"/>
              <a:gd name="T7" fmla="*/ 433 h 1022"/>
              <a:gd name="T8" fmla="*/ 0 w 1222"/>
              <a:gd name="T9" fmla="*/ 433 h 1022"/>
              <a:gd name="T10" fmla="*/ 0 w 1222"/>
              <a:gd name="T11" fmla="*/ 577 h 1022"/>
              <a:gd name="T12" fmla="*/ 950 w 1222"/>
              <a:gd name="T13" fmla="*/ 577 h 1022"/>
              <a:gd name="T14" fmla="*/ 607 w 1222"/>
              <a:gd name="T15" fmla="*/ 919 h 1022"/>
              <a:gd name="T16" fmla="*/ 710 w 1222"/>
              <a:gd name="T17" fmla="*/ 1022 h 1022"/>
              <a:gd name="T18" fmla="*/ 1222 w 1222"/>
              <a:gd name="T19" fmla="*/ 511 h 1022"/>
              <a:gd name="T20" fmla="*/ 1222 w 1222"/>
              <a:gd name="T21" fmla="*/ 511 h 1022"/>
              <a:gd name="T22" fmla="*/ 1222 w 1222"/>
              <a:gd name="T23" fmla="*/ 511 h 10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22" h="1022">
                <a:moveTo>
                  <a:pt x="1222" y="511"/>
                </a:moveTo>
                <a:lnTo>
                  <a:pt x="710" y="0"/>
                </a:lnTo>
                <a:lnTo>
                  <a:pt x="607" y="103"/>
                </a:lnTo>
                <a:lnTo>
                  <a:pt x="938" y="433"/>
                </a:lnTo>
                <a:lnTo>
                  <a:pt x="0" y="433"/>
                </a:lnTo>
                <a:lnTo>
                  <a:pt x="0" y="577"/>
                </a:lnTo>
                <a:lnTo>
                  <a:pt x="950" y="577"/>
                </a:lnTo>
                <a:lnTo>
                  <a:pt x="607" y="919"/>
                </a:lnTo>
                <a:lnTo>
                  <a:pt x="710" y="1022"/>
                </a:lnTo>
                <a:lnTo>
                  <a:pt x="1222" y="511"/>
                </a:lnTo>
                <a:lnTo>
                  <a:pt x="1222" y="511"/>
                </a:lnTo>
                <a:lnTo>
                  <a:pt x="1222" y="5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492831" y="2350313"/>
            <a:ext cx="5197500" cy="3240000"/>
          </a:xfrm>
        </p:spPr>
        <p:txBody>
          <a:bodyPr anchor="t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357700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set_images+text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2862D58-44DF-7B7C-1539-4750511553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983391"/>
            <a:ext cx="2338388" cy="5325334"/>
          </a:xfrm>
          <a:custGeom>
            <a:avLst/>
            <a:gdLst>
              <a:gd name="connsiteX0" fmla="*/ 1 w 3117850"/>
              <a:gd name="connsiteY0" fmla="*/ 0 h 5325334"/>
              <a:gd name="connsiteX1" fmla="*/ 3117850 w 3117850"/>
              <a:gd name="connsiteY1" fmla="*/ 0 h 5325334"/>
              <a:gd name="connsiteX2" fmla="*/ 3117850 w 3117850"/>
              <a:gd name="connsiteY2" fmla="*/ 5044806 h 5325334"/>
              <a:gd name="connsiteX3" fmla="*/ 3112233 w 3117850"/>
              <a:gd name="connsiteY3" fmla="*/ 5100526 h 5325334"/>
              <a:gd name="connsiteX4" fmla="*/ 2945994 w 3117850"/>
              <a:gd name="connsiteY4" fmla="*/ 5303210 h 5325334"/>
              <a:gd name="connsiteX5" fmla="*/ 2836407 w 3117850"/>
              <a:gd name="connsiteY5" fmla="*/ 5325334 h 5325334"/>
              <a:gd name="connsiteX6" fmla="*/ 281546 w 3117850"/>
              <a:gd name="connsiteY6" fmla="*/ 5325334 h 5325334"/>
              <a:gd name="connsiteX7" fmla="*/ 0 w 3117850"/>
              <a:gd name="connsiteY7" fmla="*/ 5325334 h 5325334"/>
              <a:gd name="connsiteX8" fmla="*/ 0 w 3117850"/>
              <a:gd name="connsiteY8" fmla="*/ 274637 h 5325334"/>
              <a:gd name="connsiteX9" fmla="*/ 1 w 3117850"/>
              <a:gd name="connsiteY9" fmla="*/ 274637 h 532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17850" h="5325334">
                <a:moveTo>
                  <a:pt x="1" y="0"/>
                </a:moveTo>
                <a:lnTo>
                  <a:pt x="3117850" y="0"/>
                </a:lnTo>
                <a:lnTo>
                  <a:pt x="3117850" y="5044806"/>
                </a:lnTo>
                <a:lnTo>
                  <a:pt x="3112233" y="5100526"/>
                </a:lnTo>
                <a:cubicBezTo>
                  <a:pt x="3093480" y="5192168"/>
                  <a:pt x="3030205" y="5267591"/>
                  <a:pt x="2945994" y="5303210"/>
                </a:cubicBezTo>
                <a:lnTo>
                  <a:pt x="2836407" y="5325334"/>
                </a:lnTo>
                <a:lnTo>
                  <a:pt x="281546" y="5325334"/>
                </a:lnTo>
                <a:lnTo>
                  <a:pt x="0" y="5325334"/>
                </a:lnTo>
                <a:lnTo>
                  <a:pt x="0" y="274637"/>
                </a:lnTo>
                <a:lnTo>
                  <a:pt x="1" y="27463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5E3DF12-3E8B-B785-6668-172B74D49E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7112" y="2"/>
            <a:ext cx="2836889" cy="3428999"/>
          </a:xfrm>
          <a:custGeom>
            <a:avLst/>
            <a:gdLst>
              <a:gd name="connsiteX0" fmla="*/ 0 w 3782519"/>
              <a:gd name="connsiteY0" fmla="*/ 0 h 3428999"/>
              <a:gd name="connsiteX1" fmla="*/ 3782519 w 3782519"/>
              <a:gd name="connsiteY1" fmla="*/ 0 h 3428999"/>
              <a:gd name="connsiteX2" fmla="*/ 3782519 w 3782519"/>
              <a:gd name="connsiteY2" fmla="*/ 266707 h 3428999"/>
              <a:gd name="connsiteX3" fmla="*/ 3782519 w 3782519"/>
              <a:gd name="connsiteY3" fmla="*/ 1989138 h 3428999"/>
              <a:gd name="connsiteX4" fmla="*/ 3782519 w 3782519"/>
              <a:gd name="connsiteY4" fmla="*/ 3162291 h 3428999"/>
              <a:gd name="connsiteX5" fmla="*/ 3782519 w 3782519"/>
              <a:gd name="connsiteY5" fmla="*/ 3428999 h 3428999"/>
              <a:gd name="connsiteX6" fmla="*/ 3515811 w 3782519"/>
              <a:gd name="connsiteY6" fmla="*/ 3428999 h 3428999"/>
              <a:gd name="connsiteX7" fmla="*/ 2468069 w 3782519"/>
              <a:gd name="connsiteY7" fmla="*/ 3428999 h 3428999"/>
              <a:gd name="connsiteX8" fmla="*/ 266708 w 3782519"/>
              <a:gd name="connsiteY8" fmla="*/ 3428999 h 3428999"/>
              <a:gd name="connsiteX9" fmla="*/ 0 w 3782519"/>
              <a:gd name="connsiteY9" fmla="*/ 3162291 h 3428999"/>
              <a:gd name="connsiteX10" fmla="*/ 0 w 3782519"/>
              <a:gd name="connsiteY10" fmla="*/ 1989138 h 3428999"/>
              <a:gd name="connsiteX11" fmla="*/ 0 w 3782519"/>
              <a:gd name="connsiteY11" fmla="*/ 266707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82519" h="3428999">
                <a:moveTo>
                  <a:pt x="0" y="0"/>
                </a:moveTo>
                <a:lnTo>
                  <a:pt x="3782519" y="0"/>
                </a:lnTo>
                <a:lnTo>
                  <a:pt x="3782519" y="266707"/>
                </a:lnTo>
                <a:lnTo>
                  <a:pt x="3782519" y="1989138"/>
                </a:lnTo>
                <a:lnTo>
                  <a:pt x="3782519" y="3162291"/>
                </a:lnTo>
                <a:lnTo>
                  <a:pt x="3782519" y="3428999"/>
                </a:lnTo>
                <a:lnTo>
                  <a:pt x="3515811" y="3428999"/>
                </a:lnTo>
                <a:lnTo>
                  <a:pt x="2468069" y="3428999"/>
                </a:lnTo>
                <a:lnTo>
                  <a:pt x="266708" y="3428999"/>
                </a:lnTo>
                <a:cubicBezTo>
                  <a:pt x="119409" y="3428999"/>
                  <a:pt x="0" y="3309590"/>
                  <a:pt x="0" y="3162291"/>
                </a:cubicBezTo>
                <a:lnTo>
                  <a:pt x="0" y="1989138"/>
                </a:lnTo>
                <a:lnTo>
                  <a:pt x="0" y="26670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12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D4841382-026C-6687-ABB0-1979659BD3B7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921376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C3C71C-0A91-AB2C-23BF-F0EEEC7A63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6889" y="2004627"/>
            <a:ext cx="2915468" cy="2887664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29794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set_images+text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2862D58-44DF-7B7C-1539-4750511553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564224"/>
            <a:ext cx="2716744" cy="5724000"/>
          </a:xfrm>
          <a:custGeom>
            <a:avLst/>
            <a:gdLst>
              <a:gd name="connsiteX0" fmla="*/ 1 w 3117850"/>
              <a:gd name="connsiteY0" fmla="*/ 0 h 5325334"/>
              <a:gd name="connsiteX1" fmla="*/ 3117850 w 3117850"/>
              <a:gd name="connsiteY1" fmla="*/ 0 h 5325334"/>
              <a:gd name="connsiteX2" fmla="*/ 3117850 w 3117850"/>
              <a:gd name="connsiteY2" fmla="*/ 5044806 h 5325334"/>
              <a:gd name="connsiteX3" fmla="*/ 3112233 w 3117850"/>
              <a:gd name="connsiteY3" fmla="*/ 5100526 h 5325334"/>
              <a:gd name="connsiteX4" fmla="*/ 2945994 w 3117850"/>
              <a:gd name="connsiteY4" fmla="*/ 5303210 h 5325334"/>
              <a:gd name="connsiteX5" fmla="*/ 2836407 w 3117850"/>
              <a:gd name="connsiteY5" fmla="*/ 5325334 h 5325334"/>
              <a:gd name="connsiteX6" fmla="*/ 281546 w 3117850"/>
              <a:gd name="connsiteY6" fmla="*/ 5325334 h 5325334"/>
              <a:gd name="connsiteX7" fmla="*/ 0 w 3117850"/>
              <a:gd name="connsiteY7" fmla="*/ 5325334 h 5325334"/>
              <a:gd name="connsiteX8" fmla="*/ 0 w 3117850"/>
              <a:gd name="connsiteY8" fmla="*/ 274637 h 5325334"/>
              <a:gd name="connsiteX9" fmla="*/ 1 w 3117850"/>
              <a:gd name="connsiteY9" fmla="*/ 274637 h 532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17850" h="5325334">
                <a:moveTo>
                  <a:pt x="1" y="0"/>
                </a:moveTo>
                <a:lnTo>
                  <a:pt x="3117850" y="0"/>
                </a:lnTo>
                <a:lnTo>
                  <a:pt x="3117850" y="5044806"/>
                </a:lnTo>
                <a:lnTo>
                  <a:pt x="3112233" y="5100526"/>
                </a:lnTo>
                <a:cubicBezTo>
                  <a:pt x="3093480" y="5192168"/>
                  <a:pt x="3030205" y="5267591"/>
                  <a:pt x="2945994" y="5303210"/>
                </a:cubicBezTo>
                <a:lnTo>
                  <a:pt x="2836407" y="5325334"/>
                </a:lnTo>
                <a:lnTo>
                  <a:pt x="281546" y="5325334"/>
                </a:lnTo>
                <a:lnTo>
                  <a:pt x="0" y="5325334"/>
                </a:lnTo>
                <a:lnTo>
                  <a:pt x="0" y="274637"/>
                </a:lnTo>
                <a:lnTo>
                  <a:pt x="1" y="27463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AB45EAB-927E-55C6-0378-0E49AFE336B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4627" y="2830803"/>
            <a:ext cx="1849373" cy="3486150"/>
          </a:xfrm>
          <a:custGeom>
            <a:avLst/>
            <a:gdLst>
              <a:gd name="connsiteX0" fmla="*/ 0 w 2465830"/>
              <a:gd name="connsiteY0" fmla="*/ 0 h 3486150"/>
              <a:gd name="connsiteX1" fmla="*/ 2465830 w 2465830"/>
              <a:gd name="connsiteY1" fmla="*/ 0 h 3486150"/>
              <a:gd name="connsiteX2" fmla="*/ 2465830 w 2465830"/>
              <a:gd name="connsiteY2" fmla="*/ 3486150 h 3486150"/>
              <a:gd name="connsiteX3" fmla="*/ 2182079 w 2465830"/>
              <a:gd name="connsiteY3" fmla="*/ 3486150 h 3486150"/>
              <a:gd name="connsiteX4" fmla="*/ 1698398 w 2465830"/>
              <a:gd name="connsiteY4" fmla="*/ 3486150 h 3486150"/>
              <a:gd name="connsiteX5" fmla="*/ 287845 w 2465830"/>
              <a:gd name="connsiteY5" fmla="*/ 3486150 h 3486150"/>
              <a:gd name="connsiteX6" fmla="*/ 0 w 2465830"/>
              <a:gd name="connsiteY6" fmla="*/ 3198305 h 3486150"/>
              <a:gd name="connsiteX7" fmla="*/ 0 w 2465830"/>
              <a:gd name="connsiteY7" fmla="*/ 598197 h 3486150"/>
              <a:gd name="connsiteX8" fmla="*/ 0 w 2465830"/>
              <a:gd name="connsiteY8" fmla="*/ 284153 h 348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5830" h="3486150">
                <a:moveTo>
                  <a:pt x="0" y="0"/>
                </a:moveTo>
                <a:lnTo>
                  <a:pt x="2465830" y="0"/>
                </a:lnTo>
                <a:lnTo>
                  <a:pt x="2465830" y="3486150"/>
                </a:lnTo>
                <a:lnTo>
                  <a:pt x="2182079" y="3486150"/>
                </a:lnTo>
                <a:lnTo>
                  <a:pt x="1698398" y="3486150"/>
                </a:lnTo>
                <a:lnTo>
                  <a:pt x="287845" y="3486150"/>
                </a:lnTo>
                <a:cubicBezTo>
                  <a:pt x="128873" y="3486150"/>
                  <a:pt x="0" y="3357277"/>
                  <a:pt x="0" y="3198305"/>
                </a:cubicBezTo>
                <a:lnTo>
                  <a:pt x="0" y="598197"/>
                </a:lnTo>
                <a:lnTo>
                  <a:pt x="0" y="28415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bIns="612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7857F6D-69AE-599F-5238-BE8F66F09F2D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234D0FB-9AD0-2DDB-2533-14FB4290FD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5032" y="2004627"/>
            <a:ext cx="3365799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114517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dark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FFEEC22-512B-285E-CFC2-28FE671615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04627"/>
            <a:ext cx="3365799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accent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416329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light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085448A-621E-F38F-3D08-63AA10473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accent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207815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light+text_blue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5B8030B-F222-8F67-C64F-41A09595C1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167436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dark+text_blue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C7E1D26-392C-439E-5E89-C2C55B5F1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415752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mockup-imag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3085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3240000" tIns="0" anchor="ctr"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92152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mockup-imag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3085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3240000" tIns="0" anchor="ctr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5611501" y="1639758"/>
            <a:ext cx="3112286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55566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right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0155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right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01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+right_half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48835D9B-F18E-92AF-7FB4-0F03A1374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15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+right_half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accent6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859770DA-1E90-989E-E7A8-726FCCC8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67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+Left_half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56637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202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592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5195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_text+BlueB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1D6798-1D0C-5A45-BD8D-5A408649AEE2}"/>
              </a:ext>
            </a:extLst>
          </p:cNvPr>
          <p:cNvSpPr/>
          <p:nvPr/>
        </p:nvSpPr>
        <p:spPr>
          <a:xfrm>
            <a:off x="3014269" y="0"/>
            <a:ext cx="612973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8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1D87EA0D-A6C4-41A6-AAB9-2CEB0B7B0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8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_text+GreyB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2B17B3-2816-E44E-9EBC-CB2786835C76}"/>
              </a:ext>
            </a:extLst>
          </p:cNvPr>
          <p:cNvSpPr/>
          <p:nvPr/>
        </p:nvSpPr>
        <p:spPr>
          <a:xfrm>
            <a:off x="3014268" y="0"/>
            <a:ext cx="612973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7291387" y="563563"/>
            <a:ext cx="1431000" cy="378000"/>
          </a:xfrm>
          <a:custGeom>
            <a:avLst/>
            <a:gdLst>
              <a:gd name="T0" fmla="*/ 3244 w 3609"/>
              <a:gd name="T1" fmla="*/ 212 h 723"/>
              <a:gd name="T2" fmla="*/ 3281 w 3609"/>
              <a:gd name="T3" fmla="*/ 247 h 723"/>
              <a:gd name="T4" fmla="*/ 3237 w 3609"/>
              <a:gd name="T5" fmla="*/ 283 h 723"/>
              <a:gd name="T6" fmla="*/ 3012 w 3609"/>
              <a:gd name="T7" fmla="*/ 638 h 723"/>
              <a:gd name="T8" fmla="*/ 3150 w 3609"/>
              <a:gd name="T9" fmla="*/ 710 h 723"/>
              <a:gd name="T10" fmla="*/ 3293 w 3609"/>
              <a:gd name="T11" fmla="*/ 720 h 723"/>
              <a:gd name="T12" fmla="*/ 3440 w 3609"/>
              <a:gd name="T13" fmla="*/ 665 h 723"/>
              <a:gd name="T14" fmla="*/ 3342 w 3609"/>
              <a:gd name="T15" fmla="*/ 645 h 723"/>
              <a:gd name="T16" fmla="*/ 3288 w 3609"/>
              <a:gd name="T17" fmla="*/ 316 h 723"/>
              <a:gd name="T18" fmla="*/ 3326 w 3609"/>
              <a:gd name="T19" fmla="*/ 232 h 723"/>
              <a:gd name="T20" fmla="*/ 3277 w 3609"/>
              <a:gd name="T21" fmla="*/ 173 h 723"/>
              <a:gd name="T22" fmla="*/ 3205 w 3609"/>
              <a:gd name="T23" fmla="*/ 176 h 723"/>
              <a:gd name="T24" fmla="*/ 3162 w 3609"/>
              <a:gd name="T25" fmla="*/ 240 h 723"/>
              <a:gd name="T26" fmla="*/ 3213 w 3609"/>
              <a:gd name="T27" fmla="*/ 320 h 723"/>
              <a:gd name="T28" fmla="*/ 3129 w 3609"/>
              <a:gd name="T29" fmla="*/ 638 h 723"/>
              <a:gd name="T30" fmla="*/ 2886 w 3609"/>
              <a:gd name="T31" fmla="*/ 304 h 723"/>
              <a:gd name="T32" fmla="*/ 2953 w 3609"/>
              <a:gd name="T33" fmla="*/ 144 h 723"/>
              <a:gd name="T34" fmla="*/ 3088 w 3609"/>
              <a:gd name="T35" fmla="*/ 35 h 723"/>
              <a:gd name="T36" fmla="*/ 3245 w 3609"/>
              <a:gd name="T37" fmla="*/ 0 h 723"/>
              <a:gd name="T38" fmla="*/ 3418 w 3609"/>
              <a:gd name="T39" fmla="*/ 43 h 723"/>
              <a:gd name="T40" fmla="*/ 3547 w 3609"/>
              <a:gd name="T41" fmla="*/ 157 h 723"/>
              <a:gd name="T42" fmla="*/ 3607 w 3609"/>
              <a:gd name="T43" fmla="*/ 322 h 723"/>
              <a:gd name="T44" fmla="*/ 3591 w 3609"/>
              <a:gd name="T45" fmla="*/ 471 h 723"/>
              <a:gd name="T46" fmla="*/ 3474 w 3609"/>
              <a:gd name="T47" fmla="*/ 548 h 723"/>
              <a:gd name="T48" fmla="*/ 3541 w 3609"/>
              <a:gd name="T49" fmla="*/ 358 h 723"/>
              <a:gd name="T50" fmla="*/ 3505 w 3609"/>
              <a:gd name="T51" fmla="*/ 217 h 723"/>
              <a:gd name="T52" fmla="*/ 3410 w 3609"/>
              <a:gd name="T53" fmla="*/ 112 h 723"/>
              <a:gd name="T54" fmla="*/ 3275 w 3609"/>
              <a:gd name="T55" fmla="*/ 63 h 723"/>
              <a:gd name="T56" fmla="*/ 3144 w 3609"/>
              <a:gd name="T57" fmla="*/ 80 h 723"/>
              <a:gd name="T58" fmla="*/ 3027 w 3609"/>
              <a:gd name="T59" fmla="*/ 160 h 723"/>
              <a:gd name="T60" fmla="*/ 2959 w 3609"/>
              <a:gd name="T61" fmla="*/ 285 h 723"/>
              <a:gd name="T62" fmla="*/ 2967 w 3609"/>
              <a:gd name="T63" fmla="*/ 459 h 723"/>
              <a:gd name="T64" fmla="*/ 2932 w 3609"/>
              <a:gd name="T65" fmla="*/ 543 h 723"/>
              <a:gd name="T66" fmla="*/ 2882 w 3609"/>
              <a:gd name="T67" fmla="*/ 393 h 723"/>
              <a:gd name="T68" fmla="*/ 2569 w 3609"/>
              <a:gd name="T69" fmla="*/ 472 h 723"/>
              <a:gd name="T70" fmla="*/ 2520 w 3609"/>
              <a:gd name="T71" fmla="*/ 297 h 723"/>
              <a:gd name="T72" fmla="*/ 2115 w 3609"/>
              <a:gd name="T73" fmla="*/ 302 h 723"/>
              <a:gd name="T74" fmla="*/ 2200 w 3609"/>
              <a:gd name="T75" fmla="*/ 242 h 723"/>
              <a:gd name="T76" fmla="*/ 2283 w 3609"/>
              <a:gd name="T77" fmla="*/ 266 h 723"/>
              <a:gd name="T78" fmla="*/ 2249 w 3609"/>
              <a:gd name="T79" fmla="*/ 310 h 723"/>
              <a:gd name="T80" fmla="*/ 2201 w 3609"/>
              <a:gd name="T81" fmla="*/ 293 h 723"/>
              <a:gd name="T82" fmla="*/ 2162 w 3609"/>
              <a:gd name="T83" fmla="*/ 360 h 723"/>
              <a:gd name="T84" fmla="*/ 2210 w 3609"/>
              <a:gd name="T85" fmla="*/ 430 h 723"/>
              <a:gd name="T86" fmla="*/ 2311 w 3609"/>
              <a:gd name="T87" fmla="*/ 347 h 723"/>
              <a:gd name="T88" fmla="*/ 2220 w 3609"/>
              <a:gd name="T89" fmla="*/ 480 h 723"/>
              <a:gd name="T90" fmla="*/ 2126 w 3609"/>
              <a:gd name="T91" fmla="*/ 440 h 723"/>
              <a:gd name="T92" fmla="*/ 1974 w 3609"/>
              <a:gd name="T93" fmla="*/ 307 h 723"/>
              <a:gd name="T94" fmla="*/ 1942 w 3609"/>
              <a:gd name="T95" fmla="*/ 248 h 723"/>
              <a:gd name="T96" fmla="*/ 1692 w 3609"/>
              <a:gd name="T97" fmla="*/ 248 h 723"/>
              <a:gd name="T98" fmla="*/ 1592 w 3609"/>
              <a:gd name="T99" fmla="*/ 383 h 723"/>
              <a:gd name="T100" fmla="*/ 1241 w 3609"/>
              <a:gd name="T101" fmla="*/ 383 h 723"/>
              <a:gd name="T102" fmla="*/ 990 w 3609"/>
              <a:gd name="T103" fmla="*/ 472 h 723"/>
              <a:gd name="T104" fmla="*/ 681 w 3609"/>
              <a:gd name="T105" fmla="*/ 472 h 723"/>
              <a:gd name="T106" fmla="*/ 740 w 3609"/>
              <a:gd name="T107" fmla="*/ 248 h 723"/>
              <a:gd name="T108" fmla="*/ 526 w 3609"/>
              <a:gd name="T109" fmla="*/ 336 h 723"/>
              <a:gd name="T110" fmla="*/ 226 w 3609"/>
              <a:gd name="T111" fmla="*/ 417 h 723"/>
              <a:gd name="T112" fmla="*/ 292 w 3609"/>
              <a:gd name="T113" fmla="*/ 478 h 723"/>
              <a:gd name="T114" fmla="*/ 374 w 3609"/>
              <a:gd name="T115" fmla="*/ 468 h 723"/>
              <a:gd name="T116" fmla="*/ 418 w 3609"/>
              <a:gd name="T117" fmla="*/ 380 h 723"/>
              <a:gd name="T118" fmla="*/ 336 w 3609"/>
              <a:gd name="T119" fmla="*/ 427 h 723"/>
              <a:gd name="T120" fmla="*/ 283 w 3609"/>
              <a:gd name="T121" fmla="*/ 398 h 723"/>
              <a:gd name="T122" fmla="*/ 201 w 3609"/>
              <a:gd name="T123" fmla="*/ 472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609" h="723">
                <a:moveTo>
                  <a:pt x="3208" y="247"/>
                </a:moveTo>
                <a:lnTo>
                  <a:pt x="3208" y="247"/>
                </a:lnTo>
                <a:lnTo>
                  <a:pt x="3210" y="240"/>
                </a:lnTo>
                <a:lnTo>
                  <a:pt x="3212" y="233"/>
                </a:lnTo>
                <a:lnTo>
                  <a:pt x="3215" y="227"/>
                </a:lnTo>
                <a:lnTo>
                  <a:pt x="3220" y="222"/>
                </a:lnTo>
                <a:lnTo>
                  <a:pt x="3225" y="217"/>
                </a:lnTo>
                <a:lnTo>
                  <a:pt x="3231" y="214"/>
                </a:lnTo>
                <a:lnTo>
                  <a:pt x="3237" y="212"/>
                </a:lnTo>
                <a:lnTo>
                  <a:pt x="3244" y="212"/>
                </a:lnTo>
                <a:lnTo>
                  <a:pt x="3244" y="212"/>
                </a:lnTo>
                <a:lnTo>
                  <a:pt x="3252" y="212"/>
                </a:lnTo>
                <a:lnTo>
                  <a:pt x="3258" y="214"/>
                </a:lnTo>
                <a:lnTo>
                  <a:pt x="3265" y="217"/>
                </a:lnTo>
                <a:lnTo>
                  <a:pt x="3271" y="222"/>
                </a:lnTo>
                <a:lnTo>
                  <a:pt x="3275" y="227"/>
                </a:lnTo>
                <a:lnTo>
                  <a:pt x="3278" y="233"/>
                </a:lnTo>
                <a:lnTo>
                  <a:pt x="3281" y="240"/>
                </a:lnTo>
                <a:lnTo>
                  <a:pt x="3281" y="247"/>
                </a:lnTo>
                <a:lnTo>
                  <a:pt x="3281" y="247"/>
                </a:lnTo>
                <a:lnTo>
                  <a:pt x="3281" y="255"/>
                </a:lnTo>
                <a:lnTo>
                  <a:pt x="3278" y="262"/>
                </a:lnTo>
                <a:lnTo>
                  <a:pt x="3275" y="268"/>
                </a:lnTo>
                <a:lnTo>
                  <a:pt x="3271" y="273"/>
                </a:lnTo>
                <a:lnTo>
                  <a:pt x="3265" y="277"/>
                </a:lnTo>
                <a:lnTo>
                  <a:pt x="3258" y="281"/>
                </a:lnTo>
                <a:lnTo>
                  <a:pt x="3252" y="283"/>
                </a:lnTo>
                <a:lnTo>
                  <a:pt x="3244" y="284"/>
                </a:lnTo>
                <a:lnTo>
                  <a:pt x="3244" y="284"/>
                </a:lnTo>
                <a:lnTo>
                  <a:pt x="3237" y="283"/>
                </a:lnTo>
                <a:lnTo>
                  <a:pt x="3231" y="281"/>
                </a:lnTo>
                <a:lnTo>
                  <a:pt x="3225" y="277"/>
                </a:lnTo>
                <a:lnTo>
                  <a:pt x="3220" y="273"/>
                </a:lnTo>
                <a:lnTo>
                  <a:pt x="3215" y="268"/>
                </a:lnTo>
                <a:lnTo>
                  <a:pt x="3212" y="262"/>
                </a:lnTo>
                <a:lnTo>
                  <a:pt x="3210" y="255"/>
                </a:lnTo>
                <a:lnTo>
                  <a:pt x="3208" y="247"/>
                </a:lnTo>
                <a:lnTo>
                  <a:pt x="3208" y="247"/>
                </a:lnTo>
                <a:close/>
                <a:moveTo>
                  <a:pt x="3012" y="638"/>
                </a:moveTo>
                <a:lnTo>
                  <a:pt x="3012" y="638"/>
                </a:lnTo>
                <a:lnTo>
                  <a:pt x="3024" y="648"/>
                </a:lnTo>
                <a:lnTo>
                  <a:pt x="3037" y="656"/>
                </a:lnTo>
                <a:lnTo>
                  <a:pt x="3050" y="665"/>
                </a:lnTo>
                <a:lnTo>
                  <a:pt x="3063" y="674"/>
                </a:lnTo>
                <a:lnTo>
                  <a:pt x="3076" y="682"/>
                </a:lnTo>
                <a:lnTo>
                  <a:pt x="3091" y="689"/>
                </a:lnTo>
                <a:lnTo>
                  <a:pt x="3105" y="695"/>
                </a:lnTo>
                <a:lnTo>
                  <a:pt x="3120" y="701"/>
                </a:lnTo>
                <a:lnTo>
                  <a:pt x="3134" y="705"/>
                </a:lnTo>
                <a:lnTo>
                  <a:pt x="3150" y="710"/>
                </a:lnTo>
                <a:lnTo>
                  <a:pt x="3165" y="714"/>
                </a:lnTo>
                <a:lnTo>
                  <a:pt x="3181" y="717"/>
                </a:lnTo>
                <a:lnTo>
                  <a:pt x="3196" y="720"/>
                </a:lnTo>
                <a:lnTo>
                  <a:pt x="3213" y="721"/>
                </a:lnTo>
                <a:lnTo>
                  <a:pt x="3228" y="722"/>
                </a:lnTo>
                <a:lnTo>
                  <a:pt x="3245" y="723"/>
                </a:lnTo>
                <a:lnTo>
                  <a:pt x="3245" y="723"/>
                </a:lnTo>
                <a:lnTo>
                  <a:pt x="3261" y="722"/>
                </a:lnTo>
                <a:lnTo>
                  <a:pt x="3277" y="721"/>
                </a:lnTo>
                <a:lnTo>
                  <a:pt x="3293" y="720"/>
                </a:lnTo>
                <a:lnTo>
                  <a:pt x="3309" y="717"/>
                </a:lnTo>
                <a:lnTo>
                  <a:pt x="3325" y="714"/>
                </a:lnTo>
                <a:lnTo>
                  <a:pt x="3341" y="710"/>
                </a:lnTo>
                <a:lnTo>
                  <a:pt x="3355" y="705"/>
                </a:lnTo>
                <a:lnTo>
                  <a:pt x="3370" y="701"/>
                </a:lnTo>
                <a:lnTo>
                  <a:pt x="3385" y="695"/>
                </a:lnTo>
                <a:lnTo>
                  <a:pt x="3399" y="689"/>
                </a:lnTo>
                <a:lnTo>
                  <a:pt x="3414" y="682"/>
                </a:lnTo>
                <a:lnTo>
                  <a:pt x="3427" y="674"/>
                </a:lnTo>
                <a:lnTo>
                  <a:pt x="3440" y="665"/>
                </a:lnTo>
                <a:lnTo>
                  <a:pt x="3454" y="656"/>
                </a:lnTo>
                <a:lnTo>
                  <a:pt x="3466" y="648"/>
                </a:lnTo>
                <a:lnTo>
                  <a:pt x="3477" y="638"/>
                </a:lnTo>
                <a:lnTo>
                  <a:pt x="3433" y="590"/>
                </a:lnTo>
                <a:lnTo>
                  <a:pt x="3433" y="590"/>
                </a:lnTo>
                <a:lnTo>
                  <a:pt x="3416" y="604"/>
                </a:lnTo>
                <a:lnTo>
                  <a:pt x="3398" y="617"/>
                </a:lnTo>
                <a:lnTo>
                  <a:pt x="3380" y="628"/>
                </a:lnTo>
                <a:lnTo>
                  <a:pt x="3362" y="638"/>
                </a:lnTo>
                <a:lnTo>
                  <a:pt x="3342" y="645"/>
                </a:lnTo>
                <a:lnTo>
                  <a:pt x="3321" y="652"/>
                </a:lnTo>
                <a:lnTo>
                  <a:pt x="3299" y="658"/>
                </a:lnTo>
                <a:lnTo>
                  <a:pt x="3277" y="660"/>
                </a:lnTo>
                <a:lnTo>
                  <a:pt x="3277" y="406"/>
                </a:lnTo>
                <a:lnTo>
                  <a:pt x="3339" y="406"/>
                </a:lnTo>
                <a:lnTo>
                  <a:pt x="3339" y="358"/>
                </a:lnTo>
                <a:lnTo>
                  <a:pt x="3277" y="358"/>
                </a:lnTo>
                <a:lnTo>
                  <a:pt x="3277" y="320"/>
                </a:lnTo>
                <a:lnTo>
                  <a:pt x="3277" y="320"/>
                </a:lnTo>
                <a:lnTo>
                  <a:pt x="3288" y="316"/>
                </a:lnTo>
                <a:lnTo>
                  <a:pt x="3297" y="309"/>
                </a:lnTo>
                <a:lnTo>
                  <a:pt x="3306" y="302"/>
                </a:lnTo>
                <a:lnTo>
                  <a:pt x="3314" y="293"/>
                </a:lnTo>
                <a:lnTo>
                  <a:pt x="3319" y="284"/>
                </a:lnTo>
                <a:lnTo>
                  <a:pt x="3324" y="273"/>
                </a:lnTo>
                <a:lnTo>
                  <a:pt x="3327" y="261"/>
                </a:lnTo>
                <a:lnTo>
                  <a:pt x="3328" y="248"/>
                </a:lnTo>
                <a:lnTo>
                  <a:pt x="3328" y="248"/>
                </a:lnTo>
                <a:lnTo>
                  <a:pt x="3327" y="240"/>
                </a:lnTo>
                <a:lnTo>
                  <a:pt x="3326" y="232"/>
                </a:lnTo>
                <a:lnTo>
                  <a:pt x="3324" y="224"/>
                </a:lnTo>
                <a:lnTo>
                  <a:pt x="3322" y="216"/>
                </a:lnTo>
                <a:lnTo>
                  <a:pt x="3318" y="208"/>
                </a:lnTo>
                <a:lnTo>
                  <a:pt x="3314" y="202"/>
                </a:lnTo>
                <a:lnTo>
                  <a:pt x="3309" y="195"/>
                </a:lnTo>
                <a:lnTo>
                  <a:pt x="3304" y="190"/>
                </a:lnTo>
                <a:lnTo>
                  <a:pt x="3298" y="185"/>
                </a:lnTo>
                <a:lnTo>
                  <a:pt x="3292" y="180"/>
                </a:lnTo>
                <a:lnTo>
                  <a:pt x="3285" y="176"/>
                </a:lnTo>
                <a:lnTo>
                  <a:pt x="3277" y="173"/>
                </a:lnTo>
                <a:lnTo>
                  <a:pt x="3270" y="170"/>
                </a:lnTo>
                <a:lnTo>
                  <a:pt x="3262" y="167"/>
                </a:lnTo>
                <a:lnTo>
                  <a:pt x="3254" y="166"/>
                </a:lnTo>
                <a:lnTo>
                  <a:pt x="3245" y="166"/>
                </a:lnTo>
                <a:lnTo>
                  <a:pt x="3245" y="166"/>
                </a:lnTo>
                <a:lnTo>
                  <a:pt x="3236" y="166"/>
                </a:lnTo>
                <a:lnTo>
                  <a:pt x="3228" y="167"/>
                </a:lnTo>
                <a:lnTo>
                  <a:pt x="3221" y="170"/>
                </a:lnTo>
                <a:lnTo>
                  <a:pt x="3213" y="173"/>
                </a:lnTo>
                <a:lnTo>
                  <a:pt x="3205" y="176"/>
                </a:lnTo>
                <a:lnTo>
                  <a:pt x="3199" y="180"/>
                </a:lnTo>
                <a:lnTo>
                  <a:pt x="3192" y="185"/>
                </a:lnTo>
                <a:lnTo>
                  <a:pt x="3186" y="190"/>
                </a:lnTo>
                <a:lnTo>
                  <a:pt x="3181" y="195"/>
                </a:lnTo>
                <a:lnTo>
                  <a:pt x="3176" y="202"/>
                </a:lnTo>
                <a:lnTo>
                  <a:pt x="3172" y="208"/>
                </a:lnTo>
                <a:lnTo>
                  <a:pt x="3169" y="216"/>
                </a:lnTo>
                <a:lnTo>
                  <a:pt x="3165" y="224"/>
                </a:lnTo>
                <a:lnTo>
                  <a:pt x="3163" y="232"/>
                </a:lnTo>
                <a:lnTo>
                  <a:pt x="3162" y="240"/>
                </a:lnTo>
                <a:lnTo>
                  <a:pt x="3162" y="248"/>
                </a:lnTo>
                <a:lnTo>
                  <a:pt x="3162" y="248"/>
                </a:lnTo>
                <a:lnTo>
                  <a:pt x="3163" y="261"/>
                </a:lnTo>
                <a:lnTo>
                  <a:pt x="3165" y="273"/>
                </a:lnTo>
                <a:lnTo>
                  <a:pt x="3170" y="284"/>
                </a:lnTo>
                <a:lnTo>
                  <a:pt x="3176" y="293"/>
                </a:lnTo>
                <a:lnTo>
                  <a:pt x="3183" y="302"/>
                </a:lnTo>
                <a:lnTo>
                  <a:pt x="3192" y="309"/>
                </a:lnTo>
                <a:lnTo>
                  <a:pt x="3202" y="316"/>
                </a:lnTo>
                <a:lnTo>
                  <a:pt x="3213" y="320"/>
                </a:lnTo>
                <a:lnTo>
                  <a:pt x="3213" y="358"/>
                </a:lnTo>
                <a:lnTo>
                  <a:pt x="3151" y="358"/>
                </a:lnTo>
                <a:lnTo>
                  <a:pt x="3151" y="406"/>
                </a:lnTo>
                <a:lnTo>
                  <a:pt x="3213" y="406"/>
                </a:lnTo>
                <a:lnTo>
                  <a:pt x="3213" y="660"/>
                </a:lnTo>
                <a:lnTo>
                  <a:pt x="3213" y="660"/>
                </a:lnTo>
                <a:lnTo>
                  <a:pt x="3191" y="658"/>
                </a:lnTo>
                <a:lnTo>
                  <a:pt x="3170" y="652"/>
                </a:lnTo>
                <a:lnTo>
                  <a:pt x="3149" y="645"/>
                </a:lnTo>
                <a:lnTo>
                  <a:pt x="3129" y="638"/>
                </a:lnTo>
                <a:lnTo>
                  <a:pt x="3110" y="628"/>
                </a:lnTo>
                <a:lnTo>
                  <a:pt x="3091" y="617"/>
                </a:lnTo>
                <a:lnTo>
                  <a:pt x="3074" y="604"/>
                </a:lnTo>
                <a:lnTo>
                  <a:pt x="3058" y="590"/>
                </a:lnTo>
                <a:lnTo>
                  <a:pt x="3012" y="638"/>
                </a:lnTo>
                <a:close/>
                <a:moveTo>
                  <a:pt x="2881" y="358"/>
                </a:moveTo>
                <a:lnTo>
                  <a:pt x="2881" y="358"/>
                </a:lnTo>
                <a:lnTo>
                  <a:pt x="2881" y="340"/>
                </a:lnTo>
                <a:lnTo>
                  <a:pt x="2883" y="322"/>
                </a:lnTo>
                <a:lnTo>
                  <a:pt x="2886" y="304"/>
                </a:lnTo>
                <a:lnTo>
                  <a:pt x="2889" y="286"/>
                </a:lnTo>
                <a:lnTo>
                  <a:pt x="2892" y="269"/>
                </a:lnTo>
                <a:lnTo>
                  <a:pt x="2898" y="252"/>
                </a:lnTo>
                <a:lnTo>
                  <a:pt x="2903" y="235"/>
                </a:lnTo>
                <a:lnTo>
                  <a:pt x="2910" y="218"/>
                </a:lnTo>
                <a:lnTo>
                  <a:pt x="2917" y="203"/>
                </a:lnTo>
                <a:lnTo>
                  <a:pt x="2926" y="187"/>
                </a:lnTo>
                <a:lnTo>
                  <a:pt x="2933" y="173"/>
                </a:lnTo>
                <a:lnTo>
                  <a:pt x="2943" y="157"/>
                </a:lnTo>
                <a:lnTo>
                  <a:pt x="2953" y="144"/>
                </a:lnTo>
                <a:lnTo>
                  <a:pt x="2964" y="131"/>
                </a:lnTo>
                <a:lnTo>
                  <a:pt x="2976" y="118"/>
                </a:lnTo>
                <a:lnTo>
                  <a:pt x="2988" y="104"/>
                </a:lnTo>
                <a:lnTo>
                  <a:pt x="3001" y="93"/>
                </a:lnTo>
                <a:lnTo>
                  <a:pt x="3013" y="82"/>
                </a:lnTo>
                <a:lnTo>
                  <a:pt x="3028" y="71"/>
                </a:lnTo>
                <a:lnTo>
                  <a:pt x="3042" y="61"/>
                </a:lnTo>
                <a:lnTo>
                  <a:pt x="3057" y="51"/>
                </a:lnTo>
                <a:lnTo>
                  <a:pt x="3072" y="43"/>
                </a:lnTo>
                <a:lnTo>
                  <a:pt x="3088" y="35"/>
                </a:lnTo>
                <a:lnTo>
                  <a:pt x="3103" y="28"/>
                </a:lnTo>
                <a:lnTo>
                  <a:pt x="3120" y="21"/>
                </a:lnTo>
                <a:lnTo>
                  <a:pt x="3137" y="16"/>
                </a:lnTo>
                <a:lnTo>
                  <a:pt x="3154" y="11"/>
                </a:lnTo>
                <a:lnTo>
                  <a:pt x="3172" y="7"/>
                </a:lnTo>
                <a:lnTo>
                  <a:pt x="3190" y="3"/>
                </a:lnTo>
                <a:lnTo>
                  <a:pt x="3207" y="1"/>
                </a:lnTo>
                <a:lnTo>
                  <a:pt x="3226" y="0"/>
                </a:lnTo>
                <a:lnTo>
                  <a:pt x="3245" y="0"/>
                </a:lnTo>
                <a:lnTo>
                  <a:pt x="3245" y="0"/>
                </a:lnTo>
                <a:lnTo>
                  <a:pt x="3264" y="0"/>
                </a:lnTo>
                <a:lnTo>
                  <a:pt x="3282" y="1"/>
                </a:lnTo>
                <a:lnTo>
                  <a:pt x="3301" y="3"/>
                </a:lnTo>
                <a:lnTo>
                  <a:pt x="3318" y="7"/>
                </a:lnTo>
                <a:lnTo>
                  <a:pt x="3336" y="11"/>
                </a:lnTo>
                <a:lnTo>
                  <a:pt x="3353" y="16"/>
                </a:lnTo>
                <a:lnTo>
                  <a:pt x="3369" y="21"/>
                </a:lnTo>
                <a:lnTo>
                  <a:pt x="3386" y="28"/>
                </a:lnTo>
                <a:lnTo>
                  <a:pt x="3403" y="35"/>
                </a:lnTo>
                <a:lnTo>
                  <a:pt x="3418" y="43"/>
                </a:lnTo>
                <a:lnTo>
                  <a:pt x="3434" y="51"/>
                </a:lnTo>
                <a:lnTo>
                  <a:pt x="3448" y="61"/>
                </a:lnTo>
                <a:lnTo>
                  <a:pt x="3463" y="71"/>
                </a:lnTo>
                <a:lnTo>
                  <a:pt x="3476" y="82"/>
                </a:lnTo>
                <a:lnTo>
                  <a:pt x="3489" y="93"/>
                </a:lnTo>
                <a:lnTo>
                  <a:pt x="3502" y="104"/>
                </a:lnTo>
                <a:lnTo>
                  <a:pt x="3515" y="118"/>
                </a:lnTo>
                <a:lnTo>
                  <a:pt x="3526" y="131"/>
                </a:lnTo>
                <a:lnTo>
                  <a:pt x="3537" y="144"/>
                </a:lnTo>
                <a:lnTo>
                  <a:pt x="3547" y="157"/>
                </a:lnTo>
                <a:lnTo>
                  <a:pt x="3556" y="173"/>
                </a:lnTo>
                <a:lnTo>
                  <a:pt x="3565" y="187"/>
                </a:lnTo>
                <a:lnTo>
                  <a:pt x="3572" y="203"/>
                </a:lnTo>
                <a:lnTo>
                  <a:pt x="3580" y="218"/>
                </a:lnTo>
                <a:lnTo>
                  <a:pt x="3587" y="235"/>
                </a:lnTo>
                <a:lnTo>
                  <a:pt x="3592" y="252"/>
                </a:lnTo>
                <a:lnTo>
                  <a:pt x="3598" y="269"/>
                </a:lnTo>
                <a:lnTo>
                  <a:pt x="3601" y="286"/>
                </a:lnTo>
                <a:lnTo>
                  <a:pt x="3605" y="304"/>
                </a:lnTo>
                <a:lnTo>
                  <a:pt x="3607" y="322"/>
                </a:lnTo>
                <a:lnTo>
                  <a:pt x="3608" y="340"/>
                </a:lnTo>
                <a:lnTo>
                  <a:pt x="3609" y="358"/>
                </a:lnTo>
                <a:lnTo>
                  <a:pt x="3609" y="358"/>
                </a:lnTo>
                <a:lnTo>
                  <a:pt x="3609" y="376"/>
                </a:lnTo>
                <a:lnTo>
                  <a:pt x="3608" y="393"/>
                </a:lnTo>
                <a:lnTo>
                  <a:pt x="3606" y="408"/>
                </a:lnTo>
                <a:lnTo>
                  <a:pt x="3602" y="425"/>
                </a:lnTo>
                <a:lnTo>
                  <a:pt x="3599" y="440"/>
                </a:lnTo>
                <a:lnTo>
                  <a:pt x="3596" y="456"/>
                </a:lnTo>
                <a:lnTo>
                  <a:pt x="3591" y="471"/>
                </a:lnTo>
                <a:lnTo>
                  <a:pt x="3586" y="487"/>
                </a:lnTo>
                <a:lnTo>
                  <a:pt x="3579" y="501"/>
                </a:lnTo>
                <a:lnTo>
                  <a:pt x="3572" y="516"/>
                </a:lnTo>
                <a:lnTo>
                  <a:pt x="3566" y="530"/>
                </a:lnTo>
                <a:lnTo>
                  <a:pt x="3558" y="543"/>
                </a:lnTo>
                <a:lnTo>
                  <a:pt x="3549" y="557"/>
                </a:lnTo>
                <a:lnTo>
                  <a:pt x="3540" y="570"/>
                </a:lnTo>
                <a:lnTo>
                  <a:pt x="3531" y="583"/>
                </a:lnTo>
                <a:lnTo>
                  <a:pt x="3520" y="595"/>
                </a:lnTo>
                <a:lnTo>
                  <a:pt x="3474" y="548"/>
                </a:lnTo>
                <a:lnTo>
                  <a:pt x="3474" y="548"/>
                </a:lnTo>
                <a:lnTo>
                  <a:pt x="3489" y="528"/>
                </a:lnTo>
                <a:lnTo>
                  <a:pt x="3502" y="506"/>
                </a:lnTo>
                <a:lnTo>
                  <a:pt x="3514" y="483"/>
                </a:lnTo>
                <a:lnTo>
                  <a:pt x="3524" y="459"/>
                </a:lnTo>
                <a:lnTo>
                  <a:pt x="3531" y="435"/>
                </a:lnTo>
                <a:lnTo>
                  <a:pt x="3537" y="410"/>
                </a:lnTo>
                <a:lnTo>
                  <a:pt x="3540" y="385"/>
                </a:lnTo>
                <a:lnTo>
                  <a:pt x="3541" y="358"/>
                </a:lnTo>
                <a:lnTo>
                  <a:pt x="3541" y="358"/>
                </a:lnTo>
                <a:lnTo>
                  <a:pt x="3540" y="344"/>
                </a:lnTo>
                <a:lnTo>
                  <a:pt x="3539" y="328"/>
                </a:lnTo>
                <a:lnTo>
                  <a:pt x="3538" y="314"/>
                </a:lnTo>
                <a:lnTo>
                  <a:pt x="3535" y="299"/>
                </a:lnTo>
                <a:lnTo>
                  <a:pt x="3531" y="285"/>
                </a:lnTo>
                <a:lnTo>
                  <a:pt x="3528" y="271"/>
                </a:lnTo>
                <a:lnTo>
                  <a:pt x="3522" y="257"/>
                </a:lnTo>
                <a:lnTo>
                  <a:pt x="3518" y="244"/>
                </a:lnTo>
                <a:lnTo>
                  <a:pt x="3511" y="231"/>
                </a:lnTo>
                <a:lnTo>
                  <a:pt x="3505" y="217"/>
                </a:lnTo>
                <a:lnTo>
                  <a:pt x="3498" y="205"/>
                </a:lnTo>
                <a:lnTo>
                  <a:pt x="3490" y="193"/>
                </a:lnTo>
                <a:lnTo>
                  <a:pt x="3481" y="182"/>
                </a:lnTo>
                <a:lnTo>
                  <a:pt x="3473" y="170"/>
                </a:lnTo>
                <a:lnTo>
                  <a:pt x="3464" y="160"/>
                </a:lnTo>
                <a:lnTo>
                  <a:pt x="3454" y="149"/>
                </a:lnTo>
                <a:lnTo>
                  <a:pt x="3444" y="139"/>
                </a:lnTo>
                <a:lnTo>
                  <a:pt x="3433" y="130"/>
                </a:lnTo>
                <a:lnTo>
                  <a:pt x="3422" y="121"/>
                </a:lnTo>
                <a:lnTo>
                  <a:pt x="3410" y="112"/>
                </a:lnTo>
                <a:lnTo>
                  <a:pt x="3398" y="104"/>
                </a:lnTo>
                <a:lnTo>
                  <a:pt x="3386" y="98"/>
                </a:lnTo>
                <a:lnTo>
                  <a:pt x="3373" y="91"/>
                </a:lnTo>
                <a:lnTo>
                  <a:pt x="3359" y="84"/>
                </a:lnTo>
                <a:lnTo>
                  <a:pt x="3346" y="80"/>
                </a:lnTo>
                <a:lnTo>
                  <a:pt x="3333" y="74"/>
                </a:lnTo>
                <a:lnTo>
                  <a:pt x="3318" y="71"/>
                </a:lnTo>
                <a:lnTo>
                  <a:pt x="3304" y="68"/>
                </a:lnTo>
                <a:lnTo>
                  <a:pt x="3289" y="64"/>
                </a:lnTo>
                <a:lnTo>
                  <a:pt x="3275" y="63"/>
                </a:lnTo>
                <a:lnTo>
                  <a:pt x="3261" y="62"/>
                </a:lnTo>
                <a:lnTo>
                  <a:pt x="3245" y="61"/>
                </a:lnTo>
                <a:lnTo>
                  <a:pt x="3245" y="61"/>
                </a:lnTo>
                <a:lnTo>
                  <a:pt x="3230" y="62"/>
                </a:lnTo>
                <a:lnTo>
                  <a:pt x="3215" y="63"/>
                </a:lnTo>
                <a:lnTo>
                  <a:pt x="3201" y="64"/>
                </a:lnTo>
                <a:lnTo>
                  <a:pt x="3185" y="68"/>
                </a:lnTo>
                <a:lnTo>
                  <a:pt x="3172" y="71"/>
                </a:lnTo>
                <a:lnTo>
                  <a:pt x="3157" y="74"/>
                </a:lnTo>
                <a:lnTo>
                  <a:pt x="3144" y="80"/>
                </a:lnTo>
                <a:lnTo>
                  <a:pt x="3130" y="84"/>
                </a:lnTo>
                <a:lnTo>
                  <a:pt x="3118" y="91"/>
                </a:lnTo>
                <a:lnTo>
                  <a:pt x="3104" y="98"/>
                </a:lnTo>
                <a:lnTo>
                  <a:pt x="3092" y="104"/>
                </a:lnTo>
                <a:lnTo>
                  <a:pt x="3080" y="112"/>
                </a:lnTo>
                <a:lnTo>
                  <a:pt x="3069" y="121"/>
                </a:lnTo>
                <a:lnTo>
                  <a:pt x="3058" y="130"/>
                </a:lnTo>
                <a:lnTo>
                  <a:pt x="3047" y="139"/>
                </a:lnTo>
                <a:lnTo>
                  <a:pt x="3037" y="149"/>
                </a:lnTo>
                <a:lnTo>
                  <a:pt x="3027" y="160"/>
                </a:lnTo>
                <a:lnTo>
                  <a:pt x="3017" y="170"/>
                </a:lnTo>
                <a:lnTo>
                  <a:pt x="3008" y="182"/>
                </a:lnTo>
                <a:lnTo>
                  <a:pt x="3000" y="193"/>
                </a:lnTo>
                <a:lnTo>
                  <a:pt x="2992" y="205"/>
                </a:lnTo>
                <a:lnTo>
                  <a:pt x="2985" y="217"/>
                </a:lnTo>
                <a:lnTo>
                  <a:pt x="2979" y="231"/>
                </a:lnTo>
                <a:lnTo>
                  <a:pt x="2972" y="244"/>
                </a:lnTo>
                <a:lnTo>
                  <a:pt x="2967" y="257"/>
                </a:lnTo>
                <a:lnTo>
                  <a:pt x="2962" y="271"/>
                </a:lnTo>
                <a:lnTo>
                  <a:pt x="2959" y="285"/>
                </a:lnTo>
                <a:lnTo>
                  <a:pt x="2956" y="299"/>
                </a:lnTo>
                <a:lnTo>
                  <a:pt x="2952" y="314"/>
                </a:lnTo>
                <a:lnTo>
                  <a:pt x="2951" y="328"/>
                </a:lnTo>
                <a:lnTo>
                  <a:pt x="2949" y="344"/>
                </a:lnTo>
                <a:lnTo>
                  <a:pt x="2949" y="358"/>
                </a:lnTo>
                <a:lnTo>
                  <a:pt x="2949" y="358"/>
                </a:lnTo>
                <a:lnTo>
                  <a:pt x="2950" y="385"/>
                </a:lnTo>
                <a:lnTo>
                  <a:pt x="2953" y="410"/>
                </a:lnTo>
                <a:lnTo>
                  <a:pt x="2959" y="435"/>
                </a:lnTo>
                <a:lnTo>
                  <a:pt x="2967" y="459"/>
                </a:lnTo>
                <a:lnTo>
                  <a:pt x="2976" y="483"/>
                </a:lnTo>
                <a:lnTo>
                  <a:pt x="2988" y="506"/>
                </a:lnTo>
                <a:lnTo>
                  <a:pt x="3001" y="528"/>
                </a:lnTo>
                <a:lnTo>
                  <a:pt x="3017" y="548"/>
                </a:lnTo>
                <a:lnTo>
                  <a:pt x="2969" y="595"/>
                </a:lnTo>
                <a:lnTo>
                  <a:pt x="2969" y="595"/>
                </a:lnTo>
                <a:lnTo>
                  <a:pt x="2959" y="583"/>
                </a:lnTo>
                <a:lnTo>
                  <a:pt x="2950" y="570"/>
                </a:lnTo>
                <a:lnTo>
                  <a:pt x="2941" y="557"/>
                </a:lnTo>
                <a:lnTo>
                  <a:pt x="2932" y="543"/>
                </a:lnTo>
                <a:lnTo>
                  <a:pt x="2924" y="530"/>
                </a:lnTo>
                <a:lnTo>
                  <a:pt x="2917" y="516"/>
                </a:lnTo>
                <a:lnTo>
                  <a:pt x="2910" y="501"/>
                </a:lnTo>
                <a:lnTo>
                  <a:pt x="2905" y="487"/>
                </a:lnTo>
                <a:lnTo>
                  <a:pt x="2899" y="471"/>
                </a:lnTo>
                <a:lnTo>
                  <a:pt x="2895" y="456"/>
                </a:lnTo>
                <a:lnTo>
                  <a:pt x="2890" y="440"/>
                </a:lnTo>
                <a:lnTo>
                  <a:pt x="2887" y="425"/>
                </a:lnTo>
                <a:lnTo>
                  <a:pt x="2885" y="408"/>
                </a:lnTo>
                <a:lnTo>
                  <a:pt x="2882" y="393"/>
                </a:lnTo>
                <a:lnTo>
                  <a:pt x="2881" y="376"/>
                </a:lnTo>
                <a:lnTo>
                  <a:pt x="2881" y="358"/>
                </a:lnTo>
                <a:lnTo>
                  <a:pt x="2881" y="358"/>
                </a:lnTo>
                <a:close/>
                <a:moveTo>
                  <a:pt x="2569" y="472"/>
                </a:moveTo>
                <a:lnTo>
                  <a:pt x="2569" y="248"/>
                </a:lnTo>
                <a:lnTo>
                  <a:pt x="2630" y="248"/>
                </a:lnTo>
                <a:lnTo>
                  <a:pt x="2630" y="421"/>
                </a:lnTo>
                <a:lnTo>
                  <a:pt x="2733" y="421"/>
                </a:lnTo>
                <a:lnTo>
                  <a:pt x="2733" y="472"/>
                </a:lnTo>
                <a:lnTo>
                  <a:pt x="2569" y="472"/>
                </a:lnTo>
                <a:close/>
                <a:moveTo>
                  <a:pt x="2359" y="472"/>
                </a:moveTo>
                <a:lnTo>
                  <a:pt x="2525" y="472"/>
                </a:lnTo>
                <a:lnTo>
                  <a:pt x="2525" y="421"/>
                </a:lnTo>
                <a:lnTo>
                  <a:pt x="2415" y="421"/>
                </a:lnTo>
                <a:lnTo>
                  <a:pt x="2415" y="383"/>
                </a:lnTo>
                <a:lnTo>
                  <a:pt x="2506" y="383"/>
                </a:lnTo>
                <a:lnTo>
                  <a:pt x="2506" y="336"/>
                </a:lnTo>
                <a:lnTo>
                  <a:pt x="2415" y="336"/>
                </a:lnTo>
                <a:lnTo>
                  <a:pt x="2415" y="297"/>
                </a:lnTo>
                <a:lnTo>
                  <a:pt x="2520" y="297"/>
                </a:lnTo>
                <a:lnTo>
                  <a:pt x="2520" y="248"/>
                </a:lnTo>
                <a:lnTo>
                  <a:pt x="2359" y="248"/>
                </a:lnTo>
                <a:lnTo>
                  <a:pt x="2359" y="472"/>
                </a:lnTo>
                <a:close/>
                <a:moveTo>
                  <a:pt x="2102" y="360"/>
                </a:moveTo>
                <a:lnTo>
                  <a:pt x="2102" y="360"/>
                </a:lnTo>
                <a:lnTo>
                  <a:pt x="2102" y="347"/>
                </a:lnTo>
                <a:lnTo>
                  <a:pt x="2105" y="335"/>
                </a:lnTo>
                <a:lnTo>
                  <a:pt x="2107" y="324"/>
                </a:lnTo>
                <a:lnTo>
                  <a:pt x="2110" y="313"/>
                </a:lnTo>
                <a:lnTo>
                  <a:pt x="2115" y="302"/>
                </a:lnTo>
                <a:lnTo>
                  <a:pt x="2119" y="292"/>
                </a:lnTo>
                <a:lnTo>
                  <a:pt x="2125" y="283"/>
                </a:lnTo>
                <a:lnTo>
                  <a:pt x="2132" y="275"/>
                </a:lnTo>
                <a:lnTo>
                  <a:pt x="2139" y="267"/>
                </a:lnTo>
                <a:lnTo>
                  <a:pt x="2148" y="261"/>
                </a:lnTo>
                <a:lnTo>
                  <a:pt x="2157" y="255"/>
                </a:lnTo>
                <a:lnTo>
                  <a:pt x="2167" y="251"/>
                </a:lnTo>
                <a:lnTo>
                  <a:pt x="2177" y="246"/>
                </a:lnTo>
                <a:lnTo>
                  <a:pt x="2188" y="244"/>
                </a:lnTo>
                <a:lnTo>
                  <a:pt x="2200" y="242"/>
                </a:lnTo>
                <a:lnTo>
                  <a:pt x="2212" y="242"/>
                </a:lnTo>
                <a:lnTo>
                  <a:pt x="2212" y="242"/>
                </a:lnTo>
                <a:lnTo>
                  <a:pt x="2231" y="243"/>
                </a:lnTo>
                <a:lnTo>
                  <a:pt x="2239" y="244"/>
                </a:lnTo>
                <a:lnTo>
                  <a:pt x="2248" y="246"/>
                </a:lnTo>
                <a:lnTo>
                  <a:pt x="2255" y="250"/>
                </a:lnTo>
                <a:lnTo>
                  <a:pt x="2263" y="253"/>
                </a:lnTo>
                <a:lnTo>
                  <a:pt x="2271" y="256"/>
                </a:lnTo>
                <a:lnTo>
                  <a:pt x="2278" y="261"/>
                </a:lnTo>
                <a:lnTo>
                  <a:pt x="2283" y="266"/>
                </a:lnTo>
                <a:lnTo>
                  <a:pt x="2289" y="272"/>
                </a:lnTo>
                <a:lnTo>
                  <a:pt x="2294" y="278"/>
                </a:lnTo>
                <a:lnTo>
                  <a:pt x="2299" y="285"/>
                </a:lnTo>
                <a:lnTo>
                  <a:pt x="2303" y="293"/>
                </a:lnTo>
                <a:lnTo>
                  <a:pt x="2307" y="301"/>
                </a:lnTo>
                <a:lnTo>
                  <a:pt x="2309" y="309"/>
                </a:lnTo>
                <a:lnTo>
                  <a:pt x="2311" y="318"/>
                </a:lnTo>
                <a:lnTo>
                  <a:pt x="2251" y="318"/>
                </a:lnTo>
                <a:lnTo>
                  <a:pt x="2251" y="318"/>
                </a:lnTo>
                <a:lnTo>
                  <a:pt x="2249" y="310"/>
                </a:lnTo>
                <a:lnTo>
                  <a:pt x="2246" y="305"/>
                </a:lnTo>
                <a:lnTo>
                  <a:pt x="2241" y="301"/>
                </a:lnTo>
                <a:lnTo>
                  <a:pt x="2237" y="296"/>
                </a:lnTo>
                <a:lnTo>
                  <a:pt x="2231" y="294"/>
                </a:lnTo>
                <a:lnTo>
                  <a:pt x="2226" y="292"/>
                </a:lnTo>
                <a:lnTo>
                  <a:pt x="2220" y="292"/>
                </a:lnTo>
                <a:lnTo>
                  <a:pt x="2213" y="291"/>
                </a:lnTo>
                <a:lnTo>
                  <a:pt x="2213" y="291"/>
                </a:lnTo>
                <a:lnTo>
                  <a:pt x="2207" y="292"/>
                </a:lnTo>
                <a:lnTo>
                  <a:pt x="2201" y="293"/>
                </a:lnTo>
                <a:lnTo>
                  <a:pt x="2196" y="294"/>
                </a:lnTo>
                <a:lnTo>
                  <a:pt x="2191" y="296"/>
                </a:lnTo>
                <a:lnTo>
                  <a:pt x="2187" y="299"/>
                </a:lnTo>
                <a:lnTo>
                  <a:pt x="2182" y="303"/>
                </a:lnTo>
                <a:lnTo>
                  <a:pt x="2174" y="312"/>
                </a:lnTo>
                <a:lnTo>
                  <a:pt x="2169" y="322"/>
                </a:lnTo>
                <a:lnTo>
                  <a:pt x="2166" y="333"/>
                </a:lnTo>
                <a:lnTo>
                  <a:pt x="2163" y="346"/>
                </a:lnTo>
                <a:lnTo>
                  <a:pt x="2162" y="360"/>
                </a:lnTo>
                <a:lnTo>
                  <a:pt x="2162" y="360"/>
                </a:lnTo>
                <a:lnTo>
                  <a:pt x="2163" y="375"/>
                </a:lnTo>
                <a:lnTo>
                  <a:pt x="2166" y="388"/>
                </a:lnTo>
                <a:lnTo>
                  <a:pt x="2170" y="400"/>
                </a:lnTo>
                <a:lnTo>
                  <a:pt x="2176" y="410"/>
                </a:lnTo>
                <a:lnTo>
                  <a:pt x="2183" y="419"/>
                </a:lnTo>
                <a:lnTo>
                  <a:pt x="2188" y="422"/>
                </a:lnTo>
                <a:lnTo>
                  <a:pt x="2192" y="426"/>
                </a:lnTo>
                <a:lnTo>
                  <a:pt x="2198" y="428"/>
                </a:lnTo>
                <a:lnTo>
                  <a:pt x="2203" y="430"/>
                </a:lnTo>
                <a:lnTo>
                  <a:pt x="2210" y="430"/>
                </a:lnTo>
                <a:lnTo>
                  <a:pt x="2217" y="431"/>
                </a:lnTo>
                <a:lnTo>
                  <a:pt x="2217" y="431"/>
                </a:lnTo>
                <a:lnTo>
                  <a:pt x="2228" y="430"/>
                </a:lnTo>
                <a:lnTo>
                  <a:pt x="2238" y="428"/>
                </a:lnTo>
                <a:lnTo>
                  <a:pt x="2247" y="425"/>
                </a:lnTo>
                <a:lnTo>
                  <a:pt x="2254" y="420"/>
                </a:lnTo>
                <a:lnTo>
                  <a:pt x="2254" y="391"/>
                </a:lnTo>
                <a:lnTo>
                  <a:pt x="2214" y="391"/>
                </a:lnTo>
                <a:lnTo>
                  <a:pt x="2214" y="347"/>
                </a:lnTo>
                <a:lnTo>
                  <a:pt x="2311" y="347"/>
                </a:lnTo>
                <a:lnTo>
                  <a:pt x="2311" y="448"/>
                </a:lnTo>
                <a:lnTo>
                  <a:pt x="2311" y="448"/>
                </a:lnTo>
                <a:lnTo>
                  <a:pt x="2300" y="456"/>
                </a:lnTo>
                <a:lnTo>
                  <a:pt x="2289" y="462"/>
                </a:lnTo>
                <a:lnTo>
                  <a:pt x="2277" y="468"/>
                </a:lnTo>
                <a:lnTo>
                  <a:pt x="2264" y="472"/>
                </a:lnTo>
                <a:lnTo>
                  <a:pt x="2253" y="476"/>
                </a:lnTo>
                <a:lnTo>
                  <a:pt x="2241" y="479"/>
                </a:lnTo>
                <a:lnTo>
                  <a:pt x="2230" y="480"/>
                </a:lnTo>
                <a:lnTo>
                  <a:pt x="2220" y="480"/>
                </a:lnTo>
                <a:lnTo>
                  <a:pt x="2220" y="480"/>
                </a:lnTo>
                <a:lnTo>
                  <a:pt x="2207" y="480"/>
                </a:lnTo>
                <a:lnTo>
                  <a:pt x="2193" y="478"/>
                </a:lnTo>
                <a:lnTo>
                  <a:pt x="2181" y="476"/>
                </a:lnTo>
                <a:lnTo>
                  <a:pt x="2170" y="472"/>
                </a:lnTo>
                <a:lnTo>
                  <a:pt x="2159" y="468"/>
                </a:lnTo>
                <a:lnTo>
                  <a:pt x="2150" y="462"/>
                </a:lnTo>
                <a:lnTo>
                  <a:pt x="2141" y="456"/>
                </a:lnTo>
                <a:lnTo>
                  <a:pt x="2132" y="449"/>
                </a:lnTo>
                <a:lnTo>
                  <a:pt x="2126" y="440"/>
                </a:lnTo>
                <a:lnTo>
                  <a:pt x="2119" y="431"/>
                </a:lnTo>
                <a:lnTo>
                  <a:pt x="2115" y="421"/>
                </a:lnTo>
                <a:lnTo>
                  <a:pt x="2110" y="411"/>
                </a:lnTo>
                <a:lnTo>
                  <a:pt x="2107" y="399"/>
                </a:lnTo>
                <a:lnTo>
                  <a:pt x="2105" y="387"/>
                </a:lnTo>
                <a:lnTo>
                  <a:pt x="2102" y="374"/>
                </a:lnTo>
                <a:lnTo>
                  <a:pt x="2102" y="360"/>
                </a:lnTo>
                <a:lnTo>
                  <a:pt x="2102" y="360"/>
                </a:lnTo>
                <a:close/>
                <a:moveTo>
                  <a:pt x="1945" y="393"/>
                </a:moveTo>
                <a:lnTo>
                  <a:pt x="1974" y="307"/>
                </a:lnTo>
                <a:lnTo>
                  <a:pt x="2004" y="393"/>
                </a:lnTo>
                <a:lnTo>
                  <a:pt x="1945" y="393"/>
                </a:lnTo>
                <a:close/>
                <a:moveTo>
                  <a:pt x="1857" y="472"/>
                </a:moveTo>
                <a:lnTo>
                  <a:pt x="1918" y="472"/>
                </a:lnTo>
                <a:lnTo>
                  <a:pt x="1929" y="439"/>
                </a:lnTo>
                <a:lnTo>
                  <a:pt x="2019" y="439"/>
                </a:lnTo>
                <a:lnTo>
                  <a:pt x="2030" y="472"/>
                </a:lnTo>
                <a:lnTo>
                  <a:pt x="2091" y="472"/>
                </a:lnTo>
                <a:lnTo>
                  <a:pt x="2006" y="248"/>
                </a:lnTo>
                <a:lnTo>
                  <a:pt x="1942" y="248"/>
                </a:lnTo>
                <a:lnTo>
                  <a:pt x="1857" y="472"/>
                </a:lnTo>
                <a:close/>
                <a:moveTo>
                  <a:pt x="1632" y="472"/>
                </a:moveTo>
                <a:lnTo>
                  <a:pt x="1687" y="472"/>
                </a:lnTo>
                <a:lnTo>
                  <a:pt x="1687" y="338"/>
                </a:lnTo>
                <a:lnTo>
                  <a:pt x="1766" y="472"/>
                </a:lnTo>
                <a:lnTo>
                  <a:pt x="1828" y="472"/>
                </a:lnTo>
                <a:lnTo>
                  <a:pt x="1828" y="248"/>
                </a:lnTo>
                <a:lnTo>
                  <a:pt x="1773" y="248"/>
                </a:lnTo>
                <a:lnTo>
                  <a:pt x="1773" y="380"/>
                </a:lnTo>
                <a:lnTo>
                  <a:pt x="1692" y="248"/>
                </a:lnTo>
                <a:lnTo>
                  <a:pt x="1632" y="248"/>
                </a:lnTo>
                <a:lnTo>
                  <a:pt x="1632" y="472"/>
                </a:lnTo>
                <a:close/>
                <a:moveTo>
                  <a:pt x="1378" y="383"/>
                </a:moveTo>
                <a:lnTo>
                  <a:pt x="1378" y="354"/>
                </a:lnTo>
                <a:lnTo>
                  <a:pt x="1468" y="354"/>
                </a:lnTo>
                <a:lnTo>
                  <a:pt x="1468" y="263"/>
                </a:lnTo>
                <a:lnTo>
                  <a:pt x="1501" y="263"/>
                </a:lnTo>
                <a:lnTo>
                  <a:pt x="1501" y="354"/>
                </a:lnTo>
                <a:lnTo>
                  <a:pt x="1592" y="354"/>
                </a:lnTo>
                <a:lnTo>
                  <a:pt x="1592" y="383"/>
                </a:lnTo>
                <a:lnTo>
                  <a:pt x="1501" y="383"/>
                </a:lnTo>
                <a:lnTo>
                  <a:pt x="1501" y="472"/>
                </a:lnTo>
                <a:lnTo>
                  <a:pt x="1468" y="472"/>
                </a:lnTo>
                <a:lnTo>
                  <a:pt x="1468" y="383"/>
                </a:lnTo>
                <a:lnTo>
                  <a:pt x="1378" y="383"/>
                </a:lnTo>
                <a:close/>
                <a:moveTo>
                  <a:pt x="1185" y="472"/>
                </a:moveTo>
                <a:lnTo>
                  <a:pt x="1351" y="472"/>
                </a:lnTo>
                <a:lnTo>
                  <a:pt x="1351" y="421"/>
                </a:lnTo>
                <a:lnTo>
                  <a:pt x="1241" y="421"/>
                </a:lnTo>
                <a:lnTo>
                  <a:pt x="1241" y="383"/>
                </a:lnTo>
                <a:lnTo>
                  <a:pt x="1332" y="383"/>
                </a:lnTo>
                <a:lnTo>
                  <a:pt x="1332" y="336"/>
                </a:lnTo>
                <a:lnTo>
                  <a:pt x="1241" y="336"/>
                </a:lnTo>
                <a:lnTo>
                  <a:pt x="1241" y="297"/>
                </a:lnTo>
                <a:lnTo>
                  <a:pt x="1346" y="297"/>
                </a:lnTo>
                <a:lnTo>
                  <a:pt x="1346" y="248"/>
                </a:lnTo>
                <a:lnTo>
                  <a:pt x="1185" y="248"/>
                </a:lnTo>
                <a:lnTo>
                  <a:pt x="1185" y="472"/>
                </a:lnTo>
                <a:close/>
                <a:moveTo>
                  <a:pt x="934" y="472"/>
                </a:moveTo>
                <a:lnTo>
                  <a:pt x="990" y="472"/>
                </a:lnTo>
                <a:lnTo>
                  <a:pt x="990" y="338"/>
                </a:lnTo>
                <a:lnTo>
                  <a:pt x="1068" y="472"/>
                </a:lnTo>
                <a:lnTo>
                  <a:pt x="1132" y="472"/>
                </a:lnTo>
                <a:lnTo>
                  <a:pt x="1132" y="248"/>
                </a:lnTo>
                <a:lnTo>
                  <a:pt x="1075" y="248"/>
                </a:lnTo>
                <a:lnTo>
                  <a:pt x="1075" y="380"/>
                </a:lnTo>
                <a:lnTo>
                  <a:pt x="995" y="248"/>
                </a:lnTo>
                <a:lnTo>
                  <a:pt x="934" y="248"/>
                </a:lnTo>
                <a:lnTo>
                  <a:pt x="934" y="472"/>
                </a:lnTo>
                <a:close/>
                <a:moveTo>
                  <a:pt x="681" y="472"/>
                </a:moveTo>
                <a:lnTo>
                  <a:pt x="740" y="472"/>
                </a:lnTo>
                <a:lnTo>
                  <a:pt x="740" y="386"/>
                </a:lnTo>
                <a:lnTo>
                  <a:pt x="821" y="386"/>
                </a:lnTo>
                <a:lnTo>
                  <a:pt x="821" y="472"/>
                </a:lnTo>
                <a:lnTo>
                  <a:pt x="881" y="472"/>
                </a:lnTo>
                <a:lnTo>
                  <a:pt x="881" y="248"/>
                </a:lnTo>
                <a:lnTo>
                  <a:pt x="821" y="248"/>
                </a:lnTo>
                <a:lnTo>
                  <a:pt x="821" y="333"/>
                </a:lnTo>
                <a:lnTo>
                  <a:pt x="740" y="333"/>
                </a:lnTo>
                <a:lnTo>
                  <a:pt x="740" y="248"/>
                </a:lnTo>
                <a:lnTo>
                  <a:pt x="681" y="248"/>
                </a:lnTo>
                <a:lnTo>
                  <a:pt x="681" y="472"/>
                </a:lnTo>
                <a:close/>
                <a:moveTo>
                  <a:pt x="469" y="472"/>
                </a:moveTo>
                <a:lnTo>
                  <a:pt x="636" y="472"/>
                </a:lnTo>
                <a:lnTo>
                  <a:pt x="636" y="421"/>
                </a:lnTo>
                <a:lnTo>
                  <a:pt x="526" y="421"/>
                </a:lnTo>
                <a:lnTo>
                  <a:pt x="526" y="383"/>
                </a:lnTo>
                <a:lnTo>
                  <a:pt x="617" y="383"/>
                </a:lnTo>
                <a:lnTo>
                  <a:pt x="617" y="336"/>
                </a:lnTo>
                <a:lnTo>
                  <a:pt x="526" y="336"/>
                </a:lnTo>
                <a:lnTo>
                  <a:pt x="526" y="297"/>
                </a:lnTo>
                <a:lnTo>
                  <a:pt x="630" y="297"/>
                </a:lnTo>
                <a:lnTo>
                  <a:pt x="630" y="248"/>
                </a:lnTo>
                <a:lnTo>
                  <a:pt x="469" y="248"/>
                </a:lnTo>
                <a:lnTo>
                  <a:pt x="469" y="472"/>
                </a:lnTo>
                <a:close/>
                <a:moveTo>
                  <a:pt x="222" y="380"/>
                </a:moveTo>
                <a:lnTo>
                  <a:pt x="222" y="380"/>
                </a:lnTo>
                <a:lnTo>
                  <a:pt x="222" y="394"/>
                </a:lnTo>
                <a:lnTo>
                  <a:pt x="224" y="406"/>
                </a:lnTo>
                <a:lnTo>
                  <a:pt x="226" y="417"/>
                </a:lnTo>
                <a:lnTo>
                  <a:pt x="230" y="427"/>
                </a:lnTo>
                <a:lnTo>
                  <a:pt x="234" y="436"/>
                </a:lnTo>
                <a:lnTo>
                  <a:pt x="239" y="444"/>
                </a:lnTo>
                <a:lnTo>
                  <a:pt x="245" y="451"/>
                </a:lnTo>
                <a:lnTo>
                  <a:pt x="251" y="458"/>
                </a:lnTo>
                <a:lnTo>
                  <a:pt x="258" y="464"/>
                </a:lnTo>
                <a:lnTo>
                  <a:pt x="266" y="468"/>
                </a:lnTo>
                <a:lnTo>
                  <a:pt x="274" y="471"/>
                </a:lnTo>
                <a:lnTo>
                  <a:pt x="283" y="475"/>
                </a:lnTo>
                <a:lnTo>
                  <a:pt x="292" y="478"/>
                </a:lnTo>
                <a:lnTo>
                  <a:pt x="301" y="479"/>
                </a:lnTo>
                <a:lnTo>
                  <a:pt x="311" y="480"/>
                </a:lnTo>
                <a:lnTo>
                  <a:pt x="321" y="480"/>
                </a:lnTo>
                <a:lnTo>
                  <a:pt x="321" y="480"/>
                </a:lnTo>
                <a:lnTo>
                  <a:pt x="330" y="480"/>
                </a:lnTo>
                <a:lnTo>
                  <a:pt x="339" y="479"/>
                </a:lnTo>
                <a:lnTo>
                  <a:pt x="348" y="478"/>
                </a:lnTo>
                <a:lnTo>
                  <a:pt x="357" y="475"/>
                </a:lnTo>
                <a:lnTo>
                  <a:pt x="366" y="471"/>
                </a:lnTo>
                <a:lnTo>
                  <a:pt x="374" y="468"/>
                </a:lnTo>
                <a:lnTo>
                  <a:pt x="382" y="464"/>
                </a:lnTo>
                <a:lnTo>
                  <a:pt x="388" y="458"/>
                </a:lnTo>
                <a:lnTo>
                  <a:pt x="395" y="451"/>
                </a:lnTo>
                <a:lnTo>
                  <a:pt x="401" y="444"/>
                </a:lnTo>
                <a:lnTo>
                  <a:pt x="406" y="436"/>
                </a:lnTo>
                <a:lnTo>
                  <a:pt x="409" y="427"/>
                </a:lnTo>
                <a:lnTo>
                  <a:pt x="414" y="417"/>
                </a:lnTo>
                <a:lnTo>
                  <a:pt x="416" y="406"/>
                </a:lnTo>
                <a:lnTo>
                  <a:pt x="417" y="394"/>
                </a:lnTo>
                <a:lnTo>
                  <a:pt x="418" y="380"/>
                </a:lnTo>
                <a:lnTo>
                  <a:pt x="418" y="248"/>
                </a:lnTo>
                <a:lnTo>
                  <a:pt x="357" y="248"/>
                </a:lnTo>
                <a:lnTo>
                  <a:pt x="357" y="389"/>
                </a:lnTo>
                <a:lnTo>
                  <a:pt x="357" y="389"/>
                </a:lnTo>
                <a:lnTo>
                  <a:pt x="356" y="398"/>
                </a:lnTo>
                <a:lnTo>
                  <a:pt x="355" y="407"/>
                </a:lnTo>
                <a:lnTo>
                  <a:pt x="352" y="414"/>
                </a:lnTo>
                <a:lnTo>
                  <a:pt x="348" y="419"/>
                </a:lnTo>
                <a:lnTo>
                  <a:pt x="343" y="424"/>
                </a:lnTo>
                <a:lnTo>
                  <a:pt x="336" y="427"/>
                </a:lnTo>
                <a:lnTo>
                  <a:pt x="328" y="429"/>
                </a:lnTo>
                <a:lnTo>
                  <a:pt x="321" y="429"/>
                </a:lnTo>
                <a:lnTo>
                  <a:pt x="321" y="429"/>
                </a:lnTo>
                <a:lnTo>
                  <a:pt x="312" y="429"/>
                </a:lnTo>
                <a:lnTo>
                  <a:pt x="304" y="427"/>
                </a:lnTo>
                <a:lnTo>
                  <a:pt x="297" y="424"/>
                </a:lnTo>
                <a:lnTo>
                  <a:pt x="292" y="419"/>
                </a:lnTo>
                <a:lnTo>
                  <a:pt x="287" y="414"/>
                </a:lnTo>
                <a:lnTo>
                  <a:pt x="285" y="407"/>
                </a:lnTo>
                <a:lnTo>
                  <a:pt x="283" y="398"/>
                </a:lnTo>
                <a:lnTo>
                  <a:pt x="283" y="389"/>
                </a:lnTo>
                <a:lnTo>
                  <a:pt x="283" y="248"/>
                </a:lnTo>
                <a:lnTo>
                  <a:pt x="222" y="248"/>
                </a:lnTo>
                <a:lnTo>
                  <a:pt x="222" y="380"/>
                </a:lnTo>
                <a:close/>
                <a:moveTo>
                  <a:pt x="0" y="472"/>
                </a:moveTo>
                <a:lnTo>
                  <a:pt x="60" y="472"/>
                </a:lnTo>
                <a:lnTo>
                  <a:pt x="60" y="409"/>
                </a:lnTo>
                <a:lnTo>
                  <a:pt x="80" y="384"/>
                </a:lnTo>
                <a:lnTo>
                  <a:pt x="131" y="472"/>
                </a:lnTo>
                <a:lnTo>
                  <a:pt x="201" y="472"/>
                </a:lnTo>
                <a:lnTo>
                  <a:pt x="120" y="340"/>
                </a:lnTo>
                <a:lnTo>
                  <a:pt x="192" y="248"/>
                </a:lnTo>
                <a:lnTo>
                  <a:pt x="122" y="248"/>
                </a:lnTo>
                <a:lnTo>
                  <a:pt x="60" y="328"/>
                </a:lnTo>
                <a:lnTo>
                  <a:pt x="60" y="248"/>
                </a:lnTo>
                <a:lnTo>
                  <a:pt x="0" y="248"/>
                </a:lnTo>
                <a:lnTo>
                  <a:pt x="0" y="472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B0BEF629-C30A-40FD-B660-5C8163547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8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BlueBG+large_right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532668" y="0"/>
            <a:ext cx="561223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-1" y="0"/>
            <a:ext cx="35326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2CA20B3-5EA8-41DD-4181-C2AAA2FE09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698406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3" name="Titel 4">
            <a:extLst>
              <a:ext uri="{FF2B5EF4-FFF2-40B4-BE49-F238E27FC236}">
                <a16:creationId xmlns:a16="http://schemas.microsoft.com/office/drawing/2014/main" id="{E5A9A6A1-2124-18BA-E819-5514A4A2C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696016" cy="1438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80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blueBG+large_right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532668" y="0"/>
            <a:ext cx="56122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-1" y="0"/>
            <a:ext cx="35326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CE7FAC4-69C3-A7A5-B45A-8277C4412F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698406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27EAF31-B678-6D7E-AB45-122E5400C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696016" cy="1438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68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graphy_slide_text+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3511202" y="0"/>
            <a:ext cx="562627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202" y="0"/>
            <a:ext cx="3510000" cy="6858000"/>
          </a:xfrm>
          <a:prstGeom prst="rect">
            <a:avLst/>
          </a:prstGeom>
          <a:solidFill>
            <a:schemeClr val="bg2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047712" y="1989138"/>
            <a:ext cx="3742082" cy="1260000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slide message up to 2 lines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047712" y="3438933"/>
            <a:ext cx="3742082" cy="427383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name of person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047712" y="3856378"/>
            <a:ext cx="3742082" cy="14498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title and contact details</a:t>
            </a:r>
          </a:p>
        </p:txBody>
      </p:sp>
    </p:spTree>
    <p:extLst>
      <p:ext uri="{BB962C8B-B14F-4D97-AF65-F5344CB8AC3E}">
        <p14:creationId xmlns:p14="http://schemas.microsoft.com/office/powerpoint/2010/main" val="427429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righ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3240000" anchor="ctr"/>
          <a:lstStyle>
            <a:lvl1pPr marL="0" indent="0" algn="l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CD0A218-8DA0-485B-FA3C-50A4079AA8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59000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273161 w 5580000"/>
              <a:gd name="connsiteY1" fmla="*/ 0 h 3960000"/>
              <a:gd name="connsiteX2" fmla="*/ 273162 w 5580000"/>
              <a:gd name="connsiteY2" fmla="*/ 0 h 3960000"/>
              <a:gd name="connsiteX3" fmla="*/ 5306840 w 5580000"/>
              <a:gd name="connsiteY3" fmla="*/ 0 h 3960000"/>
              <a:gd name="connsiteX4" fmla="*/ 5306841 w 5580000"/>
              <a:gd name="connsiteY4" fmla="*/ 0 h 3960000"/>
              <a:gd name="connsiteX5" fmla="*/ 5580000 w 5580000"/>
              <a:gd name="connsiteY5" fmla="*/ 0 h 3960000"/>
              <a:gd name="connsiteX6" fmla="*/ 5580000 w 5580000"/>
              <a:gd name="connsiteY6" fmla="*/ 3960000 h 3960000"/>
              <a:gd name="connsiteX7" fmla="*/ 5306840 w 5580000"/>
              <a:gd name="connsiteY7" fmla="*/ 3960000 h 3960000"/>
              <a:gd name="connsiteX8" fmla="*/ 3938954 w 5580000"/>
              <a:gd name="connsiteY8" fmla="*/ 3960000 h 3960000"/>
              <a:gd name="connsiteX9" fmla="*/ 273162 w 5580000"/>
              <a:gd name="connsiteY9" fmla="*/ 3960000 h 3960000"/>
              <a:gd name="connsiteX10" fmla="*/ 1 w 5580000"/>
              <a:gd name="connsiteY10" fmla="*/ 3686839 h 3960000"/>
              <a:gd name="connsiteX11" fmla="*/ 1 w 5580000"/>
              <a:gd name="connsiteY11" fmla="*/ 1148863 h 3960000"/>
              <a:gd name="connsiteX12" fmla="*/ 0 w 5580000"/>
              <a:gd name="connsiteY12" fmla="*/ 1148863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273161" y="0"/>
                </a:lnTo>
                <a:lnTo>
                  <a:pt x="273162" y="0"/>
                </a:lnTo>
                <a:lnTo>
                  <a:pt x="5306840" y="0"/>
                </a:lnTo>
                <a:lnTo>
                  <a:pt x="5306841" y="0"/>
                </a:lnTo>
                <a:lnTo>
                  <a:pt x="5580000" y="0"/>
                </a:lnTo>
                <a:lnTo>
                  <a:pt x="5580000" y="3960000"/>
                </a:lnTo>
                <a:lnTo>
                  <a:pt x="5306840" y="3960000"/>
                </a:lnTo>
                <a:lnTo>
                  <a:pt x="3938954" y="3960000"/>
                </a:lnTo>
                <a:lnTo>
                  <a:pt x="273162" y="3960000"/>
                </a:lnTo>
                <a:cubicBezTo>
                  <a:pt x="122299" y="3960000"/>
                  <a:pt x="1" y="3837702"/>
                  <a:pt x="1" y="3686839"/>
                </a:cubicBezTo>
                <a:lnTo>
                  <a:pt x="1" y="1148863"/>
                </a:lnTo>
                <a:lnTo>
                  <a:pt x="0" y="114886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258591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righ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3240000" anchor="ctr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E6FEC7-BCEA-28DF-4883-D7E0A04BDD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59000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273161 w 5580000"/>
              <a:gd name="connsiteY1" fmla="*/ 0 h 3960000"/>
              <a:gd name="connsiteX2" fmla="*/ 273162 w 5580000"/>
              <a:gd name="connsiteY2" fmla="*/ 0 h 3960000"/>
              <a:gd name="connsiteX3" fmla="*/ 5306840 w 5580000"/>
              <a:gd name="connsiteY3" fmla="*/ 0 h 3960000"/>
              <a:gd name="connsiteX4" fmla="*/ 5306841 w 5580000"/>
              <a:gd name="connsiteY4" fmla="*/ 0 h 3960000"/>
              <a:gd name="connsiteX5" fmla="*/ 5580000 w 5580000"/>
              <a:gd name="connsiteY5" fmla="*/ 0 h 3960000"/>
              <a:gd name="connsiteX6" fmla="*/ 5580000 w 5580000"/>
              <a:gd name="connsiteY6" fmla="*/ 3960000 h 3960000"/>
              <a:gd name="connsiteX7" fmla="*/ 5306840 w 5580000"/>
              <a:gd name="connsiteY7" fmla="*/ 3960000 h 3960000"/>
              <a:gd name="connsiteX8" fmla="*/ 3938954 w 5580000"/>
              <a:gd name="connsiteY8" fmla="*/ 3960000 h 3960000"/>
              <a:gd name="connsiteX9" fmla="*/ 273162 w 5580000"/>
              <a:gd name="connsiteY9" fmla="*/ 3960000 h 3960000"/>
              <a:gd name="connsiteX10" fmla="*/ 1 w 5580000"/>
              <a:gd name="connsiteY10" fmla="*/ 3686839 h 3960000"/>
              <a:gd name="connsiteX11" fmla="*/ 1 w 5580000"/>
              <a:gd name="connsiteY11" fmla="*/ 1148863 h 3960000"/>
              <a:gd name="connsiteX12" fmla="*/ 0 w 5580000"/>
              <a:gd name="connsiteY12" fmla="*/ 1148863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273161" y="0"/>
                </a:lnTo>
                <a:lnTo>
                  <a:pt x="273162" y="0"/>
                </a:lnTo>
                <a:lnTo>
                  <a:pt x="5306840" y="0"/>
                </a:lnTo>
                <a:lnTo>
                  <a:pt x="5306841" y="0"/>
                </a:lnTo>
                <a:lnTo>
                  <a:pt x="5580000" y="0"/>
                </a:lnTo>
                <a:lnTo>
                  <a:pt x="5580000" y="3960000"/>
                </a:lnTo>
                <a:lnTo>
                  <a:pt x="5306840" y="3960000"/>
                </a:lnTo>
                <a:lnTo>
                  <a:pt x="3938954" y="3960000"/>
                </a:lnTo>
                <a:lnTo>
                  <a:pt x="273162" y="3960000"/>
                </a:lnTo>
                <a:cubicBezTo>
                  <a:pt x="122299" y="3960000"/>
                  <a:pt x="1" y="3837702"/>
                  <a:pt x="1" y="3686839"/>
                </a:cubicBezTo>
                <a:lnTo>
                  <a:pt x="1" y="1148863"/>
                </a:lnTo>
                <a:lnTo>
                  <a:pt x="0" y="114886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6044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ef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4E8381-0C62-41BE-35D9-61D10FF60B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948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308325 w 5580000"/>
              <a:gd name="connsiteY1" fmla="*/ 0 h 3960000"/>
              <a:gd name="connsiteX2" fmla="*/ 308326 w 5580000"/>
              <a:gd name="connsiteY2" fmla="*/ 0 h 3960000"/>
              <a:gd name="connsiteX3" fmla="*/ 5271674 w 5580000"/>
              <a:gd name="connsiteY3" fmla="*/ 0 h 3960000"/>
              <a:gd name="connsiteX4" fmla="*/ 5271675 w 5580000"/>
              <a:gd name="connsiteY4" fmla="*/ 0 h 3960000"/>
              <a:gd name="connsiteX5" fmla="*/ 5578736 w 5580000"/>
              <a:gd name="connsiteY5" fmla="*/ 0 h 3960000"/>
              <a:gd name="connsiteX6" fmla="*/ 5578736 w 5580000"/>
              <a:gd name="connsiteY6" fmla="*/ 295787 h 3960000"/>
              <a:gd name="connsiteX7" fmla="*/ 5580000 w 5580000"/>
              <a:gd name="connsiteY7" fmla="*/ 308326 h 3960000"/>
              <a:gd name="connsiteX8" fmla="*/ 5580000 w 5580000"/>
              <a:gd name="connsiteY8" fmla="*/ 3651674 h 3960000"/>
              <a:gd name="connsiteX9" fmla="*/ 5271674 w 5580000"/>
              <a:gd name="connsiteY9" fmla="*/ 3960000 h 3960000"/>
              <a:gd name="connsiteX10" fmla="*/ 308326 w 5580000"/>
              <a:gd name="connsiteY10" fmla="*/ 3960000 h 3960000"/>
              <a:gd name="connsiteX11" fmla="*/ 308316 w 5580000"/>
              <a:gd name="connsiteY11" fmla="*/ 3959999 h 3960000"/>
              <a:gd name="connsiteX12" fmla="*/ 0 w 5580000"/>
              <a:gd name="connsiteY12" fmla="*/ 3959999 h 3960000"/>
              <a:gd name="connsiteX13" fmla="*/ 0 w 5580000"/>
              <a:gd name="connsiteY13" fmla="*/ 3651674 h 3960000"/>
              <a:gd name="connsiteX14" fmla="*/ 0 w 5580000"/>
              <a:gd name="connsiteY14" fmla="*/ 990328 h 3960000"/>
              <a:gd name="connsiteX15" fmla="*/ 0 w 5580000"/>
              <a:gd name="connsiteY15" fmla="*/ 914400 h 3960000"/>
              <a:gd name="connsiteX16" fmla="*/ 0 w 5580000"/>
              <a:gd name="connsiteY16" fmla="*/ 308326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308325" y="0"/>
                </a:lnTo>
                <a:lnTo>
                  <a:pt x="308326" y="0"/>
                </a:lnTo>
                <a:lnTo>
                  <a:pt x="5271674" y="0"/>
                </a:lnTo>
                <a:lnTo>
                  <a:pt x="5271675" y="0"/>
                </a:lnTo>
                <a:lnTo>
                  <a:pt x="5578736" y="0"/>
                </a:lnTo>
                <a:lnTo>
                  <a:pt x="5578736" y="295787"/>
                </a:lnTo>
                <a:lnTo>
                  <a:pt x="5580000" y="308326"/>
                </a:lnTo>
                <a:lnTo>
                  <a:pt x="5580000" y="3651674"/>
                </a:lnTo>
                <a:cubicBezTo>
                  <a:pt x="5580000" y="3821958"/>
                  <a:pt x="5441958" y="3960000"/>
                  <a:pt x="5271674" y="3960000"/>
                </a:cubicBezTo>
                <a:lnTo>
                  <a:pt x="308326" y="3960000"/>
                </a:lnTo>
                <a:lnTo>
                  <a:pt x="308316" y="3959999"/>
                </a:lnTo>
                <a:lnTo>
                  <a:pt x="0" y="3959999"/>
                </a:lnTo>
                <a:lnTo>
                  <a:pt x="0" y="3651674"/>
                </a:lnTo>
                <a:lnTo>
                  <a:pt x="0" y="990328"/>
                </a:lnTo>
                <a:lnTo>
                  <a:pt x="0" y="914400"/>
                </a:lnTo>
                <a:lnTo>
                  <a:pt x="0" y="30832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71021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ef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E2E6E-8E38-1D33-13C2-C5CAE010B7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948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308325 w 5580000"/>
              <a:gd name="connsiteY1" fmla="*/ 0 h 3960000"/>
              <a:gd name="connsiteX2" fmla="*/ 308326 w 5580000"/>
              <a:gd name="connsiteY2" fmla="*/ 0 h 3960000"/>
              <a:gd name="connsiteX3" fmla="*/ 5271674 w 5580000"/>
              <a:gd name="connsiteY3" fmla="*/ 0 h 3960000"/>
              <a:gd name="connsiteX4" fmla="*/ 5271675 w 5580000"/>
              <a:gd name="connsiteY4" fmla="*/ 0 h 3960000"/>
              <a:gd name="connsiteX5" fmla="*/ 5578736 w 5580000"/>
              <a:gd name="connsiteY5" fmla="*/ 0 h 3960000"/>
              <a:gd name="connsiteX6" fmla="*/ 5578736 w 5580000"/>
              <a:gd name="connsiteY6" fmla="*/ 295787 h 3960000"/>
              <a:gd name="connsiteX7" fmla="*/ 5580000 w 5580000"/>
              <a:gd name="connsiteY7" fmla="*/ 308326 h 3960000"/>
              <a:gd name="connsiteX8" fmla="*/ 5580000 w 5580000"/>
              <a:gd name="connsiteY8" fmla="*/ 3651674 h 3960000"/>
              <a:gd name="connsiteX9" fmla="*/ 5271674 w 5580000"/>
              <a:gd name="connsiteY9" fmla="*/ 3960000 h 3960000"/>
              <a:gd name="connsiteX10" fmla="*/ 308326 w 5580000"/>
              <a:gd name="connsiteY10" fmla="*/ 3960000 h 3960000"/>
              <a:gd name="connsiteX11" fmla="*/ 308316 w 5580000"/>
              <a:gd name="connsiteY11" fmla="*/ 3959999 h 3960000"/>
              <a:gd name="connsiteX12" fmla="*/ 0 w 5580000"/>
              <a:gd name="connsiteY12" fmla="*/ 3959999 h 3960000"/>
              <a:gd name="connsiteX13" fmla="*/ 0 w 5580000"/>
              <a:gd name="connsiteY13" fmla="*/ 3651674 h 3960000"/>
              <a:gd name="connsiteX14" fmla="*/ 0 w 5580000"/>
              <a:gd name="connsiteY14" fmla="*/ 990328 h 3960000"/>
              <a:gd name="connsiteX15" fmla="*/ 0 w 5580000"/>
              <a:gd name="connsiteY15" fmla="*/ 914400 h 3960000"/>
              <a:gd name="connsiteX16" fmla="*/ 0 w 5580000"/>
              <a:gd name="connsiteY16" fmla="*/ 308326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308325" y="0"/>
                </a:lnTo>
                <a:lnTo>
                  <a:pt x="308326" y="0"/>
                </a:lnTo>
                <a:lnTo>
                  <a:pt x="5271674" y="0"/>
                </a:lnTo>
                <a:lnTo>
                  <a:pt x="5271675" y="0"/>
                </a:lnTo>
                <a:lnTo>
                  <a:pt x="5578736" y="0"/>
                </a:lnTo>
                <a:lnTo>
                  <a:pt x="5578736" y="295787"/>
                </a:lnTo>
                <a:lnTo>
                  <a:pt x="5580000" y="308326"/>
                </a:lnTo>
                <a:lnTo>
                  <a:pt x="5580000" y="3651674"/>
                </a:lnTo>
                <a:cubicBezTo>
                  <a:pt x="5580000" y="3821958"/>
                  <a:pt x="5441958" y="3960000"/>
                  <a:pt x="5271674" y="3960000"/>
                </a:cubicBezTo>
                <a:lnTo>
                  <a:pt x="308326" y="3960000"/>
                </a:lnTo>
                <a:lnTo>
                  <a:pt x="308316" y="3959999"/>
                </a:lnTo>
                <a:lnTo>
                  <a:pt x="0" y="3959999"/>
                </a:lnTo>
                <a:lnTo>
                  <a:pt x="0" y="3651674"/>
                </a:lnTo>
                <a:lnTo>
                  <a:pt x="0" y="990328"/>
                </a:lnTo>
                <a:lnTo>
                  <a:pt x="0" y="914400"/>
                </a:lnTo>
                <a:lnTo>
                  <a:pt x="0" y="30832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227443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righ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3240000" rIns="0" anchor="ctr"/>
          <a:lstStyle>
            <a:lvl1pPr marL="0" indent="0" algn="l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5F363B-EE94-762D-1D10-DC3B05CDA6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1856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304156 w 4996800"/>
              <a:gd name="connsiteY1" fmla="*/ 0 h 2880000"/>
              <a:gd name="connsiteX2" fmla="*/ 4692642 w 4996800"/>
              <a:gd name="connsiteY2" fmla="*/ 0 h 2880000"/>
              <a:gd name="connsiteX3" fmla="*/ 4692643 w 4996800"/>
              <a:gd name="connsiteY3" fmla="*/ 0 h 2880000"/>
              <a:gd name="connsiteX4" fmla="*/ 4996799 w 4996800"/>
              <a:gd name="connsiteY4" fmla="*/ 0 h 2880000"/>
              <a:gd name="connsiteX5" fmla="*/ 4996799 w 4996800"/>
              <a:gd name="connsiteY5" fmla="*/ 304157 h 2880000"/>
              <a:gd name="connsiteX6" fmla="*/ 4996799 w 4996800"/>
              <a:gd name="connsiteY6" fmla="*/ 803415 h 2880000"/>
              <a:gd name="connsiteX7" fmla="*/ 4996799 w 4996800"/>
              <a:gd name="connsiteY7" fmla="*/ 1311865 h 2880000"/>
              <a:gd name="connsiteX8" fmla="*/ 4996800 w 4996800"/>
              <a:gd name="connsiteY8" fmla="*/ 1311865 h 2880000"/>
              <a:gd name="connsiteX9" fmla="*/ 4996800 w 4996800"/>
              <a:gd name="connsiteY9" fmla="*/ 2880000 h 2880000"/>
              <a:gd name="connsiteX10" fmla="*/ 4692642 w 4996800"/>
              <a:gd name="connsiteY10" fmla="*/ 2880000 h 2880000"/>
              <a:gd name="connsiteX11" fmla="*/ 3282460 w 4996800"/>
              <a:gd name="connsiteY11" fmla="*/ 2880000 h 2880000"/>
              <a:gd name="connsiteX12" fmla="*/ 304156 w 4996800"/>
              <a:gd name="connsiteY12" fmla="*/ 2880000 h 2880000"/>
              <a:gd name="connsiteX13" fmla="*/ 23902 w 4996800"/>
              <a:gd name="connsiteY13" fmla="*/ 2694235 h 2880000"/>
              <a:gd name="connsiteX14" fmla="*/ 0 w 4996800"/>
              <a:gd name="connsiteY14" fmla="*/ 2575848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304156" y="0"/>
                </a:lnTo>
                <a:lnTo>
                  <a:pt x="4692642" y="0"/>
                </a:lnTo>
                <a:lnTo>
                  <a:pt x="4692643" y="0"/>
                </a:lnTo>
                <a:lnTo>
                  <a:pt x="4996799" y="0"/>
                </a:lnTo>
                <a:lnTo>
                  <a:pt x="4996799" y="304157"/>
                </a:lnTo>
                <a:lnTo>
                  <a:pt x="4996799" y="803415"/>
                </a:lnTo>
                <a:lnTo>
                  <a:pt x="4996799" y="1311865"/>
                </a:lnTo>
                <a:lnTo>
                  <a:pt x="4996800" y="1311865"/>
                </a:lnTo>
                <a:lnTo>
                  <a:pt x="4996800" y="2880000"/>
                </a:lnTo>
                <a:lnTo>
                  <a:pt x="4692642" y="2880000"/>
                </a:lnTo>
                <a:lnTo>
                  <a:pt x="3282460" y="2880000"/>
                </a:lnTo>
                <a:lnTo>
                  <a:pt x="304156" y="2880000"/>
                </a:lnTo>
                <a:cubicBezTo>
                  <a:pt x="178171" y="2880000"/>
                  <a:pt x="70075" y="2803401"/>
                  <a:pt x="23902" y="2694235"/>
                </a:cubicBezTo>
                <a:lnTo>
                  <a:pt x="0" y="257584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42316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righ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3240000" rIns="0" anchor="ctr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B25DB4-7765-C0D6-667F-D35E68D2A8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1856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304156 w 4996800"/>
              <a:gd name="connsiteY1" fmla="*/ 0 h 2880000"/>
              <a:gd name="connsiteX2" fmla="*/ 4692642 w 4996800"/>
              <a:gd name="connsiteY2" fmla="*/ 0 h 2880000"/>
              <a:gd name="connsiteX3" fmla="*/ 4692643 w 4996800"/>
              <a:gd name="connsiteY3" fmla="*/ 0 h 2880000"/>
              <a:gd name="connsiteX4" fmla="*/ 4996799 w 4996800"/>
              <a:gd name="connsiteY4" fmla="*/ 0 h 2880000"/>
              <a:gd name="connsiteX5" fmla="*/ 4996799 w 4996800"/>
              <a:gd name="connsiteY5" fmla="*/ 304157 h 2880000"/>
              <a:gd name="connsiteX6" fmla="*/ 4996799 w 4996800"/>
              <a:gd name="connsiteY6" fmla="*/ 803415 h 2880000"/>
              <a:gd name="connsiteX7" fmla="*/ 4996799 w 4996800"/>
              <a:gd name="connsiteY7" fmla="*/ 1311865 h 2880000"/>
              <a:gd name="connsiteX8" fmla="*/ 4996800 w 4996800"/>
              <a:gd name="connsiteY8" fmla="*/ 1311865 h 2880000"/>
              <a:gd name="connsiteX9" fmla="*/ 4996800 w 4996800"/>
              <a:gd name="connsiteY9" fmla="*/ 2880000 h 2880000"/>
              <a:gd name="connsiteX10" fmla="*/ 4692642 w 4996800"/>
              <a:gd name="connsiteY10" fmla="*/ 2880000 h 2880000"/>
              <a:gd name="connsiteX11" fmla="*/ 3282460 w 4996800"/>
              <a:gd name="connsiteY11" fmla="*/ 2880000 h 2880000"/>
              <a:gd name="connsiteX12" fmla="*/ 304156 w 4996800"/>
              <a:gd name="connsiteY12" fmla="*/ 2880000 h 2880000"/>
              <a:gd name="connsiteX13" fmla="*/ 23902 w 4996800"/>
              <a:gd name="connsiteY13" fmla="*/ 2694235 h 2880000"/>
              <a:gd name="connsiteX14" fmla="*/ 0 w 4996800"/>
              <a:gd name="connsiteY14" fmla="*/ 2575848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304156" y="0"/>
                </a:lnTo>
                <a:lnTo>
                  <a:pt x="4692642" y="0"/>
                </a:lnTo>
                <a:lnTo>
                  <a:pt x="4692643" y="0"/>
                </a:lnTo>
                <a:lnTo>
                  <a:pt x="4996799" y="0"/>
                </a:lnTo>
                <a:lnTo>
                  <a:pt x="4996799" y="304157"/>
                </a:lnTo>
                <a:lnTo>
                  <a:pt x="4996799" y="803415"/>
                </a:lnTo>
                <a:lnTo>
                  <a:pt x="4996799" y="1311865"/>
                </a:lnTo>
                <a:lnTo>
                  <a:pt x="4996800" y="1311865"/>
                </a:lnTo>
                <a:lnTo>
                  <a:pt x="4996800" y="2880000"/>
                </a:lnTo>
                <a:lnTo>
                  <a:pt x="4692642" y="2880000"/>
                </a:lnTo>
                <a:lnTo>
                  <a:pt x="3282460" y="2880000"/>
                </a:lnTo>
                <a:lnTo>
                  <a:pt x="304156" y="2880000"/>
                </a:lnTo>
                <a:cubicBezTo>
                  <a:pt x="178171" y="2880000"/>
                  <a:pt x="70075" y="2803401"/>
                  <a:pt x="23902" y="2694235"/>
                </a:cubicBezTo>
                <a:lnTo>
                  <a:pt x="0" y="257584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6030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lef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59DC07-A65A-36A7-F002-0BB2B4DF77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280714 w 4996800"/>
              <a:gd name="connsiteY1" fmla="*/ 0 h 2880000"/>
              <a:gd name="connsiteX2" fmla="*/ 4716086 w 4996800"/>
              <a:gd name="connsiteY2" fmla="*/ 0 h 2880000"/>
              <a:gd name="connsiteX3" fmla="*/ 4716087 w 4996800"/>
              <a:gd name="connsiteY3" fmla="*/ 0 h 2880000"/>
              <a:gd name="connsiteX4" fmla="*/ 4996800 w 4996800"/>
              <a:gd name="connsiteY4" fmla="*/ 0 h 2880000"/>
              <a:gd name="connsiteX5" fmla="*/ 4996800 w 4996800"/>
              <a:gd name="connsiteY5" fmla="*/ 280714 h 2880000"/>
              <a:gd name="connsiteX6" fmla="*/ 4996800 w 4996800"/>
              <a:gd name="connsiteY6" fmla="*/ 808039 h 2880000"/>
              <a:gd name="connsiteX7" fmla="*/ 4996800 w 4996800"/>
              <a:gd name="connsiteY7" fmla="*/ 2599286 h 2880000"/>
              <a:gd name="connsiteX8" fmla="*/ 4716086 w 4996800"/>
              <a:gd name="connsiteY8" fmla="*/ 2880000 h 2880000"/>
              <a:gd name="connsiteX9" fmla="*/ 1207477 w 4996800"/>
              <a:gd name="connsiteY9" fmla="*/ 2880000 h 2880000"/>
              <a:gd name="connsiteX10" fmla="*/ 280714 w 4996800"/>
              <a:gd name="connsiteY10" fmla="*/ 2880000 h 2880000"/>
              <a:gd name="connsiteX11" fmla="*/ 0 w 4996800"/>
              <a:gd name="connsiteY11" fmla="*/ 2880000 h 2880000"/>
              <a:gd name="connsiteX12" fmla="*/ 0 w 4996800"/>
              <a:gd name="connsiteY12" fmla="*/ 2599286 h 2880000"/>
              <a:gd name="connsiteX13" fmla="*/ 0 w 4996800"/>
              <a:gd name="connsiteY13" fmla="*/ 808039 h 2880000"/>
              <a:gd name="connsiteX14" fmla="*/ 0 w 4996800"/>
              <a:gd name="connsiteY14" fmla="*/ 531981 h 2880000"/>
              <a:gd name="connsiteX15" fmla="*/ 0 w 4996800"/>
              <a:gd name="connsiteY15" fmla="*/ 280714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280714" y="0"/>
                </a:lnTo>
                <a:lnTo>
                  <a:pt x="4716086" y="0"/>
                </a:lnTo>
                <a:lnTo>
                  <a:pt x="4716087" y="0"/>
                </a:lnTo>
                <a:lnTo>
                  <a:pt x="4996800" y="0"/>
                </a:lnTo>
                <a:lnTo>
                  <a:pt x="4996800" y="280714"/>
                </a:lnTo>
                <a:lnTo>
                  <a:pt x="4996800" y="808039"/>
                </a:lnTo>
                <a:lnTo>
                  <a:pt x="4996800" y="2599286"/>
                </a:lnTo>
                <a:cubicBezTo>
                  <a:pt x="4996800" y="2754320"/>
                  <a:pt x="4871120" y="2880000"/>
                  <a:pt x="4716086" y="2880000"/>
                </a:cubicBezTo>
                <a:lnTo>
                  <a:pt x="1207477" y="2880000"/>
                </a:lnTo>
                <a:lnTo>
                  <a:pt x="280714" y="2880000"/>
                </a:lnTo>
                <a:lnTo>
                  <a:pt x="0" y="2880000"/>
                </a:lnTo>
                <a:lnTo>
                  <a:pt x="0" y="2599286"/>
                </a:lnTo>
                <a:lnTo>
                  <a:pt x="0" y="808039"/>
                </a:lnTo>
                <a:lnTo>
                  <a:pt x="0" y="531981"/>
                </a:lnTo>
                <a:lnTo>
                  <a:pt x="0" y="28071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26855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lef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D1DA67-0DC7-B2D7-E8DC-A693FB3935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280714 w 4996800"/>
              <a:gd name="connsiteY1" fmla="*/ 0 h 2880000"/>
              <a:gd name="connsiteX2" fmla="*/ 4716086 w 4996800"/>
              <a:gd name="connsiteY2" fmla="*/ 0 h 2880000"/>
              <a:gd name="connsiteX3" fmla="*/ 4716087 w 4996800"/>
              <a:gd name="connsiteY3" fmla="*/ 0 h 2880000"/>
              <a:gd name="connsiteX4" fmla="*/ 4996800 w 4996800"/>
              <a:gd name="connsiteY4" fmla="*/ 0 h 2880000"/>
              <a:gd name="connsiteX5" fmla="*/ 4996800 w 4996800"/>
              <a:gd name="connsiteY5" fmla="*/ 280714 h 2880000"/>
              <a:gd name="connsiteX6" fmla="*/ 4996800 w 4996800"/>
              <a:gd name="connsiteY6" fmla="*/ 808039 h 2880000"/>
              <a:gd name="connsiteX7" fmla="*/ 4996800 w 4996800"/>
              <a:gd name="connsiteY7" fmla="*/ 2599286 h 2880000"/>
              <a:gd name="connsiteX8" fmla="*/ 4716086 w 4996800"/>
              <a:gd name="connsiteY8" fmla="*/ 2880000 h 2880000"/>
              <a:gd name="connsiteX9" fmla="*/ 1207477 w 4996800"/>
              <a:gd name="connsiteY9" fmla="*/ 2880000 h 2880000"/>
              <a:gd name="connsiteX10" fmla="*/ 280714 w 4996800"/>
              <a:gd name="connsiteY10" fmla="*/ 2880000 h 2880000"/>
              <a:gd name="connsiteX11" fmla="*/ 0 w 4996800"/>
              <a:gd name="connsiteY11" fmla="*/ 2880000 h 2880000"/>
              <a:gd name="connsiteX12" fmla="*/ 0 w 4996800"/>
              <a:gd name="connsiteY12" fmla="*/ 2599286 h 2880000"/>
              <a:gd name="connsiteX13" fmla="*/ 0 w 4996800"/>
              <a:gd name="connsiteY13" fmla="*/ 808039 h 2880000"/>
              <a:gd name="connsiteX14" fmla="*/ 0 w 4996800"/>
              <a:gd name="connsiteY14" fmla="*/ 531981 h 2880000"/>
              <a:gd name="connsiteX15" fmla="*/ 0 w 4996800"/>
              <a:gd name="connsiteY15" fmla="*/ 280714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280714" y="0"/>
                </a:lnTo>
                <a:lnTo>
                  <a:pt x="4716086" y="0"/>
                </a:lnTo>
                <a:lnTo>
                  <a:pt x="4716087" y="0"/>
                </a:lnTo>
                <a:lnTo>
                  <a:pt x="4996800" y="0"/>
                </a:lnTo>
                <a:lnTo>
                  <a:pt x="4996800" y="280714"/>
                </a:lnTo>
                <a:lnTo>
                  <a:pt x="4996800" y="808039"/>
                </a:lnTo>
                <a:lnTo>
                  <a:pt x="4996800" y="2599286"/>
                </a:lnTo>
                <a:cubicBezTo>
                  <a:pt x="4996800" y="2754320"/>
                  <a:pt x="4871120" y="2880000"/>
                  <a:pt x="4716086" y="2880000"/>
                </a:cubicBezTo>
                <a:lnTo>
                  <a:pt x="1207477" y="2880000"/>
                </a:lnTo>
                <a:lnTo>
                  <a:pt x="280714" y="2880000"/>
                </a:lnTo>
                <a:lnTo>
                  <a:pt x="0" y="2880000"/>
                </a:lnTo>
                <a:lnTo>
                  <a:pt x="0" y="2599286"/>
                </a:lnTo>
                <a:lnTo>
                  <a:pt x="0" y="808039"/>
                </a:lnTo>
                <a:lnTo>
                  <a:pt x="0" y="531981"/>
                </a:lnTo>
                <a:lnTo>
                  <a:pt x="0" y="28071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882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forward_Text_colou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96C0A7B-73E2-FAB4-4310-2A4BACB45D64}"/>
              </a:ext>
            </a:extLst>
          </p:cNvPr>
          <p:cNvSpPr/>
          <p:nvPr/>
        </p:nvSpPr>
        <p:spPr>
          <a:xfrm>
            <a:off x="1652772" y="3439406"/>
            <a:ext cx="7491229" cy="2880001"/>
          </a:xfrm>
          <a:custGeom>
            <a:avLst/>
            <a:gdLst>
              <a:gd name="connsiteX0" fmla="*/ 8846925 w 9988305"/>
              <a:gd name="connsiteY0" fmla="*/ 0 h 2880001"/>
              <a:gd name="connsiteX1" fmla="*/ 9988305 w 9988305"/>
              <a:gd name="connsiteY1" fmla="*/ 0 h 2880001"/>
              <a:gd name="connsiteX2" fmla="*/ 9988305 w 9988305"/>
              <a:gd name="connsiteY2" fmla="*/ 304907 h 2880001"/>
              <a:gd name="connsiteX3" fmla="*/ 9988305 w 9988305"/>
              <a:gd name="connsiteY3" fmla="*/ 2575095 h 2880001"/>
              <a:gd name="connsiteX4" fmla="*/ 9988305 w 9988305"/>
              <a:gd name="connsiteY4" fmla="*/ 2880000 h 2880001"/>
              <a:gd name="connsiteX5" fmla="*/ 9988303 w 9988305"/>
              <a:gd name="connsiteY5" fmla="*/ 2880000 h 2880001"/>
              <a:gd name="connsiteX6" fmla="*/ 9683409 w 9988305"/>
              <a:gd name="connsiteY6" fmla="*/ 2880000 h 2880001"/>
              <a:gd name="connsiteX7" fmla="*/ 9683399 w 9988305"/>
              <a:gd name="connsiteY7" fmla="*/ 2880001 h 2880001"/>
              <a:gd name="connsiteX8" fmla="*/ 304906 w 9988305"/>
              <a:gd name="connsiteY8" fmla="*/ 2880001 h 2880001"/>
              <a:gd name="connsiteX9" fmla="*/ 304896 w 9988305"/>
              <a:gd name="connsiteY9" fmla="*/ 2880000 h 2880001"/>
              <a:gd name="connsiteX10" fmla="*/ 0 w 9988305"/>
              <a:gd name="connsiteY10" fmla="*/ 2880000 h 2880001"/>
              <a:gd name="connsiteX11" fmla="*/ 0 w 9988305"/>
              <a:gd name="connsiteY11" fmla="*/ 2575095 h 2880001"/>
              <a:gd name="connsiteX12" fmla="*/ 0 w 9988305"/>
              <a:gd name="connsiteY12" fmla="*/ 2183181 h 2880001"/>
              <a:gd name="connsiteX13" fmla="*/ 0 w 9988305"/>
              <a:gd name="connsiteY13" fmla="*/ 304907 h 2880001"/>
              <a:gd name="connsiteX14" fmla="*/ 304906 w 9988305"/>
              <a:gd name="connsiteY14" fmla="*/ 1 h 2880001"/>
              <a:gd name="connsiteX15" fmla="*/ 8846925 w 9988305"/>
              <a:gd name="connsiteY15" fmla="*/ 1 h 28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988305" h="2880001">
                <a:moveTo>
                  <a:pt x="8846925" y="0"/>
                </a:moveTo>
                <a:lnTo>
                  <a:pt x="9988305" y="0"/>
                </a:lnTo>
                <a:lnTo>
                  <a:pt x="9988305" y="304907"/>
                </a:lnTo>
                <a:lnTo>
                  <a:pt x="9988305" y="2575095"/>
                </a:lnTo>
                <a:lnTo>
                  <a:pt x="9988305" y="2880000"/>
                </a:lnTo>
                <a:lnTo>
                  <a:pt x="9988303" y="2880000"/>
                </a:lnTo>
                <a:lnTo>
                  <a:pt x="9683409" y="2880000"/>
                </a:lnTo>
                <a:lnTo>
                  <a:pt x="9683399" y="2880001"/>
                </a:lnTo>
                <a:lnTo>
                  <a:pt x="304906" y="2880001"/>
                </a:lnTo>
                <a:lnTo>
                  <a:pt x="304896" y="2880000"/>
                </a:lnTo>
                <a:lnTo>
                  <a:pt x="0" y="2880000"/>
                </a:lnTo>
                <a:lnTo>
                  <a:pt x="0" y="2575095"/>
                </a:lnTo>
                <a:lnTo>
                  <a:pt x="0" y="2183181"/>
                </a:lnTo>
                <a:lnTo>
                  <a:pt x="0" y="304907"/>
                </a:lnTo>
                <a:cubicBezTo>
                  <a:pt x="0" y="136512"/>
                  <a:pt x="136511" y="1"/>
                  <a:pt x="304906" y="1"/>
                </a:cubicBezTo>
                <a:lnTo>
                  <a:pt x="8846925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013"/>
          </a:p>
        </p:txBody>
      </p:sp>
      <p:sp>
        <p:nvSpPr>
          <p:cNvPr id="7" name="Rectangle 6"/>
          <p:cNvSpPr/>
          <p:nvPr/>
        </p:nvSpPr>
        <p:spPr>
          <a:xfrm>
            <a:off x="1" y="560390"/>
            <a:ext cx="4157217" cy="28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11" name="Text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60390"/>
            <a:ext cx="4145973" cy="287901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6331744" y="3854451"/>
            <a:ext cx="1835944" cy="2049463"/>
          </a:xfrm>
          <a:custGeom>
            <a:avLst/>
            <a:gdLst>
              <a:gd name="T0" fmla="*/ 1542 w 1542"/>
              <a:gd name="T1" fmla="*/ 646 h 1291"/>
              <a:gd name="T2" fmla="*/ 896 w 1542"/>
              <a:gd name="T3" fmla="*/ 0 h 1291"/>
              <a:gd name="T4" fmla="*/ 766 w 1542"/>
              <a:gd name="T5" fmla="*/ 130 h 1291"/>
              <a:gd name="T6" fmla="*/ 1183 w 1542"/>
              <a:gd name="T7" fmla="*/ 546 h 1291"/>
              <a:gd name="T8" fmla="*/ 0 w 1542"/>
              <a:gd name="T9" fmla="*/ 546 h 1291"/>
              <a:gd name="T10" fmla="*/ 0 w 1542"/>
              <a:gd name="T11" fmla="*/ 729 h 1291"/>
              <a:gd name="T12" fmla="*/ 1198 w 1542"/>
              <a:gd name="T13" fmla="*/ 729 h 1291"/>
              <a:gd name="T14" fmla="*/ 766 w 1542"/>
              <a:gd name="T15" fmla="*/ 1161 h 1291"/>
              <a:gd name="T16" fmla="*/ 896 w 1542"/>
              <a:gd name="T17" fmla="*/ 1291 h 1291"/>
              <a:gd name="T18" fmla="*/ 1542 w 1542"/>
              <a:gd name="T19" fmla="*/ 646 h 1291"/>
              <a:gd name="T20" fmla="*/ 1542 w 1542"/>
              <a:gd name="T21" fmla="*/ 646 h 1291"/>
              <a:gd name="T22" fmla="*/ 1542 w 1542"/>
              <a:gd name="T23" fmla="*/ 646 h 1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42" h="1291">
                <a:moveTo>
                  <a:pt x="1542" y="646"/>
                </a:moveTo>
                <a:lnTo>
                  <a:pt x="896" y="0"/>
                </a:lnTo>
                <a:lnTo>
                  <a:pt x="766" y="130"/>
                </a:lnTo>
                <a:lnTo>
                  <a:pt x="1183" y="546"/>
                </a:lnTo>
                <a:lnTo>
                  <a:pt x="0" y="546"/>
                </a:lnTo>
                <a:lnTo>
                  <a:pt x="0" y="729"/>
                </a:lnTo>
                <a:lnTo>
                  <a:pt x="1198" y="729"/>
                </a:lnTo>
                <a:lnTo>
                  <a:pt x="766" y="1161"/>
                </a:lnTo>
                <a:lnTo>
                  <a:pt x="896" y="1291"/>
                </a:lnTo>
                <a:lnTo>
                  <a:pt x="1542" y="646"/>
                </a:lnTo>
                <a:lnTo>
                  <a:pt x="1542" y="646"/>
                </a:lnTo>
                <a:lnTo>
                  <a:pt x="1542" y="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071566" y="3439406"/>
            <a:ext cx="3931200" cy="288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59605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forward_Text_colou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3F0AF14-5FCF-489D-3C6B-10D0BF0F4616}"/>
              </a:ext>
            </a:extLst>
          </p:cNvPr>
          <p:cNvSpPr/>
          <p:nvPr/>
        </p:nvSpPr>
        <p:spPr>
          <a:xfrm>
            <a:off x="1652772" y="3439406"/>
            <a:ext cx="7491229" cy="2880001"/>
          </a:xfrm>
          <a:custGeom>
            <a:avLst/>
            <a:gdLst>
              <a:gd name="connsiteX0" fmla="*/ 8846925 w 9988305"/>
              <a:gd name="connsiteY0" fmla="*/ 0 h 2880001"/>
              <a:gd name="connsiteX1" fmla="*/ 9988305 w 9988305"/>
              <a:gd name="connsiteY1" fmla="*/ 0 h 2880001"/>
              <a:gd name="connsiteX2" fmla="*/ 9988305 w 9988305"/>
              <a:gd name="connsiteY2" fmla="*/ 304907 h 2880001"/>
              <a:gd name="connsiteX3" fmla="*/ 9988305 w 9988305"/>
              <a:gd name="connsiteY3" fmla="*/ 2575095 h 2880001"/>
              <a:gd name="connsiteX4" fmla="*/ 9988305 w 9988305"/>
              <a:gd name="connsiteY4" fmla="*/ 2880000 h 2880001"/>
              <a:gd name="connsiteX5" fmla="*/ 9988303 w 9988305"/>
              <a:gd name="connsiteY5" fmla="*/ 2880000 h 2880001"/>
              <a:gd name="connsiteX6" fmla="*/ 9683409 w 9988305"/>
              <a:gd name="connsiteY6" fmla="*/ 2880000 h 2880001"/>
              <a:gd name="connsiteX7" fmla="*/ 9683399 w 9988305"/>
              <a:gd name="connsiteY7" fmla="*/ 2880001 h 2880001"/>
              <a:gd name="connsiteX8" fmla="*/ 304906 w 9988305"/>
              <a:gd name="connsiteY8" fmla="*/ 2880001 h 2880001"/>
              <a:gd name="connsiteX9" fmla="*/ 304896 w 9988305"/>
              <a:gd name="connsiteY9" fmla="*/ 2880000 h 2880001"/>
              <a:gd name="connsiteX10" fmla="*/ 0 w 9988305"/>
              <a:gd name="connsiteY10" fmla="*/ 2880000 h 2880001"/>
              <a:gd name="connsiteX11" fmla="*/ 0 w 9988305"/>
              <a:gd name="connsiteY11" fmla="*/ 2575095 h 2880001"/>
              <a:gd name="connsiteX12" fmla="*/ 0 w 9988305"/>
              <a:gd name="connsiteY12" fmla="*/ 2183181 h 2880001"/>
              <a:gd name="connsiteX13" fmla="*/ 0 w 9988305"/>
              <a:gd name="connsiteY13" fmla="*/ 304907 h 2880001"/>
              <a:gd name="connsiteX14" fmla="*/ 304906 w 9988305"/>
              <a:gd name="connsiteY14" fmla="*/ 1 h 2880001"/>
              <a:gd name="connsiteX15" fmla="*/ 8846925 w 9988305"/>
              <a:gd name="connsiteY15" fmla="*/ 1 h 28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988305" h="2880001">
                <a:moveTo>
                  <a:pt x="8846925" y="0"/>
                </a:moveTo>
                <a:lnTo>
                  <a:pt x="9988305" y="0"/>
                </a:lnTo>
                <a:lnTo>
                  <a:pt x="9988305" y="304907"/>
                </a:lnTo>
                <a:lnTo>
                  <a:pt x="9988305" y="2575095"/>
                </a:lnTo>
                <a:lnTo>
                  <a:pt x="9988305" y="2880000"/>
                </a:lnTo>
                <a:lnTo>
                  <a:pt x="9988303" y="2880000"/>
                </a:lnTo>
                <a:lnTo>
                  <a:pt x="9683409" y="2880000"/>
                </a:lnTo>
                <a:lnTo>
                  <a:pt x="9683399" y="2880001"/>
                </a:lnTo>
                <a:lnTo>
                  <a:pt x="304906" y="2880001"/>
                </a:lnTo>
                <a:lnTo>
                  <a:pt x="304896" y="2880000"/>
                </a:lnTo>
                <a:lnTo>
                  <a:pt x="0" y="2880000"/>
                </a:lnTo>
                <a:lnTo>
                  <a:pt x="0" y="2575095"/>
                </a:lnTo>
                <a:lnTo>
                  <a:pt x="0" y="2183181"/>
                </a:lnTo>
                <a:lnTo>
                  <a:pt x="0" y="304907"/>
                </a:lnTo>
                <a:cubicBezTo>
                  <a:pt x="0" y="136512"/>
                  <a:pt x="136511" y="1"/>
                  <a:pt x="304906" y="1"/>
                </a:cubicBezTo>
                <a:lnTo>
                  <a:pt x="884692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013"/>
          </a:p>
        </p:txBody>
      </p:sp>
      <p:sp>
        <p:nvSpPr>
          <p:cNvPr id="7" name="Rectangle 6"/>
          <p:cNvSpPr/>
          <p:nvPr/>
        </p:nvSpPr>
        <p:spPr>
          <a:xfrm>
            <a:off x="1" y="560390"/>
            <a:ext cx="4157217" cy="28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6322219" y="3844926"/>
            <a:ext cx="1854994" cy="2068513"/>
          </a:xfrm>
          <a:custGeom>
            <a:avLst/>
            <a:gdLst>
              <a:gd name="T0" fmla="*/ 1558 w 1558"/>
              <a:gd name="T1" fmla="*/ 652 h 1303"/>
              <a:gd name="T2" fmla="*/ 905 w 1558"/>
              <a:gd name="T3" fmla="*/ 0 h 1303"/>
              <a:gd name="T4" fmla="*/ 774 w 1558"/>
              <a:gd name="T5" fmla="*/ 131 h 1303"/>
              <a:gd name="T6" fmla="*/ 1195 w 1558"/>
              <a:gd name="T7" fmla="*/ 551 h 1303"/>
              <a:gd name="T8" fmla="*/ 0 w 1558"/>
              <a:gd name="T9" fmla="*/ 551 h 1303"/>
              <a:gd name="T10" fmla="*/ 0 w 1558"/>
              <a:gd name="T11" fmla="*/ 736 h 1303"/>
              <a:gd name="T12" fmla="*/ 1211 w 1558"/>
              <a:gd name="T13" fmla="*/ 736 h 1303"/>
              <a:gd name="T14" fmla="*/ 774 w 1558"/>
              <a:gd name="T15" fmla="*/ 1172 h 1303"/>
              <a:gd name="T16" fmla="*/ 905 w 1558"/>
              <a:gd name="T17" fmla="*/ 1303 h 1303"/>
              <a:gd name="T18" fmla="*/ 1558 w 1558"/>
              <a:gd name="T19" fmla="*/ 652 h 1303"/>
              <a:gd name="T20" fmla="*/ 1558 w 1558"/>
              <a:gd name="T21" fmla="*/ 652 h 1303"/>
              <a:gd name="T22" fmla="*/ 1558 w 1558"/>
              <a:gd name="T23" fmla="*/ 652 h 1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58" h="1303">
                <a:moveTo>
                  <a:pt x="1558" y="652"/>
                </a:moveTo>
                <a:lnTo>
                  <a:pt x="905" y="0"/>
                </a:lnTo>
                <a:lnTo>
                  <a:pt x="774" y="131"/>
                </a:lnTo>
                <a:lnTo>
                  <a:pt x="1195" y="551"/>
                </a:lnTo>
                <a:lnTo>
                  <a:pt x="0" y="551"/>
                </a:lnTo>
                <a:lnTo>
                  <a:pt x="0" y="736"/>
                </a:lnTo>
                <a:lnTo>
                  <a:pt x="1211" y="736"/>
                </a:lnTo>
                <a:lnTo>
                  <a:pt x="774" y="1172"/>
                </a:lnTo>
                <a:lnTo>
                  <a:pt x="905" y="1303"/>
                </a:lnTo>
                <a:lnTo>
                  <a:pt x="1558" y="652"/>
                </a:lnTo>
                <a:lnTo>
                  <a:pt x="1558" y="652"/>
                </a:lnTo>
                <a:lnTo>
                  <a:pt x="1558" y="652"/>
                </a:lnTo>
                <a:close/>
              </a:path>
            </a:pathLst>
          </a:custGeom>
          <a:solidFill>
            <a:srgbClr val="0033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60390"/>
            <a:ext cx="4145973" cy="287901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071566" y="3439406"/>
            <a:ext cx="3931200" cy="288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246812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_boxes_Blue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4B0F3B-DF17-EA00-AE5B-64F1BBB3E859}"/>
              </a:ext>
            </a:extLst>
          </p:cNvPr>
          <p:cNvSpPr/>
          <p:nvPr/>
        </p:nvSpPr>
        <p:spPr>
          <a:xfrm>
            <a:off x="4683527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852107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852106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bullet points in this text box</a:t>
            </a:r>
          </a:p>
          <a:p>
            <a:pPr lvl="0"/>
            <a:r>
              <a:rPr lang="en-GB" noProof="0"/>
              <a:t>Up to a maximum of 8 lines (paragraph breaks count as 1 line)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8EAA30-B9FE-C9D8-5BC9-E674943AAB19}"/>
              </a:ext>
            </a:extLst>
          </p:cNvPr>
          <p:cNvSpPr/>
          <p:nvPr/>
        </p:nvSpPr>
        <p:spPr>
          <a:xfrm>
            <a:off x="413147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7A1870F-A861-2A83-97EF-21EF8E494B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1727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EE68061-DFD0-BF21-E46E-BB1DA779D8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1727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Enter bullet points in this text box</a:t>
            </a:r>
          </a:p>
          <a:p>
            <a:pPr lvl="0"/>
            <a:r>
              <a:rPr lang="en-GB" noProof="0"/>
              <a:t>Up to a maximum of 8 lines (paragraph breaks count as 1 line)</a:t>
            </a:r>
          </a:p>
        </p:txBody>
      </p:sp>
    </p:spTree>
    <p:extLst>
      <p:ext uri="{BB962C8B-B14F-4D97-AF65-F5344CB8AC3E}">
        <p14:creationId xmlns:p14="http://schemas.microsoft.com/office/powerpoint/2010/main" val="40292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text_boxes_BlueGrey+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16FCF5-60B4-F75F-EDD3-50A2420A6E6C}"/>
              </a:ext>
            </a:extLst>
          </p:cNvPr>
          <p:cNvSpPr/>
          <p:nvPr/>
        </p:nvSpPr>
        <p:spPr>
          <a:xfrm>
            <a:off x="5724769" y="2000423"/>
            <a:ext cx="3004733" cy="4308303"/>
          </a:xfrm>
          <a:custGeom>
            <a:avLst/>
            <a:gdLst>
              <a:gd name="connsiteX0" fmla="*/ 276916 w 4006310"/>
              <a:gd name="connsiteY0" fmla="*/ 0 h 4308303"/>
              <a:gd name="connsiteX1" fmla="*/ 3729394 w 4006310"/>
              <a:gd name="connsiteY1" fmla="*/ 0 h 4308303"/>
              <a:gd name="connsiteX2" fmla="*/ 3729395 w 4006310"/>
              <a:gd name="connsiteY2" fmla="*/ 0 h 4308303"/>
              <a:gd name="connsiteX3" fmla="*/ 4006310 w 4006310"/>
              <a:gd name="connsiteY3" fmla="*/ 0 h 4308303"/>
              <a:gd name="connsiteX4" fmla="*/ 4006310 w 4006310"/>
              <a:gd name="connsiteY4" fmla="*/ 276916 h 4308303"/>
              <a:gd name="connsiteX5" fmla="*/ 4006310 w 4006310"/>
              <a:gd name="connsiteY5" fmla="*/ 690672 h 4308303"/>
              <a:gd name="connsiteX6" fmla="*/ 4006310 w 4006310"/>
              <a:gd name="connsiteY6" fmla="*/ 4031387 h 4308303"/>
              <a:gd name="connsiteX7" fmla="*/ 3729394 w 4006310"/>
              <a:gd name="connsiteY7" fmla="*/ 4308303 h 4308303"/>
              <a:gd name="connsiteX8" fmla="*/ 673870 w 4006310"/>
              <a:gd name="connsiteY8" fmla="*/ 4308303 h 4308303"/>
              <a:gd name="connsiteX9" fmla="*/ 276916 w 4006310"/>
              <a:gd name="connsiteY9" fmla="*/ 4308303 h 4308303"/>
              <a:gd name="connsiteX10" fmla="*/ 0 w 4006310"/>
              <a:gd name="connsiteY10" fmla="*/ 4308303 h 4308303"/>
              <a:gd name="connsiteX11" fmla="*/ 0 w 4006310"/>
              <a:gd name="connsiteY11" fmla="*/ 4031387 h 4308303"/>
              <a:gd name="connsiteX12" fmla="*/ 0 w 4006310"/>
              <a:gd name="connsiteY12" fmla="*/ 690672 h 4308303"/>
              <a:gd name="connsiteX13" fmla="*/ 0 w 4006310"/>
              <a:gd name="connsiteY13" fmla="*/ 276916 h 4308303"/>
              <a:gd name="connsiteX14" fmla="*/ 0 w 4006310"/>
              <a:gd name="connsiteY14" fmla="*/ 0 h 4308303"/>
              <a:gd name="connsiteX15" fmla="*/ 276915 w 4006310"/>
              <a:gd name="connsiteY15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06310" h="4308303">
                <a:moveTo>
                  <a:pt x="276916" y="0"/>
                </a:moveTo>
                <a:lnTo>
                  <a:pt x="3729394" y="0"/>
                </a:lnTo>
                <a:lnTo>
                  <a:pt x="3729395" y="0"/>
                </a:lnTo>
                <a:lnTo>
                  <a:pt x="4006310" y="0"/>
                </a:lnTo>
                <a:lnTo>
                  <a:pt x="4006310" y="276916"/>
                </a:lnTo>
                <a:lnTo>
                  <a:pt x="4006310" y="690672"/>
                </a:lnTo>
                <a:lnTo>
                  <a:pt x="4006310" y="4031387"/>
                </a:lnTo>
                <a:cubicBezTo>
                  <a:pt x="4006310" y="4184323"/>
                  <a:pt x="3882330" y="4308303"/>
                  <a:pt x="3729394" y="4308303"/>
                </a:cubicBezTo>
                <a:lnTo>
                  <a:pt x="673870" y="4308303"/>
                </a:lnTo>
                <a:lnTo>
                  <a:pt x="276916" y="4308303"/>
                </a:lnTo>
                <a:lnTo>
                  <a:pt x="0" y="4308303"/>
                </a:lnTo>
                <a:lnTo>
                  <a:pt x="0" y="4031387"/>
                </a:lnTo>
                <a:lnTo>
                  <a:pt x="0" y="690672"/>
                </a:lnTo>
                <a:lnTo>
                  <a:pt x="0" y="276916"/>
                </a:lnTo>
                <a:lnTo>
                  <a:pt x="0" y="0"/>
                </a:lnTo>
                <a:lnTo>
                  <a:pt x="2769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2AFA9EF-DE38-53AC-AB36-F7E0AA02D8B4}"/>
              </a:ext>
            </a:extLst>
          </p:cNvPr>
          <p:cNvSpPr/>
          <p:nvPr/>
        </p:nvSpPr>
        <p:spPr>
          <a:xfrm>
            <a:off x="2500992" y="2000423"/>
            <a:ext cx="3004733" cy="4308303"/>
          </a:xfrm>
          <a:custGeom>
            <a:avLst/>
            <a:gdLst>
              <a:gd name="connsiteX0" fmla="*/ 284288 w 4006310"/>
              <a:gd name="connsiteY0" fmla="*/ 0 h 4308303"/>
              <a:gd name="connsiteX1" fmla="*/ 3722022 w 4006310"/>
              <a:gd name="connsiteY1" fmla="*/ 0 h 4308303"/>
              <a:gd name="connsiteX2" fmla="*/ 3722024 w 4006310"/>
              <a:gd name="connsiteY2" fmla="*/ 0 h 4308303"/>
              <a:gd name="connsiteX3" fmla="*/ 4006310 w 4006310"/>
              <a:gd name="connsiteY3" fmla="*/ 0 h 4308303"/>
              <a:gd name="connsiteX4" fmla="*/ 4006310 w 4006310"/>
              <a:gd name="connsiteY4" fmla="*/ 284288 h 4308303"/>
              <a:gd name="connsiteX5" fmla="*/ 4006310 w 4006310"/>
              <a:gd name="connsiteY5" fmla="*/ 613952 h 4308303"/>
              <a:gd name="connsiteX6" fmla="*/ 4006310 w 4006310"/>
              <a:gd name="connsiteY6" fmla="*/ 4024015 h 4308303"/>
              <a:gd name="connsiteX7" fmla="*/ 3722022 w 4006310"/>
              <a:gd name="connsiteY7" fmla="*/ 4308303 h 4308303"/>
              <a:gd name="connsiteX8" fmla="*/ 905839 w 4006310"/>
              <a:gd name="connsiteY8" fmla="*/ 4308303 h 4308303"/>
              <a:gd name="connsiteX9" fmla="*/ 284288 w 4006310"/>
              <a:gd name="connsiteY9" fmla="*/ 4308303 h 4308303"/>
              <a:gd name="connsiteX10" fmla="*/ 0 w 4006310"/>
              <a:gd name="connsiteY10" fmla="*/ 4308303 h 4308303"/>
              <a:gd name="connsiteX11" fmla="*/ 0 w 4006310"/>
              <a:gd name="connsiteY11" fmla="*/ 4024015 h 4308303"/>
              <a:gd name="connsiteX12" fmla="*/ 0 w 4006310"/>
              <a:gd name="connsiteY12" fmla="*/ 613952 h 4308303"/>
              <a:gd name="connsiteX13" fmla="*/ 0 w 4006310"/>
              <a:gd name="connsiteY13" fmla="*/ 284288 h 4308303"/>
              <a:gd name="connsiteX14" fmla="*/ 0 w 4006310"/>
              <a:gd name="connsiteY14" fmla="*/ 0 h 4308303"/>
              <a:gd name="connsiteX15" fmla="*/ 284287 w 4006310"/>
              <a:gd name="connsiteY15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06310" h="4308303">
                <a:moveTo>
                  <a:pt x="284288" y="0"/>
                </a:moveTo>
                <a:lnTo>
                  <a:pt x="3722022" y="0"/>
                </a:lnTo>
                <a:lnTo>
                  <a:pt x="3722024" y="0"/>
                </a:lnTo>
                <a:lnTo>
                  <a:pt x="4006310" y="0"/>
                </a:lnTo>
                <a:lnTo>
                  <a:pt x="4006310" y="284288"/>
                </a:lnTo>
                <a:lnTo>
                  <a:pt x="4006310" y="613952"/>
                </a:lnTo>
                <a:lnTo>
                  <a:pt x="4006310" y="4024015"/>
                </a:lnTo>
                <a:cubicBezTo>
                  <a:pt x="4006310" y="4181023"/>
                  <a:pt x="3879030" y="4308303"/>
                  <a:pt x="3722022" y="4308303"/>
                </a:cubicBezTo>
                <a:lnTo>
                  <a:pt x="905839" y="4308303"/>
                </a:lnTo>
                <a:lnTo>
                  <a:pt x="284288" y="4308303"/>
                </a:lnTo>
                <a:lnTo>
                  <a:pt x="0" y="4308303"/>
                </a:lnTo>
                <a:lnTo>
                  <a:pt x="0" y="4024015"/>
                </a:lnTo>
                <a:lnTo>
                  <a:pt x="0" y="613952"/>
                </a:lnTo>
                <a:lnTo>
                  <a:pt x="0" y="284288"/>
                </a:lnTo>
                <a:lnTo>
                  <a:pt x="0" y="0"/>
                </a:lnTo>
                <a:lnTo>
                  <a:pt x="284287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2500994" y="2000417"/>
            <a:ext cx="3013504" cy="988438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1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5733788" y="2000419"/>
            <a:ext cx="2986695" cy="988436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2493169" y="3429001"/>
            <a:ext cx="3013504" cy="2879724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24769" y="3429002"/>
            <a:ext cx="3004733" cy="2879723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628327" y="3147237"/>
            <a:ext cx="266036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96952" y="3147237"/>
            <a:ext cx="26603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>
            <a:spLocks/>
          </p:cNvSpPr>
          <p:nvPr/>
        </p:nvSpPr>
        <p:spPr bwMode="auto">
          <a:xfrm>
            <a:off x="421711" y="2348313"/>
            <a:ext cx="1469231" cy="1639887"/>
          </a:xfrm>
          <a:custGeom>
            <a:avLst/>
            <a:gdLst>
              <a:gd name="T0" fmla="*/ 1234 w 1234"/>
              <a:gd name="T1" fmla="*/ 517 h 1033"/>
              <a:gd name="T2" fmla="*/ 717 w 1234"/>
              <a:gd name="T3" fmla="*/ 0 h 1033"/>
              <a:gd name="T4" fmla="*/ 613 w 1234"/>
              <a:gd name="T5" fmla="*/ 104 h 1033"/>
              <a:gd name="T6" fmla="*/ 947 w 1234"/>
              <a:gd name="T7" fmla="*/ 437 h 1033"/>
              <a:gd name="T8" fmla="*/ 0 w 1234"/>
              <a:gd name="T9" fmla="*/ 437 h 1033"/>
              <a:gd name="T10" fmla="*/ 0 w 1234"/>
              <a:gd name="T11" fmla="*/ 584 h 1033"/>
              <a:gd name="T12" fmla="*/ 959 w 1234"/>
              <a:gd name="T13" fmla="*/ 584 h 1033"/>
              <a:gd name="T14" fmla="*/ 613 w 1234"/>
              <a:gd name="T15" fmla="*/ 929 h 1033"/>
              <a:gd name="T16" fmla="*/ 717 w 1234"/>
              <a:gd name="T17" fmla="*/ 1033 h 1033"/>
              <a:gd name="T18" fmla="*/ 1234 w 1234"/>
              <a:gd name="T19" fmla="*/ 517 h 1033"/>
              <a:gd name="T20" fmla="*/ 1234 w 1234"/>
              <a:gd name="T21" fmla="*/ 517 h 1033"/>
              <a:gd name="T22" fmla="*/ 1234 w 1234"/>
              <a:gd name="T23" fmla="*/ 517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34" h="1033">
                <a:moveTo>
                  <a:pt x="1234" y="517"/>
                </a:moveTo>
                <a:lnTo>
                  <a:pt x="717" y="0"/>
                </a:lnTo>
                <a:lnTo>
                  <a:pt x="613" y="104"/>
                </a:lnTo>
                <a:lnTo>
                  <a:pt x="947" y="437"/>
                </a:lnTo>
                <a:lnTo>
                  <a:pt x="0" y="437"/>
                </a:lnTo>
                <a:lnTo>
                  <a:pt x="0" y="584"/>
                </a:lnTo>
                <a:lnTo>
                  <a:pt x="959" y="584"/>
                </a:lnTo>
                <a:lnTo>
                  <a:pt x="613" y="929"/>
                </a:lnTo>
                <a:lnTo>
                  <a:pt x="717" y="1033"/>
                </a:lnTo>
                <a:lnTo>
                  <a:pt x="1234" y="517"/>
                </a:lnTo>
                <a:lnTo>
                  <a:pt x="1234" y="517"/>
                </a:lnTo>
                <a:lnTo>
                  <a:pt x="1234" y="517"/>
                </a:lnTo>
                <a:close/>
              </a:path>
            </a:pathLst>
          </a:custGeom>
          <a:solidFill>
            <a:srgbClr val="0033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478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_boxes_Blue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B05A501-1546-F682-710B-29F21D52D00B}"/>
              </a:ext>
            </a:extLst>
          </p:cNvPr>
          <p:cNvSpPr/>
          <p:nvPr/>
        </p:nvSpPr>
        <p:spPr>
          <a:xfrm>
            <a:off x="3355444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AAD4B77-C36F-772C-DDFD-5C428A82C1B2}"/>
              </a:ext>
            </a:extLst>
          </p:cNvPr>
          <p:cNvSpPr/>
          <p:nvPr/>
        </p:nvSpPr>
        <p:spPr>
          <a:xfrm>
            <a:off x="418678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CEA8D1-25B3-B602-72F4-663450B79AE3}"/>
              </a:ext>
            </a:extLst>
          </p:cNvPr>
          <p:cNvSpPr/>
          <p:nvPr/>
        </p:nvSpPr>
        <p:spPr>
          <a:xfrm>
            <a:off x="6292074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20742" y="2000422"/>
            <a:ext cx="2439007" cy="988432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1</a:t>
            </a:r>
          </a:p>
        </p:txBody>
      </p:sp>
      <p:sp>
        <p:nvSpPr>
          <p:cNvPr id="26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6292075" y="2000417"/>
            <a:ext cx="2447925" cy="988438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3</a:t>
            </a:r>
          </a:p>
        </p:txBody>
      </p:sp>
      <p:sp>
        <p:nvSpPr>
          <p:cNvPr id="27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3362770" y="2000419"/>
            <a:ext cx="2426148" cy="988436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420741" y="3429001"/>
            <a:ext cx="2439006" cy="2879724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  <a:p>
            <a:pPr lvl="0"/>
            <a:endParaRPr lang="en-GB" noProof="0"/>
          </a:p>
        </p:txBody>
      </p:sp>
      <p:sp>
        <p:nvSpPr>
          <p:cNvPr id="29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6284250" y="3429001"/>
            <a:ext cx="2447925" cy="2879724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3355444" y="3429002"/>
            <a:ext cx="2440800" cy="2879723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542261" y="3147237"/>
            <a:ext cx="21610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419408" y="3147237"/>
            <a:ext cx="21610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3495311" y="3147237"/>
            <a:ext cx="21610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39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Panels_Title+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423190" y="4007692"/>
            <a:ext cx="2565000" cy="5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289912" y="4007692"/>
            <a:ext cx="2565000" cy="5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6162281" y="4007692"/>
            <a:ext cx="2565000" cy="5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423190" y="4622802"/>
            <a:ext cx="2565000" cy="16701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3289912" y="4622802"/>
            <a:ext cx="2565000" cy="16701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6162281" y="4622802"/>
            <a:ext cx="2565000" cy="16701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DB4A781-00A0-D74B-CD92-6E6198F928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9912" y="1994955"/>
            <a:ext cx="2565000" cy="1800000"/>
          </a:xfrm>
          <a:custGeom>
            <a:avLst/>
            <a:gdLst>
              <a:gd name="connsiteX0" fmla="*/ 0 w 3420000"/>
              <a:gd name="connsiteY0" fmla="*/ 0 h 1800000"/>
              <a:gd name="connsiteX1" fmla="*/ 279342 w 3420000"/>
              <a:gd name="connsiteY1" fmla="*/ 0 h 1800000"/>
              <a:gd name="connsiteX2" fmla="*/ 3140658 w 3420000"/>
              <a:gd name="connsiteY2" fmla="*/ 0 h 1800000"/>
              <a:gd name="connsiteX3" fmla="*/ 3420000 w 3420000"/>
              <a:gd name="connsiteY3" fmla="*/ 0 h 1800000"/>
              <a:gd name="connsiteX4" fmla="*/ 3420000 w 3420000"/>
              <a:gd name="connsiteY4" fmla="*/ 279342 h 1800000"/>
              <a:gd name="connsiteX5" fmla="*/ 3420000 w 3420000"/>
              <a:gd name="connsiteY5" fmla="*/ 582052 h 1800000"/>
              <a:gd name="connsiteX6" fmla="*/ 3420000 w 3420000"/>
              <a:gd name="connsiteY6" fmla="*/ 1520658 h 1800000"/>
              <a:gd name="connsiteX7" fmla="*/ 3140658 w 3420000"/>
              <a:gd name="connsiteY7" fmla="*/ 1800000 h 1800000"/>
              <a:gd name="connsiteX8" fmla="*/ 801757 w 3420000"/>
              <a:gd name="connsiteY8" fmla="*/ 1800000 h 1800000"/>
              <a:gd name="connsiteX9" fmla="*/ 279342 w 3420000"/>
              <a:gd name="connsiteY9" fmla="*/ 1800000 h 1800000"/>
              <a:gd name="connsiteX10" fmla="*/ 0 w 3420000"/>
              <a:gd name="connsiteY10" fmla="*/ 1800000 h 1800000"/>
              <a:gd name="connsiteX11" fmla="*/ 0 w 3420000"/>
              <a:gd name="connsiteY11" fmla="*/ 1520659 h 1800000"/>
              <a:gd name="connsiteX12" fmla="*/ 0 w 3420000"/>
              <a:gd name="connsiteY12" fmla="*/ 1520658 h 1800000"/>
              <a:gd name="connsiteX13" fmla="*/ 0 w 3420000"/>
              <a:gd name="connsiteY13" fmla="*/ 279342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800000">
                <a:moveTo>
                  <a:pt x="0" y="0"/>
                </a:moveTo>
                <a:lnTo>
                  <a:pt x="279342" y="0"/>
                </a:lnTo>
                <a:lnTo>
                  <a:pt x="3140658" y="0"/>
                </a:lnTo>
                <a:lnTo>
                  <a:pt x="3420000" y="0"/>
                </a:lnTo>
                <a:lnTo>
                  <a:pt x="3420000" y="279342"/>
                </a:lnTo>
                <a:lnTo>
                  <a:pt x="3420000" y="582052"/>
                </a:lnTo>
                <a:lnTo>
                  <a:pt x="3420000" y="1520658"/>
                </a:lnTo>
                <a:cubicBezTo>
                  <a:pt x="3420000" y="1674934"/>
                  <a:pt x="3294934" y="1800000"/>
                  <a:pt x="3140658" y="1800000"/>
                </a:cubicBezTo>
                <a:lnTo>
                  <a:pt x="801757" y="1800000"/>
                </a:lnTo>
                <a:lnTo>
                  <a:pt x="279342" y="1800000"/>
                </a:lnTo>
                <a:lnTo>
                  <a:pt x="0" y="1800000"/>
                </a:lnTo>
                <a:lnTo>
                  <a:pt x="0" y="1520659"/>
                </a:lnTo>
                <a:lnTo>
                  <a:pt x="0" y="1520658"/>
                </a:lnTo>
                <a:lnTo>
                  <a:pt x="0" y="27934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32A2B8-6338-4352-3203-1C7490666AF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3147" y="1994955"/>
            <a:ext cx="2565000" cy="1800000"/>
          </a:xfrm>
          <a:custGeom>
            <a:avLst/>
            <a:gdLst>
              <a:gd name="connsiteX0" fmla="*/ 0 w 3420000"/>
              <a:gd name="connsiteY0" fmla="*/ 0 h 1800000"/>
              <a:gd name="connsiteX1" fmla="*/ 279342 w 3420000"/>
              <a:gd name="connsiteY1" fmla="*/ 0 h 1800000"/>
              <a:gd name="connsiteX2" fmla="*/ 3140658 w 3420000"/>
              <a:gd name="connsiteY2" fmla="*/ 0 h 1800000"/>
              <a:gd name="connsiteX3" fmla="*/ 3420000 w 3420000"/>
              <a:gd name="connsiteY3" fmla="*/ 0 h 1800000"/>
              <a:gd name="connsiteX4" fmla="*/ 3420000 w 3420000"/>
              <a:gd name="connsiteY4" fmla="*/ 279342 h 1800000"/>
              <a:gd name="connsiteX5" fmla="*/ 3420000 w 3420000"/>
              <a:gd name="connsiteY5" fmla="*/ 582052 h 1800000"/>
              <a:gd name="connsiteX6" fmla="*/ 3420000 w 3420000"/>
              <a:gd name="connsiteY6" fmla="*/ 1520658 h 1800000"/>
              <a:gd name="connsiteX7" fmla="*/ 3140658 w 3420000"/>
              <a:gd name="connsiteY7" fmla="*/ 1800000 h 1800000"/>
              <a:gd name="connsiteX8" fmla="*/ 801757 w 3420000"/>
              <a:gd name="connsiteY8" fmla="*/ 1800000 h 1800000"/>
              <a:gd name="connsiteX9" fmla="*/ 279342 w 3420000"/>
              <a:gd name="connsiteY9" fmla="*/ 1800000 h 1800000"/>
              <a:gd name="connsiteX10" fmla="*/ 0 w 3420000"/>
              <a:gd name="connsiteY10" fmla="*/ 1800000 h 1800000"/>
              <a:gd name="connsiteX11" fmla="*/ 0 w 3420000"/>
              <a:gd name="connsiteY11" fmla="*/ 1520659 h 1800000"/>
              <a:gd name="connsiteX12" fmla="*/ 0 w 3420000"/>
              <a:gd name="connsiteY12" fmla="*/ 1520658 h 1800000"/>
              <a:gd name="connsiteX13" fmla="*/ 0 w 3420000"/>
              <a:gd name="connsiteY13" fmla="*/ 279342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800000">
                <a:moveTo>
                  <a:pt x="0" y="0"/>
                </a:moveTo>
                <a:lnTo>
                  <a:pt x="279342" y="0"/>
                </a:lnTo>
                <a:lnTo>
                  <a:pt x="3140658" y="0"/>
                </a:lnTo>
                <a:lnTo>
                  <a:pt x="3420000" y="0"/>
                </a:lnTo>
                <a:lnTo>
                  <a:pt x="3420000" y="279342"/>
                </a:lnTo>
                <a:lnTo>
                  <a:pt x="3420000" y="582052"/>
                </a:lnTo>
                <a:lnTo>
                  <a:pt x="3420000" y="1520658"/>
                </a:lnTo>
                <a:cubicBezTo>
                  <a:pt x="3420000" y="1674934"/>
                  <a:pt x="3294934" y="1800000"/>
                  <a:pt x="3140658" y="1800000"/>
                </a:cubicBezTo>
                <a:lnTo>
                  <a:pt x="801757" y="1800000"/>
                </a:lnTo>
                <a:lnTo>
                  <a:pt x="279342" y="1800000"/>
                </a:lnTo>
                <a:lnTo>
                  <a:pt x="0" y="1800000"/>
                </a:lnTo>
                <a:lnTo>
                  <a:pt x="0" y="1520659"/>
                </a:lnTo>
                <a:lnTo>
                  <a:pt x="0" y="1520658"/>
                </a:lnTo>
                <a:lnTo>
                  <a:pt x="0" y="27934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6666C9-D810-7CE7-C43A-2D33C965622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65854" y="1994955"/>
            <a:ext cx="2565000" cy="1800000"/>
          </a:xfrm>
          <a:custGeom>
            <a:avLst/>
            <a:gdLst>
              <a:gd name="connsiteX0" fmla="*/ 0 w 3420000"/>
              <a:gd name="connsiteY0" fmla="*/ 0 h 1800000"/>
              <a:gd name="connsiteX1" fmla="*/ 279342 w 3420000"/>
              <a:gd name="connsiteY1" fmla="*/ 0 h 1800000"/>
              <a:gd name="connsiteX2" fmla="*/ 3140658 w 3420000"/>
              <a:gd name="connsiteY2" fmla="*/ 0 h 1800000"/>
              <a:gd name="connsiteX3" fmla="*/ 3420000 w 3420000"/>
              <a:gd name="connsiteY3" fmla="*/ 0 h 1800000"/>
              <a:gd name="connsiteX4" fmla="*/ 3420000 w 3420000"/>
              <a:gd name="connsiteY4" fmla="*/ 279342 h 1800000"/>
              <a:gd name="connsiteX5" fmla="*/ 3420000 w 3420000"/>
              <a:gd name="connsiteY5" fmla="*/ 582052 h 1800000"/>
              <a:gd name="connsiteX6" fmla="*/ 3420000 w 3420000"/>
              <a:gd name="connsiteY6" fmla="*/ 1520658 h 1800000"/>
              <a:gd name="connsiteX7" fmla="*/ 3140658 w 3420000"/>
              <a:gd name="connsiteY7" fmla="*/ 1800000 h 1800000"/>
              <a:gd name="connsiteX8" fmla="*/ 801757 w 3420000"/>
              <a:gd name="connsiteY8" fmla="*/ 1800000 h 1800000"/>
              <a:gd name="connsiteX9" fmla="*/ 279342 w 3420000"/>
              <a:gd name="connsiteY9" fmla="*/ 1800000 h 1800000"/>
              <a:gd name="connsiteX10" fmla="*/ 0 w 3420000"/>
              <a:gd name="connsiteY10" fmla="*/ 1800000 h 1800000"/>
              <a:gd name="connsiteX11" fmla="*/ 0 w 3420000"/>
              <a:gd name="connsiteY11" fmla="*/ 1520659 h 1800000"/>
              <a:gd name="connsiteX12" fmla="*/ 0 w 3420000"/>
              <a:gd name="connsiteY12" fmla="*/ 1520658 h 1800000"/>
              <a:gd name="connsiteX13" fmla="*/ 0 w 3420000"/>
              <a:gd name="connsiteY13" fmla="*/ 279342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800000">
                <a:moveTo>
                  <a:pt x="0" y="0"/>
                </a:moveTo>
                <a:lnTo>
                  <a:pt x="279342" y="0"/>
                </a:lnTo>
                <a:lnTo>
                  <a:pt x="3140658" y="0"/>
                </a:lnTo>
                <a:lnTo>
                  <a:pt x="3420000" y="0"/>
                </a:lnTo>
                <a:lnTo>
                  <a:pt x="3420000" y="279342"/>
                </a:lnTo>
                <a:lnTo>
                  <a:pt x="3420000" y="582052"/>
                </a:lnTo>
                <a:lnTo>
                  <a:pt x="3420000" y="1520658"/>
                </a:lnTo>
                <a:cubicBezTo>
                  <a:pt x="3420000" y="1674934"/>
                  <a:pt x="3294934" y="1800000"/>
                  <a:pt x="3140658" y="1800000"/>
                </a:cubicBezTo>
                <a:lnTo>
                  <a:pt x="801757" y="1800000"/>
                </a:lnTo>
                <a:lnTo>
                  <a:pt x="279342" y="1800000"/>
                </a:lnTo>
                <a:lnTo>
                  <a:pt x="0" y="1800000"/>
                </a:lnTo>
                <a:lnTo>
                  <a:pt x="0" y="1520659"/>
                </a:lnTo>
                <a:lnTo>
                  <a:pt x="0" y="1520658"/>
                </a:lnTo>
                <a:lnTo>
                  <a:pt x="0" y="27934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CDFE0-0B8D-BF37-B63F-A3C4FFE4AC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3826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ocks_Title+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20521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542268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664015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23900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542268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664015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785762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6785762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835E747-4903-2999-E944-BDF675C1995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3900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92B06B-03A3-D5BB-530F-3DE14E5C4A3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535986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46B6201-F5E5-CDB5-9A05-471C837ED2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648071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08298D2-ED0C-581E-D1FA-B575F49A1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86854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90D99-F773-B37C-06BC-70A26B773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229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nels_Title+Text_Grey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F485183-0638-0340-EA12-04030A336D61}"/>
              </a:ext>
            </a:extLst>
          </p:cNvPr>
          <p:cNvSpPr/>
          <p:nvPr/>
        </p:nvSpPr>
        <p:spPr>
          <a:xfrm>
            <a:off x="3355376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0B7F50F-6ED0-98E3-960C-A2DE6B4F6FE1}"/>
              </a:ext>
            </a:extLst>
          </p:cNvPr>
          <p:cNvSpPr/>
          <p:nvPr/>
        </p:nvSpPr>
        <p:spPr>
          <a:xfrm>
            <a:off x="6297764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3D0AEFD-2D5A-F625-0C85-48B4698E8264}"/>
              </a:ext>
            </a:extLst>
          </p:cNvPr>
          <p:cNvSpPr/>
          <p:nvPr/>
        </p:nvSpPr>
        <p:spPr>
          <a:xfrm>
            <a:off x="412961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38611" y="3194207"/>
            <a:ext cx="2389500" cy="648000"/>
          </a:xfrm>
          <a:prstGeom prst="rect">
            <a:avLst/>
          </a:prstGeom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381026" y="3194207"/>
            <a:ext cx="2389500" cy="648000"/>
          </a:xfrm>
          <a:prstGeom prst="rect">
            <a:avLst/>
          </a:prstGeom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323414" y="3194207"/>
            <a:ext cx="2389500" cy="648000"/>
          </a:xfrm>
          <a:prstGeom prst="rect">
            <a:avLst/>
          </a:prstGeom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38611" y="3842207"/>
            <a:ext cx="2389500" cy="2105832"/>
          </a:xfrm>
          <a:prstGeom prst="rect">
            <a:avLst/>
          </a:prstGeom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381026" y="3842207"/>
            <a:ext cx="2389500" cy="2105832"/>
          </a:xfrm>
          <a:prstGeom prst="rect">
            <a:avLst/>
          </a:prstGeom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323414" y="3842207"/>
            <a:ext cx="2389500" cy="2105832"/>
          </a:xfrm>
          <a:prstGeom prst="rect">
            <a:avLst/>
          </a:prstGeom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553361" y="4869716"/>
            <a:ext cx="2160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>
            <a:off x="3495776" y="4869716"/>
            <a:ext cx="2160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</p:cNvCxnSpPr>
          <p:nvPr/>
        </p:nvCxnSpPr>
        <p:spPr>
          <a:xfrm>
            <a:off x="6438164" y="4869716"/>
            <a:ext cx="2160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A6EFE615-176A-610A-C1A3-26221A284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064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nels_Title+Text_GreyBG+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353926" y="1989138"/>
            <a:ext cx="2440800" cy="2879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7243" y="1989138"/>
            <a:ext cx="2440800" cy="2879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00609" y="1989138"/>
            <a:ext cx="2440800" cy="2879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07243" y="3194207"/>
            <a:ext cx="2440800" cy="648000"/>
          </a:xfrm>
          <a:prstGeom prst="rect">
            <a:avLst/>
          </a:prstGeom>
          <a:ln>
            <a:noFill/>
          </a:ln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353926" y="3194207"/>
            <a:ext cx="2440800" cy="648000"/>
          </a:xfrm>
          <a:prstGeom prst="rect">
            <a:avLst/>
          </a:prstGeom>
          <a:ln>
            <a:noFill/>
          </a:ln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300609" y="3194207"/>
            <a:ext cx="2440800" cy="648000"/>
          </a:xfrm>
          <a:prstGeom prst="rect">
            <a:avLst/>
          </a:prstGeom>
          <a:ln>
            <a:noFill/>
          </a:ln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07243" y="3842207"/>
            <a:ext cx="2440800" cy="1026656"/>
          </a:xfrm>
          <a:prstGeom prst="rect">
            <a:avLst/>
          </a:prstGeom>
          <a:ln>
            <a:noFill/>
          </a:ln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353926" y="3842207"/>
            <a:ext cx="2440800" cy="1026656"/>
          </a:xfrm>
          <a:prstGeom prst="rect">
            <a:avLst/>
          </a:prstGeom>
          <a:ln>
            <a:noFill/>
          </a:ln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300609" y="3842207"/>
            <a:ext cx="2440800" cy="1026656"/>
          </a:xfrm>
          <a:prstGeom prst="rect">
            <a:avLst/>
          </a:prstGeom>
          <a:ln>
            <a:noFill/>
          </a:ln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522087" y="4869716"/>
            <a:ext cx="24408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510251" y="4869716"/>
            <a:ext cx="24408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415453" y="4869716"/>
            <a:ext cx="24408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B21AE30-223D-D155-D0A3-2692876413DE}"/>
              </a:ext>
            </a:extLst>
          </p:cNvPr>
          <p:cNvSpPr/>
          <p:nvPr/>
        </p:nvSpPr>
        <p:spPr>
          <a:xfrm>
            <a:off x="407243" y="4943288"/>
            <a:ext cx="2440800" cy="1364585"/>
          </a:xfrm>
          <a:custGeom>
            <a:avLst/>
            <a:gdLst>
              <a:gd name="connsiteX0" fmla="*/ 0 w 3186000"/>
              <a:gd name="connsiteY0" fmla="*/ 0 h 1364585"/>
              <a:gd name="connsiteX1" fmla="*/ 529785 w 3186000"/>
              <a:gd name="connsiteY1" fmla="*/ 0 h 1364585"/>
              <a:gd name="connsiteX2" fmla="*/ 529785 w 3186000"/>
              <a:gd name="connsiteY2" fmla="*/ 853 h 1364585"/>
              <a:gd name="connsiteX3" fmla="*/ 2922854 w 3186000"/>
              <a:gd name="connsiteY3" fmla="*/ 853 h 1364585"/>
              <a:gd name="connsiteX4" fmla="*/ 3186000 w 3186000"/>
              <a:gd name="connsiteY4" fmla="*/ 853 h 1364585"/>
              <a:gd name="connsiteX5" fmla="*/ 3186000 w 3186000"/>
              <a:gd name="connsiteY5" fmla="*/ 263999 h 1364585"/>
              <a:gd name="connsiteX6" fmla="*/ 3186000 w 3186000"/>
              <a:gd name="connsiteY6" fmla="*/ 316003 h 1364585"/>
              <a:gd name="connsiteX7" fmla="*/ 3186000 w 3186000"/>
              <a:gd name="connsiteY7" fmla="*/ 1101439 h 1364585"/>
              <a:gd name="connsiteX8" fmla="*/ 2922854 w 3186000"/>
              <a:gd name="connsiteY8" fmla="*/ 1364585 h 1364585"/>
              <a:gd name="connsiteX9" fmla="*/ 263146 w 3186000"/>
              <a:gd name="connsiteY9" fmla="*/ 1364585 h 1364585"/>
              <a:gd name="connsiteX10" fmla="*/ 256688 w 3186000"/>
              <a:gd name="connsiteY10" fmla="*/ 1363934 h 1364585"/>
              <a:gd name="connsiteX11" fmla="*/ 0 w 3186000"/>
              <a:gd name="connsiteY11" fmla="*/ 1363934 h 1364585"/>
              <a:gd name="connsiteX12" fmla="*/ 0 w 3186000"/>
              <a:gd name="connsiteY12" fmla="*/ 1101439 h 1364585"/>
              <a:gd name="connsiteX13" fmla="*/ 0 w 3186000"/>
              <a:gd name="connsiteY13" fmla="*/ 1101439 h 1364585"/>
              <a:gd name="connsiteX14" fmla="*/ 0 w 3186000"/>
              <a:gd name="connsiteY14" fmla="*/ 263999 h 1364585"/>
              <a:gd name="connsiteX15" fmla="*/ 0 w 3186000"/>
              <a:gd name="connsiteY15" fmla="*/ 263999 h 1364585"/>
              <a:gd name="connsiteX16" fmla="*/ 0 w 3186000"/>
              <a:gd name="connsiteY16" fmla="*/ 853 h 136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86000" h="1364585">
                <a:moveTo>
                  <a:pt x="0" y="0"/>
                </a:moveTo>
                <a:lnTo>
                  <a:pt x="529785" y="0"/>
                </a:lnTo>
                <a:lnTo>
                  <a:pt x="529785" y="853"/>
                </a:lnTo>
                <a:lnTo>
                  <a:pt x="2922854" y="853"/>
                </a:lnTo>
                <a:lnTo>
                  <a:pt x="3186000" y="853"/>
                </a:lnTo>
                <a:lnTo>
                  <a:pt x="3186000" y="263999"/>
                </a:lnTo>
                <a:lnTo>
                  <a:pt x="3186000" y="316003"/>
                </a:lnTo>
                <a:lnTo>
                  <a:pt x="3186000" y="1101439"/>
                </a:lnTo>
                <a:cubicBezTo>
                  <a:pt x="3186000" y="1246771"/>
                  <a:pt x="3068186" y="1364585"/>
                  <a:pt x="2922854" y="1364585"/>
                </a:cubicBezTo>
                <a:lnTo>
                  <a:pt x="263146" y="1364585"/>
                </a:lnTo>
                <a:lnTo>
                  <a:pt x="256688" y="1363934"/>
                </a:lnTo>
                <a:lnTo>
                  <a:pt x="0" y="1363934"/>
                </a:lnTo>
                <a:lnTo>
                  <a:pt x="0" y="1101439"/>
                </a:lnTo>
                <a:lnTo>
                  <a:pt x="0" y="1101439"/>
                </a:lnTo>
                <a:lnTo>
                  <a:pt x="0" y="263999"/>
                </a:lnTo>
                <a:lnTo>
                  <a:pt x="0" y="263999"/>
                </a:lnTo>
                <a:lnTo>
                  <a:pt x="0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050" b="1"/>
              <a:t>Enter text 16pt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2D09E6-C6E5-2277-EA6A-AAB8316EF2D5}"/>
              </a:ext>
            </a:extLst>
          </p:cNvPr>
          <p:cNvSpPr/>
          <p:nvPr/>
        </p:nvSpPr>
        <p:spPr>
          <a:xfrm>
            <a:off x="3353926" y="4943288"/>
            <a:ext cx="2440800" cy="1364585"/>
          </a:xfrm>
          <a:custGeom>
            <a:avLst/>
            <a:gdLst>
              <a:gd name="connsiteX0" fmla="*/ 0 w 3186000"/>
              <a:gd name="connsiteY0" fmla="*/ 0 h 1364585"/>
              <a:gd name="connsiteX1" fmla="*/ 529785 w 3186000"/>
              <a:gd name="connsiteY1" fmla="*/ 0 h 1364585"/>
              <a:gd name="connsiteX2" fmla="*/ 529785 w 3186000"/>
              <a:gd name="connsiteY2" fmla="*/ 853 h 1364585"/>
              <a:gd name="connsiteX3" fmla="*/ 2922854 w 3186000"/>
              <a:gd name="connsiteY3" fmla="*/ 853 h 1364585"/>
              <a:gd name="connsiteX4" fmla="*/ 3186000 w 3186000"/>
              <a:gd name="connsiteY4" fmla="*/ 853 h 1364585"/>
              <a:gd name="connsiteX5" fmla="*/ 3186000 w 3186000"/>
              <a:gd name="connsiteY5" fmla="*/ 263999 h 1364585"/>
              <a:gd name="connsiteX6" fmla="*/ 3186000 w 3186000"/>
              <a:gd name="connsiteY6" fmla="*/ 316003 h 1364585"/>
              <a:gd name="connsiteX7" fmla="*/ 3186000 w 3186000"/>
              <a:gd name="connsiteY7" fmla="*/ 1101439 h 1364585"/>
              <a:gd name="connsiteX8" fmla="*/ 2922854 w 3186000"/>
              <a:gd name="connsiteY8" fmla="*/ 1364585 h 1364585"/>
              <a:gd name="connsiteX9" fmla="*/ 263146 w 3186000"/>
              <a:gd name="connsiteY9" fmla="*/ 1364585 h 1364585"/>
              <a:gd name="connsiteX10" fmla="*/ 256688 w 3186000"/>
              <a:gd name="connsiteY10" fmla="*/ 1363934 h 1364585"/>
              <a:gd name="connsiteX11" fmla="*/ 0 w 3186000"/>
              <a:gd name="connsiteY11" fmla="*/ 1363934 h 1364585"/>
              <a:gd name="connsiteX12" fmla="*/ 0 w 3186000"/>
              <a:gd name="connsiteY12" fmla="*/ 1101439 h 1364585"/>
              <a:gd name="connsiteX13" fmla="*/ 0 w 3186000"/>
              <a:gd name="connsiteY13" fmla="*/ 1101439 h 1364585"/>
              <a:gd name="connsiteX14" fmla="*/ 0 w 3186000"/>
              <a:gd name="connsiteY14" fmla="*/ 263999 h 1364585"/>
              <a:gd name="connsiteX15" fmla="*/ 0 w 3186000"/>
              <a:gd name="connsiteY15" fmla="*/ 263999 h 1364585"/>
              <a:gd name="connsiteX16" fmla="*/ 0 w 3186000"/>
              <a:gd name="connsiteY16" fmla="*/ 853 h 136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86000" h="1364585">
                <a:moveTo>
                  <a:pt x="0" y="0"/>
                </a:moveTo>
                <a:lnTo>
                  <a:pt x="529785" y="0"/>
                </a:lnTo>
                <a:lnTo>
                  <a:pt x="529785" y="853"/>
                </a:lnTo>
                <a:lnTo>
                  <a:pt x="2922854" y="853"/>
                </a:lnTo>
                <a:lnTo>
                  <a:pt x="3186000" y="853"/>
                </a:lnTo>
                <a:lnTo>
                  <a:pt x="3186000" y="263999"/>
                </a:lnTo>
                <a:lnTo>
                  <a:pt x="3186000" y="316003"/>
                </a:lnTo>
                <a:lnTo>
                  <a:pt x="3186000" y="1101439"/>
                </a:lnTo>
                <a:cubicBezTo>
                  <a:pt x="3186000" y="1246771"/>
                  <a:pt x="3068186" y="1364585"/>
                  <a:pt x="2922854" y="1364585"/>
                </a:cubicBezTo>
                <a:lnTo>
                  <a:pt x="263146" y="1364585"/>
                </a:lnTo>
                <a:lnTo>
                  <a:pt x="256688" y="1363934"/>
                </a:lnTo>
                <a:lnTo>
                  <a:pt x="0" y="1363934"/>
                </a:lnTo>
                <a:lnTo>
                  <a:pt x="0" y="1101439"/>
                </a:lnTo>
                <a:lnTo>
                  <a:pt x="0" y="1101439"/>
                </a:lnTo>
                <a:lnTo>
                  <a:pt x="0" y="263999"/>
                </a:lnTo>
                <a:lnTo>
                  <a:pt x="0" y="263999"/>
                </a:lnTo>
                <a:lnTo>
                  <a:pt x="0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050" b="1"/>
              <a:t>Enter text 16pt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64FCCA-9BE3-F787-8291-F1C89932B806}"/>
              </a:ext>
            </a:extLst>
          </p:cNvPr>
          <p:cNvSpPr/>
          <p:nvPr/>
        </p:nvSpPr>
        <p:spPr>
          <a:xfrm>
            <a:off x="6300609" y="4943288"/>
            <a:ext cx="2440800" cy="1364585"/>
          </a:xfrm>
          <a:custGeom>
            <a:avLst/>
            <a:gdLst>
              <a:gd name="connsiteX0" fmla="*/ 0 w 3186000"/>
              <a:gd name="connsiteY0" fmla="*/ 0 h 1364585"/>
              <a:gd name="connsiteX1" fmla="*/ 529785 w 3186000"/>
              <a:gd name="connsiteY1" fmla="*/ 0 h 1364585"/>
              <a:gd name="connsiteX2" fmla="*/ 529785 w 3186000"/>
              <a:gd name="connsiteY2" fmla="*/ 853 h 1364585"/>
              <a:gd name="connsiteX3" fmla="*/ 2922854 w 3186000"/>
              <a:gd name="connsiteY3" fmla="*/ 853 h 1364585"/>
              <a:gd name="connsiteX4" fmla="*/ 3186000 w 3186000"/>
              <a:gd name="connsiteY4" fmla="*/ 853 h 1364585"/>
              <a:gd name="connsiteX5" fmla="*/ 3186000 w 3186000"/>
              <a:gd name="connsiteY5" fmla="*/ 263999 h 1364585"/>
              <a:gd name="connsiteX6" fmla="*/ 3186000 w 3186000"/>
              <a:gd name="connsiteY6" fmla="*/ 316003 h 1364585"/>
              <a:gd name="connsiteX7" fmla="*/ 3186000 w 3186000"/>
              <a:gd name="connsiteY7" fmla="*/ 1101439 h 1364585"/>
              <a:gd name="connsiteX8" fmla="*/ 2922854 w 3186000"/>
              <a:gd name="connsiteY8" fmla="*/ 1364585 h 1364585"/>
              <a:gd name="connsiteX9" fmla="*/ 263146 w 3186000"/>
              <a:gd name="connsiteY9" fmla="*/ 1364585 h 1364585"/>
              <a:gd name="connsiteX10" fmla="*/ 256688 w 3186000"/>
              <a:gd name="connsiteY10" fmla="*/ 1363934 h 1364585"/>
              <a:gd name="connsiteX11" fmla="*/ 0 w 3186000"/>
              <a:gd name="connsiteY11" fmla="*/ 1363934 h 1364585"/>
              <a:gd name="connsiteX12" fmla="*/ 0 w 3186000"/>
              <a:gd name="connsiteY12" fmla="*/ 1101439 h 1364585"/>
              <a:gd name="connsiteX13" fmla="*/ 0 w 3186000"/>
              <a:gd name="connsiteY13" fmla="*/ 1101439 h 1364585"/>
              <a:gd name="connsiteX14" fmla="*/ 0 w 3186000"/>
              <a:gd name="connsiteY14" fmla="*/ 263999 h 1364585"/>
              <a:gd name="connsiteX15" fmla="*/ 0 w 3186000"/>
              <a:gd name="connsiteY15" fmla="*/ 263999 h 1364585"/>
              <a:gd name="connsiteX16" fmla="*/ 0 w 3186000"/>
              <a:gd name="connsiteY16" fmla="*/ 853 h 136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86000" h="1364585">
                <a:moveTo>
                  <a:pt x="0" y="0"/>
                </a:moveTo>
                <a:lnTo>
                  <a:pt x="529785" y="0"/>
                </a:lnTo>
                <a:lnTo>
                  <a:pt x="529785" y="853"/>
                </a:lnTo>
                <a:lnTo>
                  <a:pt x="2922854" y="853"/>
                </a:lnTo>
                <a:lnTo>
                  <a:pt x="3186000" y="853"/>
                </a:lnTo>
                <a:lnTo>
                  <a:pt x="3186000" y="263999"/>
                </a:lnTo>
                <a:lnTo>
                  <a:pt x="3186000" y="316003"/>
                </a:lnTo>
                <a:lnTo>
                  <a:pt x="3186000" y="1101439"/>
                </a:lnTo>
                <a:cubicBezTo>
                  <a:pt x="3186000" y="1246771"/>
                  <a:pt x="3068186" y="1364585"/>
                  <a:pt x="2922854" y="1364585"/>
                </a:cubicBezTo>
                <a:lnTo>
                  <a:pt x="263146" y="1364585"/>
                </a:lnTo>
                <a:lnTo>
                  <a:pt x="256688" y="1363934"/>
                </a:lnTo>
                <a:lnTo>
                  <a:pt x="0" y="1363934"/>
                </a:lnTo>
                <a:lnTo>
                  <a:pt x="0" y="1101439"/>
                </a:lnTo>
                <a:lnTo>
                  <a:pt x="0" y="1101439"/>
                </a:lnTo>
                <a:lnTo>
                  <a:pt x="0" y="263999"/>
                </a:lnTo>
                <a:lnTo>
                  <a:pt x="0" y="263999"/>
                </a:lnTo>
                <a:lnTo>
                  <a:pt x="0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050" b="1"/>
              <a:t>Enter text 16pt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012A1-AB18-D6BA-EE31-5410126BF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81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nel_timeline_Text+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49EE0-23E2-6448-AEC9-AA822ECBD4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560" y="563208"/>
            <a:ext cx="1432228" cy="382751"/>
          </a:xfrm>
          <a:prstGeom prst="rect">
            <a:avLst/>
          </a:prstGeom>
        </p:spPr>
      </p:pic>
      <p:sp>
        <p:nvSpPr>
          <p:cNvPr id="6" name="Snip Diagonal Corner Rectangle 33" hidden="1"/>
          <p:cNvSpPr/>
          <p:nvPr/>
        </p:nvSpPr>
        <p:spPr>
          <a:xfrm>
            <a:off x="7020216" y="2007826"/>
            <a:ext cx="1708973" cy="1422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7" name="Snip Diagonal Corner Rectangle 32" hidden="1"/>
          <p:cNvSpPr/>
          <p:nvPr/>
        </p:nvSpPr>
        <p:spPr>
          <a:xfrm>
            <a:off x="2625913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20" name="Snip Diagonal Corner Rectangle 32" hidden="1"/>
          <p:cNvSpPr/>
          <p:nvPr/>
        </p:nvSpPr>
        <p:spPr>
          <a:xfrm>
            <a:off x="4823065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42318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94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470499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3779341"/>
            <a:ext cx="9144000" cy="0"/>
          </a:xfrm>
          <a:prstGeom prst="line">
            <a:avLst/>
          </a:prstGeom>
          <a:ln w="19050" cap="sq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flipH="1">
            <a:off x="1211069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flipH="1">
            <a:off x="3408398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 flipH="1">
            <a:off x="5605550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22" name="Isosceles Triangle 21"/>
          <p:cNvSpPr/>
          <p:nvPr/>
        </p:nvSpPr>
        <p:spPr>
          <a:xfrm flipH="1">
            <a:off x="7802702" y="3594128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23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6845905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42318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2564094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470499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46" hasCustomPrompt="1"/>
          </p:nvPr>
        </p:nvSpPr>
        <p:spPr>
          <a:xfrm>
            <a:off x="6845905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4C24D09-8A0F-869C-0757-5675429CCE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89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0AE8E9A-A1C2-FD07-DF87-399A15B3080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2564094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2B67362-1A23-FA3F-DCA9-7BC53C8A0F8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704999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B51A4C1-798D-C7D8-D181-5CA0EEB9D2B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830811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F11FF-3FF4-34BA-E445-D00E857C2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18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nel_timeline_Text+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49EE0-23E2-6448-AEC9-AA822ECBD4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560" y="563208"/>
            <a:ext cx="1432228" cy="382751"/>
          </a:xfrm>
          <a:prstGeom prst="rect">
            <a:avLst/>
          </a:prstGeom>
        </p:spPr>
      </p:pic>
      <p:sp>
        <p:nvSpPr>
          <p:cNvPr id="6" name="Snip Diagonal Corner Rectangle 33" hidden="1"/>
          <p:cNvSpPr/>
          <p:nvPr/>
        </p:nvSpPr>
        <p:spPr>
          <a:xfrm>
            <a:off x="7020216" y="2007826"/>
            <a:ext cx="1708973" cy="1422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7" name="Snip Diagonal Corner Rectangle 32" hidden="1"/>
          <p:cNvSpPr/>
          <p:nvPr/>
        </p:nvSpPr>
        <p:spPr>
          <a:xfrm>
            <a:off x="2625913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20" name="Snip Diagonal Corner Rectangle 32" hidden="1"/>
          <p:cNvSpPr/>
          <p:nvPr/>
        </p:nvSpPr>
        <p:spPr>
          <a:xfrm>
            <a:off x="4823065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3779341"/>
            <a:ext cx="9144000" cy="0"/>
          </a:xfrm>
          <a:prstGeom prst="line">
            <a:avLst/>
          </a:prstGeom>
          <a:ln w="19050" cap="sq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49516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33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636074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34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577697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35" name="Isosceles Triangle 34"/>
          <p:cNvSpPr/>
          <p:nvPr/>
        </p:nvSpPr>
        <p:spPr>
          <a:xfrm flipH="1">
            <a:off x="2283048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36" name="Isosceles Triangle 35"/>
          <p:cNvSpPr/>
          <p:nvPr/>
        </p:nvSpPr>
        <p:spPr>
          <a:xfrm flipH="1">
            <a:off x="4480378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flipH="1">
            <a:off x="6677530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41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49516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42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3636074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577697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775D56F-158B-07D6-330E-B5C454E8FE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95169" y="1989103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C349C-6D19-0B22-13A8-E2F54B75E97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636074" y="1989103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6F5E47C-0698-20F7-9A68-71F99F71300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776979" y="1989103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1D6494-E83B-FDBA-469C-3E46723FBC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881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produc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2B17B3-2816-E44E-9EBC-CB2786835C76}"/>
              </a:ext>
            </a:extLst>
          </p:cNvPr>
          <p:cNvSpPr/>
          <p:nvPr/>
        </p:nvSpPr>
        <p:spPr>
          <a:xfrm>
            <a:off x="3014268" y="0"/>
            <a:ext cx="612973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Sidebar text 18pt</a:t>
            </a: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7291387" y="563563"/>
            <a:ext cx="1431000" cy="378000"/>
          </a:xfrm>
          <a:custGeom>
            <a:avLst/>
            <a:gdLst>
              <a:gd name="T0" fmla="*/ 3244 w 3609"/>
              <a:gd name="T1" fmla="*/ 212 h 723"/>
              <a:gd name="T2" fmla="*/ 3281 w 3609"/>
              <a:gd name="T3" fmla="*/ 247 h 723"/>
              <a:gd name="T4" fmla="*/ 3237 w 3609"/>
              <a:gd name="T5" fmla="*/ 283 h 723"/>
              <a:gd name="T6" fmla="*/ 3012 w 3609"/>
              <a:gd name="T7" fmla="*/ 638 h 723"/>
              <a:gd name="T8" fmla="*/ 3150 w 3609"/>
              <a:gd name="T9" fmla="*/ 710 h 723"/>
              <a:gd name="T10" fmla="*/ 3293 w 3609"/>
              <a:gd name="T11" fmla="*/ 720 h 723"/>
              <a:gd name="T12" fmla="*/ 3440 w 3609"/>
              <a:gd name="T13" fmla="*/ 665 h 723"/>
              <a:gd name="T14" fmla="*/ 3342 w 3609"/>
              <a:gd name="T15" fmla="*/ 645 h 723"/>
              <a:gd name="T16" fmla="*/ 3288 w 3609"/>
              <a:gd name="T17" fmla="*/ 316 h 723"/>
              <a:gd name="T18" fmla="*/ 3326 w 3609"/>
              <a:gd name="T19" fmla="*/ 232 h 723"/>
              <a:gd name="T20" fmla="*/ 3277 w 3609"/>
              <a:gd name="T21" fmla="*/ 173 h 723"/>
              <a:gd name="T22" fmla="*/ 3205 w 3609"/>
              <a:gd name="T23" fmla="*/ 176 h 723"/>
              <a:gd name="T24" fmla="*/ 3162 w 3609"/>
              <a:gd name="T25" fmla="*/ 240 h 723"/>
              <a:gd name="T26" fmla="*/ 3213 w 3609"/>
              <a:gd name="T27" fmla="*/ 320 h 723"/>
              <a:gd name="T28" fmla="*/ 3129 w 3609"/>
              <a:gd name="T29" fmla="*/ 638 h 723"/>
              <a:gd name="T30" fmla="*/ 2886 w 3609"/>
              <a:gd name="T31" fmla="*/ 304 h 723"/>
              <a:gd name="T32" fmla="*/ 2953 w 3609"/>
              <a:gd name="T33" fmla="*/ 144 h 723"/>
              <a:gd name="T34" fmla="*/ 3088 w 3609"/>
              <a:gd name="T35" fmla="*/ 35 h 723"/>
              <a:gd name="T36" fmla="*/ 3245 w 3609"/>
              <a:gd name="T37" fmla="*/ 0 h 723"/>
              <a:gd name="T38" fmla="*/ 3418 w 3609"/>
              <a:gd name="T39" fmla="*/ 43 h 723"/>
              <a:gd name="T40" fmla="*/ 3547 w 3609"/>
              <a:gd name="T41" fmla="*/ 157 h 723"/>
              <a:gd name="T42" fmla="*/ 3607 w 3609"/>
              <a:gd name="T43" fmla="*/ 322 h 723"/>
              <a:gd name="T44" fmla="*/ 3591 w 3609"/>
              <a:gd name="T45" fmla="*/ 471 h 723"/>
              <a:gd name="T46" fmla="*/ 3474 w 3609"/>
              <a:gd name="T47" fmla="*/ 548 h 723"/>
              <a:gd name="T48" fmla="*/ 3541 w 3609"/>
              <a:gd name="T49" fmla="*/ 358 h 723"/>
              <a:gd name="T50" fmla="*/ 3505 w 3609"/>
              <a:gd name="T51" fmla="*/ 217 h 723"/>
              <a:gd name="T52" fmla="*/ 3410 w 3609"/>
              <a:gd name="T53" fmla="*/ 112 h 723"/>
              <a:gd name="T54" fmla="*/ 3275 w 3609"/>
              <a:gd name="T55" fmla="*/ 63 h 723"/>
              <a:gd name="T56" fmla="*/ 3144 w 3609"/>
              <a:gd name="T57" fmla="*/ 80 h 723"/>
              <a:gd name="T58" fmla="*/ 3027 w 3609"/>
              <a:gd name="T59" fmla="*/ 160 h 723"/>
              <a:gd name="T60" fmla="*/ 2959 w 3609"/>
              <a:gd name="T61" fmla="*/ 285 h 723"/>
              <a:gd name="T62" fmla="*/ 2967 w 3609"/>
              <a:gd name="T63" fmla="*/ 459 h 723"/>
              <a:gd name="T64" fmla="*/ 2932 w 3609"/>
              <a:gd name="T65" fmla="*/ 543 h 723"/>
              <a:gd name="T66" fmla="*/ 2882 w 3609"/>
              <a:gd name="T67" fmla="*/ 393 h 723"/>
              <a:gd name="T68" fmla="*/ 2569 w 3609"/>
              <a:gd name="T69" fmla="*/ 472 h 723"/>
              <a:gd name="T70" fmla="*/ 2520 w 3609"/>
              <a:gd name="T71" fmla="*/ 297 h 723"/>
              <a:gd name="T72" fmla="*/ 2115 w 3609"/>
              <a:gd name="T73" fmla="*/ 302 h 723"/>
              <a:gd name="T74" fmla="*/ 2200 w 3609"/>
              <a:gd name="T75" fmla="*/ 242 h 723"/>
              <a:gd name="T76" fmla="*/ 2283 w 3609"/>
              <a:gd name="T77" fmla="*/ 266 h 723"/>
              <a:gd name="T78" fmla="*/ 2249 w 3609"/>
              <a:gd name="T79" fmla="*/ 310 h 723"/>
              <a:gd name="T80" fmla="*/ 2201 w 3609"/>
              <a:gd name="T81" fmla="*/ 293 h 723"/>
              <a:gd name="T82" fmla="*/ 2162 w 3609"/>
              <a:gd name="T83" fmla="*/ 360 h 723"/>
              <a:gd name="T84" fmla="*/ 2210 w 3609"/>
              <a:gd name="T85" fmla="*/ 430 h 723"/>
              <a:gd name="T86" fmla="*/ 2311 w 3609"/>
              <a:gd name="T87" fmla="*/ 347 h 723"/>
              <a:gd name="T88" fmla="*/ 2220 w 3609"/>
              <a:gd name="T89" fmla="*/ 480 h 723"/>
              <a:gd name="T90" fmla="*/ 2126 w 3609"/>
              <a:gd name="T91" fmla="*/ 440 h 723"/>
              <a:gd name="T92" fmla="*/ 1974 w 3609"/>
              <a:gd name="T93" fmla="*/ 307 h 723"/>
              <a:gd name="T94" fmla="*/ 1942 w 3609"/>
              <a:gd name="T95" fmla="*/ 248 h 723"/>
              <a:gd name="T96" fmla="*/ 1692 w 3609"/>
              <a:gd name="T97" fmla="*/ 248 h 723"/>
              <a:gd name="T98" fmla="*/ 1592 w 3609"/>
              <a:gd name="T99" fmla="*/ 383 h 723"/>
              <a:gd name="T100" fmla="*/ 1241 w 3609"/>
              <a:gd name="T101" fmla="*/ 383 h 723"/>
              <a:gd name="T102" fmla="*/ 990 w 3609"/>
              <a:gd name="T103" fmla="*/ 472 h 723"/>
              <a:gd name="T104" fmla="*/ 681 w 3609"/>
              <a:gd name="T105" fmla="*/ 472 h 723"/>
              <a:gd name="T106" fmla="*/ 740 w 3609"/>
              <a:gd name="T107" fmla="*/ 248 h 723"/>
              <a:gd name="T108" fmla="*/ 526 w 3609"/>
              <a:gd name="T109" fmla="*/ 336 h 723"/>
              <a:gd name="T110" fmla="*/ 226 w 3609"/>
              <a:gd name="T111" fmla="*/ 417 h 723"/>
              <a:gd name="T112" fmla="*/ 292 w 3609"/>
              <a:gd name="T113" fmla="*/ 478 h 723"/>
              <a:gd name="T114" fmla="*/ 374 w 3609"/>
              <a:gd name="T115" fmla="*/ 468 h 723"/>
              <a:gd name="T116" fmla="*/ 418 w 3609"/>
              <a:gd name="T117" fmla="*/ 380 h 723"/>
              <a:gd name="T118" fmla="*/ 336 w 3609"/>
              <a:gd name="T119" fmla="*/ 427 h 723"/>
              <a:gd name="T120" fmla="*/ 283 w 3609"/>
              <a:gd name="T121" fmla="*/ 398 h 723"/>
              <a:gd name="T122" fmla="*/ 201 w 3609"/>
              <a:gd name="T123" fmla="*/ 472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609" h="723">
                <a:moveTo>
                  <a:pt x="3208" y="247"/>
                </a:moveTo>
                <a:lnTo>
                  <a:pt x="3208" y="247"/>
                </a:lnTo>
                <a:lnTo>
                  <a:pt x="3210" y="240"/>
                </a:lnTo>
                <a:lnTo>
                  <a:pt x="3212" y="233"/>
                </a:lnTo>
                <a:lnTo>
                  <a:pt x="3215" y="227"/>
                </a:lnTo>
                <a:lnTo>
                  <a:pt x="3220" y="222"/>
                </a:lnTo>
                <a:lnTo>
                  <a:pt x="3225" y="217"/>
                </a:lnTo>
                <a:lnTo>
                  <a:pt x="3231" y="214"/>
                </a:lnTo>
                <a:lnTo>
                  <a:pt x="3237" y="212"/>
                </a:lnTo>
                <a:lnTo>
                  <a:pt x="3244" y="212"/>
                </a:lnTo>
                <a:lnTo>
                  <a:pt x="3244" y="212"/>
                </a:lnTo>
                <a:lnTo>
                  <a:pt x="3252" y="212"/>
                </a:lnTo>
                <a:lnTo>
                  <a:pt x="3258" y="214"/>
                </a:lnTo>
                <a:lnTo>
                  <a:pt x="3265" y="217"/>
                </a:lnTo>
                <a:lnTo>
                  <a:pt x="3271" y="222"/>
                </a:lnTo>
                <a:lnTo>
                  <a:pt x="3275" y="227"/>
                </a:lnTo>
                <a:lnTo>
                  <a:pt x="3278" y="233"/>
                </a:lnTo>
                <a:lnTo>
                  <a:pt x="3281" y="240"/>
                </a:lnTo>
                <a:lnTo>
                  <a:pt x="3281" y="247"/>
                </a:lnTo>
                <a:lnTo>
                  <a:pt x="3281" y="247"/>
                </a:lnTo>
                <a:lnTo>
                  <a:pt x="3281" y="255"/>
                </a:lnTo>
                <a:lnTo>
                  <a:pt x="3278" y="262"/>
                </a:lnTo>
                <a:lnTo>
                  <a:pt x="3275" y="268"/>
                </a:lnTo>
                <a:lnTo>
                  <a:pt x="3271" y="273"/>
                </a:lnTo>
                <a:lnTo>
                  <a:pt x="3265" y="277"/>
                </a:lnTo>
                <a:lnTo>
                  <a:pt x="3258" y="281"/>
                </a:lnTo>
                <a:lnTo>
                  <a:pt x="3252" y="283"/>
                </a:lnTo>
                <a:lnTo>
                  <a:pt x="3244" y="284"/>
                </a:lnTo>
                <a:lnTo>
                  <a:pt x="3244" y="284"/>
                </a:lnTo>
                <a:lnTo>
                  <a:pt x="3237" y="283"/>
                </a:lnTo>
                <a:lnTo>
                  <a:pt x="3231" y="281"/>
                </a:lnTo>
                <a:lnTo>
                  <a:pt x="3225" y="277"/>
                </a:lnTo>
                <a:lnTo>
                  <a:pt x="3220" y="273"/>
                </a:lnTo>
                <a:lnTo>
                  <a:pt x="3215" y="268"/>
                </a:lnTo>
                <a:lnTo>
                  <a:pt x="3212" y="262"/>
                </a:lnTo>
                <a:lnTo>
                  <a:pt x="3210" y="255"/>
                </a:lnTo>
                <a:lnTo>
                  <a:pt x="3208" y="247"/>
                </a:lnTo>
                <a:lnTo>
                  <a:pt x="3208" y="247"/>
                </a:lnTo>
                <a:close/>
                <a:moveTo>
                  <a:pt x="3012" y="638"/>
                </a:moveTo>
                <a:lnTo>
                  <a:pt x="3012" y="638"/>
                </a:lnTo>
                <a:lnTo>
                  <a:pt x="3024" y="648"/>
                </a:lnTo>
                <a:lnTo>
                  <a:pt x="3037" y="656"/>
                </a:lnTo>
                <a:lnTo>
                  <a:pt x="3050" y="665"/>
                </a:lnTo>
                <a:lnTo>
                  <a:pt x="3063" y="674"/>
                </a:lnTo>
                <a:lnTo>
                  <a:pt x="3076" y="682"/>
                </a:lnTo>
                <a:lnTo>
                  <a:pt x="3091" y="689"/>
                </a:lnTo>
                <a:lnTo>
                  <a:pt x="3105" y="695"/>
                </a:lnTo>
                <a:lnTo>
                  <a:pt x="3120" y="701"/>
                </a:lnTo>
                <a:lnTo>
                  <a:pt x="3134" y="705"/>
                </a:lnTo>
                <a:lnTo>
                  <a:pt x="3150" y="710"/>
                </a:lnTo>
                <a:lnTo>
                  <a:pt x="3165" y="714"/>
                </a:lnTo>
                <a:lnTo>
                  <a:pt x="3181" y="717"/>
                </a:lnTo>
                <a:lnTo>
                  <a:pt x="3196" y="720"/>
                </a:lnTo>
                <a:lnTo>
                  <a:pt x="3213" y="721"/>
                </a:lnTo>
                <a:lnTo>
                  <a:pt x="3228" y="722"/>
                </a:lnTo>
                <a:lnTo>
                  <a:pt x="3245" y="723"/>
                </a:lnTo>
                <a:lnTo>
                  <a:pt x="3245" y="723"/>
                </a:lnTo>
                <a:lnTo>
                  <a:pt x="3261" y="722"/>
                </a:lnTo>
                <a:lnTo>
                  <a:pt x="3277" y="721"/>
                </a:lnTo>
                <a:lnTo>
                  <a:pt x="3293" y="720"/>
                </a:lnTo>
                <a:lnTo>
                  <a:pt x="3309" y="717"/>
                </a:lnTo>
                <a:lnTo>
                  <a:pt x="3325" y="714"/>
                </a:lnTo>
                <a:lnTo>
                  <a:pt x="3341" y="710"/>
                </a:lnTo>
                <a:lnTo>
                  <a:pt x="3355" y="705"/>
                </a:lnTo>
                <a:lnTo>
                  <a:pt x="3370" y="701"/>
                </a:lnTo>
                <a:lnTo>
                  <a:pt x="3385" y="695"/>
                </a:lnTo>
                <a:lnTo>
                  <a:pt x="3399" y="689"/>
                </a:lnTo>
                <a:lnTo>
                  <a:pt x="3414" y="682"/>
                </a:lnTo>
                <a:lnTo>
                  <a:pt x="3427" y="674"/>
                </a:lnTo>
                <a:lnTo>
                  <a:pt x="3440" y="665"/>
                </a:lnTo>
                <a:lnTo>
                  <a:pt x="3454" y="656"/>
                </a:lnTo>
                <a:lnTo>
                  <a:pt x="3466" y="648"/>
                </a:lnTo>
                <a:lnTo>
                  <a:pt x="3477" y="638"/>
                </a:lnTo>
                <a:lnTo>
                  <a:pt x="3433" y="590"/>
                </a:lnTo>
                <a:lnTo>
                  <a:pt x="3433" y="590"/>
                </a:lnTo>
                <a:lnTo>
                  <a:pt x="3416" y="604"/>
                </a:lnTo>
                <a:lnTo>
                  <a:pt x="3398" y="617"/>
                </a:lnTo>
                <a:lnTo>
                  <a:pt x="3380" y="628"/>
                </a:lnTo>
                <a:lnTo>
                  <a:pt x="3362" y="638"/>
                </a:lnTo>
                <a:lnTo>
                  <a:pt x="3342" y="645"/>
                </a:lnTo>
                <a:lnTo>
                  <a:pt x="3321" y="652"/>
                </a:lnTo>
                <a:lnTo>
                  <a:pt x="3299" y="658"/>
                </a:lnTo>
                <a:lnTo>
                  <a:pt x="3277" y="660"/>
                </a:lnTo>
                <a:lnTo>
                  <a:pt x="3277" y="406"/>
                </a:lnTo>
                <a:lnTo>
                  <a:pt x="3339" y="406"/>
                </a:lnTo>
                <a:lnTo>
                  <a:pt x="3339" y="358"/>
                </a:lnTo>
                <a:lnTo>
                  <a:pt x="3277" y="358"/>
                </a:lnTo>
                <a:lnTo>
                  <a:pt x="3277" y="320"/>
                </a:lnTo>
                <a:lnTo>
                  <a:pt x="3277" y="320"/>
                </a:lnTo>
                <a:lnTo>
                  <a:pt x="3288" y="316"/>
                </a:lnTo>
                <a:lnTo>
                  <a:pt x="3297" y="309"/>
                </a:lnTo>
                <a:lnTo>
                  <a:pt x="3306" y="302"/>
                </a:lnTo>
                <a:lnTo>
                  <a:pt x="3314" y="293"/>
                </a:lnTo>
                <a:lnTo>
                  <a:pt x="3319" y="284"/>
                </a:lnTo>
                <a:lnTo>
                  <a:pt x="3324" y="273"/>
                </a:lnTo>
                <a:lnTo>
                  <a:pt x="3327" y="261"/>
                </a:lnTo>
                <a:lnTo>
                  <a:pt x="3328" y="248"/>
                </a:lnTo>
                <a:lnTo>
                  <a:pt x="3328" y="248"/>
                </a:lnTo>
                <a:lnTo>
                  <a:pt x="3327" y="240"/>
                </a:lnTo>
                <a:lnTo>
                  <a:pt x="3326" y="232"/>
                </a:lnTo>
                <a:lnTo>
                  <a:pt x="3324" y="224"/>
                </a:lnTo>
                <a:lnTo>
                  <a:pt x="3322" y="216"/>
                </a:lnTo>
                <a:lnTo>
                  <a:pt x="3318" y="208"/>
                </a:lnTo>
                <a:lnTo>
                  <a:pt x="3314" y="202"/>
                </a:lnTo>
                <a:lnTo>
                  <a:pt x="3309" y="195"/>
                </a:lnTo>
                <a:lnTo>
                  <a:pt x="3304" y="190"/>
                </a:lnTo>
                <a:lnTo>
                  <a:pt x="3298" y="185"/>
                </a:lnTo>
                <a:lnTo>
                  <a:pt x="3292" y="180"/>
                </a:lnTo>
                <a:lnTo>
                  <a:pt x="3285" y="176"/>
                </a:lnTo>
                <a:lnTo>
                  <a:pt x="3277" y="173"/>
                </a:lnTo>
                <a:lnTo>
                  <a:pt x="3270" y="170"/>
                </a:lnTo>
                <a:lnTo>
                  <a:pt x="3262" y="167"/>
                </a:lnTo>
                <a:lnTo>
                  <a:pt x="3254" y="166"/>
                </a:lnTo>
                <a:lnTo>
                  <a:pt x="3245" y="166"/>
                </a:lnTo>
                <a:lnTo>
                  <a:pt x="3245" y="166"/>
                </a:lnTo>
                <a:lnTo>
                  <a:pt x="3236" y="166"/>
                </a:lnTo>
                <a:lnTo>
                  <a:pt x="3228" y="167"/>
                </a:lnTo>
                <a:lnTo>
                  <a:pt x="3221" y="170"/>
                </a:lnTo>
                <a:lnTo>
                  <a:pt x="3213" y="173"/>
                </a:lnTo>
                <a:lnTo>
                  <a:pt x="3205" y="176"/>
                </a:lnTo>
                <a:lnTo>
                  <a:pt x="3199" y="180"/>
                </a:lnTo>
                <a:lnTo>
                  <a:pt x="3192" y="185"/>
                </a:lnTo>
                <a:lnTo>
                  <a:pt x="3186" y="190"/>
                </a:lnTo>
                <a:lnTo>
                  <a:pt x="3181" y="195"/>
                </a:lnTo>
                <a:lnTo>
                  <a:pt x="3176" y="202"/>
                </a:lnTo>
                <a:lnTo>
                  <a:pt x="3172" y="208"/>
                </a:lnTo>
                <a:lnTo>
                  <a:pt x="3169" y="216"/>
                </a:lnTo>
                <a:lnTo>
                  <a:pt x="3165" y="224"/>
                </a:lnTo>
                <a:lnTo>
                  <a:pt x="3163" y="232"/>
                </a:lnTo>
                <a:lnTo>
                  <a:pt x="3162" y="240"/>
                </a:lnTo>
                <a:lnTo>
                  <a:pt x="3162" y="248"/>
                </a:lnTo>
                <a:lnTo>
                  <a:pt x="3162" y="248"/>
                </a:lnTo>
                <a:lnTo>
                  <a:pt x="3163" y="261"/>
                </a:lnTo>
                <a:lnTo>
                  <a:pt x="3165" y="273"/>
                </a:lnTo>
                <a:lnTo>
                  <a:pt x="3170" y="284"/>
                </a:lnTo>
                <a:lnTo>
                  <a:pt x="3176" y="293"/>
                </a:lnTo>
                <a:lnTo>
                  <a:pt x="3183" y="302"/>
                </a:lnTo>
                <a:lnTo>
                  <a:pt x="3192" y="309"/>
                </a:lnTo>
                <a:lnTo>
                  <a:pt x="3202" y="316"/>
                </a:lnTo>
                <a:lnTo>
                  <a:pt x="3213" y="320"/>
                </a:lnTo>
                <a:lnTo>
                  <a:pt x="3213" y="358"/>
                </a:lnTo>
                <a:lnTo>
                  <a:pt x="3151" y="358"/>
                </a:lnTo>
                <a:lnTo>
                  <a:pt x="3151" y="406"/>
                </a:lnTo>
                <a:lnTo>
                  <a:pt x="3213" y="406"/>
                </a:lnTo>
                <a:lnTo>
                  <a:pt x="3213" y="660"/>
                </a:lnTo>
                <a:lnTo>
                  <a:pt x="3213" y="660"/>
                </a:lnTo>
                <a:lnTo>
                  <a:pt x="3191" y="658"/>
                </a:lnTo>
                <a:lnTo>
                  <a:pt x="3170" y="652"/>
                </a:lnTo>
                <a:lnTo>
                  <a:pt x="3149" y="645"/>
                </a:lnTo>
                <a:lnTo>
                  <a:pt x="3129" y="638"/>
                </a:lnTo>
                <a:lnTo>
                  <a:pt x="3110" y="628"/>
                </a:lnTo>
                <a:lnTo>
                  <a:pt x="3091" y="617"/>
                </a:lnTo>
                <a:lnTo>
                  <a:pt x="3074" y="604"/>
                </a:lnTo>
                <a:lnTo>
                  <a:pt x="3058" y="590"/>
                </a:lnTo>
                <a:lnTo>
                  <a:pt x="3012" y="638"/>
                </a:lnTo>
                <a:close/>
                <a:moveTo>
                  <a:pt x="2881" y="358"/>
                </a:moveTo>
                <a:lnTo>
                  <a:pt x="2881" y="358"/>
                </a:lnTo>
                <a:lnTo>
                  <a:pt x="2881" y="340"/>
                </a:lnTo>
                <a:lnTo>
                  <a:pt x="2883" y="322"/>
                </a:lnTo>
                <a:lnTo>
                  <a:pt x="2886" y="304"/>
                </a:lnTo>
                <a:lnTo>
                  <a:pt x="2889" y="286"/>
                </a:lnTo>
                <a:lnTo>
                  <a:pt x="2892" y="269"/>
                </a:lnTo>
                <a:lnTo>
                  <a:pt x="2898" y="252"/>
                </a:lnTo>
                <a:lnTo>
                  <a:pt x="2903" y="235"/>
                </a:lnTo>
                <a:lnTo>
                  <a:pt x="2910" y="218"/>
                </a:lnTo>
                <a:lnTo>
                  <a:pt x="2917" y="203"/>
                </a:lnTo>
                <a:lnTo>
                  <a:pt x="2926" y="187"/>
                </a:lnTo>
                <a:lnTo>
                  <a:pt x="2933" y="173"/>
                </a:lnTo>
                <a:lnTo>
                  <a:pt x="2943" y="157"/>
                </a:lnTo>
                <a:lnTo>
                  <a:pt x="2953" y="144"/>
                </a:lnTo>
                <a:lnTo>
                  <a:pt x="2964" y="131"/>
                </a:lnTo>
                <a:lnTo>
                  <a:pt x="2976" y="118"/>
                </a:lnTo>
                <a:lnTo>
                  <a:pt x="2988" y="104"/>
                </a:lnTo>
                <a:lnTo>
                  <a:pt x="3001" y="93"/>
                </a:lnTo>
                <a:lnTo>
                  <a:pt x="3013" y="82"/>
                </a:lnTo>
                <a:lnTo>
                  <a:pt x="3028" y="71"/>
                </a:lnTo>
                <a:lnTo>
                  <a:pt x="3042" y="61"/>
                </a:lnTo>
                <a:lnTo>
                  <a:pt x="3057" y="51"/>
                </a:lnTo>
                <a:lnTo>
                  <a:pt x="3072" y="43"/>
                </a:lnTo>
                <a:lnTo>
                  <a:pt x="3088" y="35"/>
                </a:lnTo>
                <a:lnTo>
                  <a:pt x="3103" y="28"/>
                </a:lnTo>
                <a:lnTo>
                  <a:pt x="3120" y="21"/>
                </a:lnTo>
                <a:lnTo>
                  <a:pt x="3137" y="16"/>
                </a:lnTo>
                <a:lnTo>
                  <a:pt x="3154" y="11"/>
                </a:lnTo>
                <a:lnTo>
                  <a:pt x="3172" y="7"/>
                </a:lnTo>
                <a:lnTo>
                  <a:pt x="3190" y="3"/>
                </a:lnTo>
                <a:lnTo>
                  <a:pt x="3207" y="1"/>
                </a:lnTo>
                <a:lnTo>
                  <a:pt x="3226" y="0"/>
                </a:lnTo>
                <a:lnTo>
                  <a:pt x="3245" y="0"/>
                </a:lnTo>
                <a:lnTo>
                  <a:pt x="3245" y="0"/>
                </a:lnTo>
                <a:lnTo>
                  <a:pt x="3264" y="0"/>
                </a:lnTo>
                <a:lnTo>
                  <a:pt x="3282" y="1"/>
                </a:lnTo>
                <a:lnTo>
                  <a:pt x="3301" y="3"/>
                </a:lnTo>
                <a:lnTo>
                  <a:pt x="3318" y="7"/>
                </a:lnTo>
                <a:lnTo>
                  <a:pt x="3336" y="11"/>
                </a:lnTo>
                <a:lnTo>
                  <a:pt x="3353" y="16"/>
                </a:lnTo>
                <a:lnTo>
                  <a:pt x="3369" y="21"/>
                </a:lnTo>
                <a:lnTo>
                  <a:pt x="3386" y="28"/>
                </a:lnTo>
                <a:lnTo>
                  <a:pt x="3403" y="35"/>
                </a:lnTo>
                <a:lnTo>
                  <a:pt x="3418" y="43"/>
                </a:lnTo>
                <a:lnTo>
                  <a:pt x="3434" y="51"/>
                </a:lnTo>
                <a:lnTo>
                  <a:pt x="3448" y="61"/>
                </a:lnTo>
                <a:lnTo>
                  <a:pt x="3463" y="71"/>
                </a:lnTo>
                <a:lnTo>
                  <a:pt x="3476" y="82"/>
                </a:lnTo>
                <a:lnTo>
                  <a:pt x="3489" y="93"/>
                </a:lnTo>
                <a:lnTo>
                  <a:pt x="3502" y="104"/>
                </a:lnTo>
                <a:lnTo>
                  <a:pt x="3515" y="118"/>
                </a:lnTo>
                <a:lnTo>
                  <a:pt x="3526" y="131"/>
                </a:lnTo>
                <a:lnTo>
                  <a:pt x="3537" y="144"/>
                </a:lnTo>
                <a:lnTo>
                  <a:pt x="3547" y="157"/>
                </a:lnTo>
                <a:lnTo>
                  <a:pt x="3556" y="173"/>
                </a:lnTo>
                <a:lnTo>
                  <a:pt x="3565" y="187"/>
                </a:lnTo>
                <a:lnTo>
                  <a:pt x="3572" y="203"/>
                </a:lnTo>
                <a:lnTo>
                  <a:pt x="3580" y="218"/>
                </a:lnTo>
                <a:lnTo>
                  <a:pt x="3587" y="235"/>
                </a:lnTo>
                <a:lnTo>
                  <a:pt x="3592" y="252"/>
                </a:lnTo>
                <a:lnTo>
                  <a:pt x="3598" y="269"/>
                </a:lnTo>
                <a:lnTo>
                  <a:pt x="3601" y="286"/>
                </a:lnTo>
                <a:lnTo>
                  <a:pt x="3605" y="304"/>
                </a:lnTo>
                <a:lnTo>
                  <a:pt x="3607" y="322"/>
                </a:lnTo>
                <a:lnTo>
                  <a:pt x="3608" y="340"/>
                </a:lnTo>
                <a:lnTo>
                  <a:pt x="3609" y="358"/>
                </a:lnTo>
                <a:lnTo>
                  <a:pt x="3609" y="358"/>
                </a:lnTo>
                <a:lnTo>
                  <a:pt x="3609" y="376"/>
                </a:lnTo>
                <a:lnTo>
                  <a:pt x="3608" y="393"/>
                </a:lnTo>
                <a:lnTo>
                  <a:pt x="3606" y="408"/>
                </a:lnTo>
                <a:lnTo>
                  <a:pt x="3602" y="425"/>
                </a:lnTo>
                <a:lnTo>
                  <a:pt x="3599" y="440"/>
                </a:lnTo>
                <a:lnTo>
                  <a:pt x="3596" y="456"/>
                </a:lnTo>
                <a:lnTo>
                  <a:pt x="3591" y="471"/>
                </a:lnTo>
                <a:lnTo>
                  <a:pt x="3586" y="487"/>
                </a:lnTo>
                <a:lnTo>
                  <a:pt x="3579" y="501"/>
                </a:lnTo>
                <a:lnTo>
                  <a:pt x="3572" y="516"/>
                </a:lnTo>
                <a:lnTo>
                  <a:pt x="3566" y="530"/>
                </a:lnTo>
                <a:lnTo>
                  <a:pt x="3558" y="543"/>
                </a:lnTo>
                <a:lnTo>
                  <a:pt x="3549" y="557"/>
                </a:lnTo>
                <a:lnTo>
                  <a:pt x="3540" y="570"/>
                </a:lnTo>
                <a:lnTo>
                  <a:pt x="3531" y="583"/>
                </a:lnTo>
                <a:lnTo>
                  <a:pt x="3520" y="595"/>
                </a:lnTo>
                <a:lnTo>
                  <a:pt x="3474" y="548"/>
                </a:lnTo>
                <a:lnTo>
                  <a:pt x="3474" y="548"/>
                </a:lnTo>
                <a:lnTo>
                  <a:pt x="3489" y="528"/>
                </a:lnTo>
                <a:lnTo>
                  <a:pt x="3502" y="506"/>
                </a:lnTo>
                <a:lnTo>
                  <a:pt x="3514" y="483"/>
                </a:lnTo>
                <a:lnTo>
                  <a:pt x="3524" y="459"/>
                </a:lnTo>
                <a:lnTo>
                  <a:pt x="3531" y="435"/>
                </a:lnTo>
                <a:lnTo>
                  <a:pt x="3537" y="410"/>
                </a:lnTo>
                <a:lnTo>
                  <a:pt x="3540" y="385"/>
                </a:lnTo>
                <a:lnTo>
                  <a:pt x="3541" y="358"/>
                </a:lnTo>
                <a:lnTo>
                  <a:pt x="3541" y="358"/>
                </a:lnTo>
                <a:lnTo>
                  <a:pt x="3540" y="344"/>
                </a:lnTo>
                <a:lnTo>
                  <a:pt x="3539" y="328"/>
                </a:lnTo>
                <a:lnTo>
                  <a:pt x="3538" y="314"/>
                </a:lnTo>
                <a:lnTo>
                  <a:pt x="3535" y="299"/>
                </a:lnTo>
                <a:lnTo>
                  <a:pt x="3531" y="285"/>
                </a:lnTo>
                <a:lnTo>
                  <a:pt x="3528" y="271"/>
                </a:lnTo>
                <a:lnTo>
                  <a:pt x="3522" y="257"/>
                </a:lnTo>
                <a:lnTo>
                  <a:pt x="3518" y="244"/>
                </a:lnTo>
                <a:lnTo>
                  <a:pt x="3511" y="231"/>
                </a:lnTo>
                <a:lnTo>
                  <a:pt x="3505" y="217"/>
                </a:lnTo>
                <a:lnTo>
                  <a:pt x="3498" y="205"/>
                </a:lnTo>
                <a:lnTo>
                  <a:pt x="3490" y="193"/>
                </a:lnTo>
                <a:lnTo>
                  <a:pt x="3481" y="182"/>
                </a:lnTo>
                <a:lnTo>
                  <a:pt x="3473" y="170"/>
                </a:lnTo>
                <a:lnTo>
                  <a:pt x="3464" y="160"/>
                </a:lnTo>
                <a:lnTo>
                  <a:pt x="3454" y="149"/>
                </a:lnTo>
                <a:lnTo>
                  <a:pt x="3444" y="139"/>
                </a:lnTo>
                <a:lnTo>
                  <a:pt x="3433" y="130"/>
                </a:lnTo>
                <a:lnTo>
                  <a:pt x="3422" y="121"/>
                </a:lnTo>
                <a:lnTo>
                  <a:pt x="3410" y="112"/>
                </a:lnTo>
                <a:lnTo>
                  <a:pt x="3398" y="104"/>
                </a:lnTo>
                <a:lnTo>
                  <a:pt x="3386" y="98"/>
                </a:lnTo>
                <a:lnTo>
                  <a:pt x="3373" y="91"/>
                </a:lnTo>
                <a:lnTo>
                  <a:pt x="3359" y="84"/>
                </a:lnTo>
                <a:lnTo>
                  <a:pt x="3346" y="80"/>
                </a:lnTo>
                <a:lnTo>
                  <a:pt x="3333" y="74"/>
                </a:lnTo>
                <a:lnTo>
                  <a:pt x="3318" y="71"/>
                </a:lnTo>
                <a:lnTo>
                  <a:pt x="3304" y="68"/>
                </a:lnTo>
                <a:lnTo>
                  <a:pt x="3289" y="64"/>
                </a:lnTo>
                <a:lnTo>
                  <a:pt x="3275" y="63"/>
                </a:lnTo>
                <a:lnTo>
                  <a:pt x="3261" y="62"/>
                </a:lnTo>
                <a:lnTo>
                  <a:pt x="3245" y="61"/>
                </a:lnTo>
                <a:lnTo>
                  <a:pt x="3245" y="61"/>
                </a:lnTo>
                <a:lnTo>
                  <a:pt x="3230" y="62"/>
                </a:lnTo>
                <a:lnTo>
                  <a:pt x="3215" y="63"/>
                </a:lnTo>
                <a:lnTo>
                  <a:pt x="3201" y="64"/>
                </a:lnTo>
                <a:lnTo>
                  <a:pt x="3185" y="68"/>
                </a:lnTo>
                <a:lnTo>
                  <a:pt x="3172" y="71"/>
                </a:lnTo>
                <a:lnTo>
                  <a:pt x="3157" y="74"/>
                </a:lnTo>
                <a:lnTo>
                  <a:pt x="3144" y="80"/>
                </a:lnTo>
                <a:lnTo>
                  <a:pt x="3130" y="84"/>
                </a:lnTo>
                <a:lnTo>
                  <a:pt x="3118" y="91"/>
                </a:lnTo>
                <a:lnTo>
                  <a:pt x="3104" y="98"/>
                </a:lnTo>
                <a:lnTo>
                  <a:pt x="3092" y="104"/>
                </a:lnTo>
                <a:lnTo>
                  <a:pt x="3080" y="112"/>
                </a:lnTo>
                <a:lnTo>
                  <a:pt x="3069" y="121"/>
                </a:lnTo>
                <a:lnTo>
                  <a:pt x="3058" y="130"/>
                </a:lnTo>
                <a:lnTo>
                  <a:pt x="3047" y="139"/>
                </a:lnTo>
                <a:lnTo>
                  <a:pt x="3037" y="149"/>
                </a:lnTo>
                <a:lnTo>
                  <a:pt x="3027" y="160"/>
                </a:lnTo>
                <a:lnTo>
                  <a:pt x="3017" y="170"/>
                </a:lnTo>
                <a:lnTo>
                  <a:pt x="3008" y="182"/>
                </a:lnTo>
                <a:lnTo>
                  <a:pt x="3000" y="193"/>
                </a:lnTo>
                <a:lnTo>
                  <a:pt x="2992" y="205"/>
                </a:lnTo>
                <a:lnTo>
                  <a:pt x="2985" y="217"/>
                </a:lnTo>
                <a:lnTo>
                  <a:pt x="2979" y="231"/>
                </a:lnTo>
                <a:lnTo>
                  <a:pt x="2972" y="244"/>
                </a:lnTo>
                <a:lnTo>
                  <a:pt x="2967" y="257"/>
                </a:lnTo>
                <a:lnTo>
                  <a:pt x="2962" y="271"/>
                </a:lnTo>
                <a:lnTo>
                  <a:pt x="2959" y="285"/>
                </a:lnTo>
                <a:lnTo>
                  <a:pt x="2956" y="299"/>
                </a:lnTo>
                <a:lnTo>
                  <a:pt x="2952" y="314"/>
                </a:lnTo>
                <a:lnTo>
                  <a:pt x="2951" y="328"/>
                </a:lnTo>
                <a:lnTo>
                  <a:pt x="2949" y="344"/>
                </a:lnTo>
                <a:lnTo>
                  <a:pt x="2949" y="358"/>
                </a:lnTo>
                <a:lnTo>
                  <a:pt x="2949" y="358"/>
                </a:lnTo>
                <a:lnTo>
                  <a:pt x="2950" y="385"/>
                </a:lnTo>
                <a:lnTo>
                  <a:pt x="2953" y="410"/>
                </a:lnTo>
                <a:lnTo>
                  <a:pt x="2959" y="435"/>
                </a:lnTo>
                <a:lnTo>
                  <a:pt x="2967" y="459"/>
                </a:lnTo>
                <a:lnTo>
                  <a:pt x="2976" y="483"/>
                </a:lnTo>
                <a:lnTo>
                  <a:pt x="2988" y="506"/>
                </a:lnTo>
                <a:lnTo>
                  <a:pt x="3001" y="528"/>
                </a:lnTo>
                <a:lnTo>
                  <a:pt x="3017" y="548"/>
                </a:lnTo>
                <a:lnTo>
                  <a:pt x="2969" y="595"/>
                </a:lnTo>
                <a:lnTo>
                  <a:pt x="2969" y="595"/>
                </a:lnTo>
                <a:lnTo>
                  <a:pt x="2959" y="583"/>
                </a:lnTo>
                <a:lnTo>
                  <a:pt x="2950" y="570"/>
                </a:lnTo>
                <a:lnTo>
                  <a:pt x="2941" y="557"/>
                </a:lnTo>
                <a:lnTo>
                  <a:pt x="2932" y="543"/>
                </a:lnTo>
                <a:lnTo>
                  <a:pt x="2924" y="530"/>
                </a:lnTo>
                <a:lnTo>
                  <a:pt x="2917" y="516"/>
                </a:lnTo>
                <a:lnTo>
                  <a:pt x="2910" y="501"/>
                </a:lnTo>
                <a:lnTo>
                  <a:pt x="2905" y="487"/>
                </a:lnTo>
                <a:lnTo>
                  <a:pt x="2899" y="471"/>
                </a:lnTo>
                <a:lnTo>
                  <a:pt x="2895" y="456"/>
                </a:lnTo>
                <a:lnTo>
                  <a:pt x="2890" y="440"/>
                </a:lnTo>
                <a:lnTo>
                  <a:pt x="2887" y="425"/>
                </a:lnTo>
                <a:lnTo>
                  <a:pt x="2885" y="408"/>
                </a:lnTo>
                <a:lnTo>
                  <a:pt x="2882" y="393"/>
                </a:lnTo>
                <a:lnTo>
                  <a:pt x="2881" y="376"/>
                </a:lnTo>
                <a:lnTo>
                  <a:pt x="2881" y="358"/>
                </a:lnTo>
                <a:lnTo>
                  <a:pt x="2881" y="358"/>
                </a:lnTo>
                <a:close/>
                <a:moveTo>
                  <a:pt x="2569" y="472"/>
                </a:moveTo>
                <a:lnTo>
                  <a:pt x="2569" y="248"/>
                </a:lnTo>
                <a:lnTo>
                  <a:pt x="2630" y="248"/>
                </a:lnTo>
                <a:lnTo>
                  <a:pt x="2630" y="421"/>
                </a:lnTo>
                <a:lnTo>
                  <a:pt x="2733" y="421"/>
                </a:lnTo>
                <a:lnTo>
                  <a:pt x="2733" y="472"/>
                </a:lnTo>
                <a:lnTo>
                  <a:pt x="2569" y="472"/>
                </a:lnTo>
                <a:close/>
                <a:moveTo>
                  <a:pt x="2359" y="472"/>
                </a:moveTo>
                <a:lnTo>
                  <a:pt x="2525" y="472"/>
                </a:lnTo>
                <a:lnTo>
                  <a:pt x="2525" y="421"/>
                </a:lnTo>
                <a:lnTo>
                  <a:pt x="2415" y="421"/>
                </a:lnTo>
                <a:lnTo>
                  <a:pt x="2415" y="383"/>
                </a:lnTo>
                <a:lnTo>
                  <a:pt x="2506" y="383"/>
                </a:lnTo>
                <a:lnTo>
                  <a:pt x="2506" y="336"/>
                </a:lnTo>
                <a:lnTo>
                  <a:pt x="2415" y="336"/>
                </a:lnTo>
                <a:lnTo>
                  <a:pt x="2415" y="297"/>
                </a:lnTo>
                <a:lnTo>
                  <a:pt x="2520" y="297"/>
                </a:lnTo>
                <a:lnTo>
                  <a:pt x="2520" y="248"/>
                </a:lnTo>
                <a:lnTo>
                  <a:pt x="2359" y="248"/>
                </a:lnTo>
                <a:lnTo>
                  <a:pt x="2359" y="472"/>
                </a:lnTo>
                <a:close/>
                <a:moveTo>
                  <a:pt x="2102" y="360"/>
                </a:moveTo>
                <a:lnTo>
                  <a:pt x="2102" y="360"/>
                </a:lnTo>
                <a:lnTo>
                  <a:pt x="2102" y="347"/>
                </a:lnTo>
                <a:lnTo>
                  <a:pt x="2105" y="335"/>
                </a:lnTo>
                <a:lnTo>
                  <a:pt x="2107" y="324"/>
                </a:lnTo>
                <a:lnTo>
                  <a:pt x="2110" y="313"/>
                </a:lnTo>
                <a:lnTo>
                  <a:pt x="2115" y="302"/>
                </a:lnTo>
                <a:lnTo>
                  <a:pt x="2119" y="292"/>
                </a:lnTo>
                <a:lnTo>
                  <a:pt x="2125" y="283"/>
                </a:lnTo>
                <a:lnTo>
                  <a:pt x="2132" y="275"/>
                </a:lnTo>
                <a:lnTo>
                  <a:pt x="2139" y="267"/>
                </a:lnTo>
                <a:lnTo>
                  <a:pt x="2148" y="261"/>
                </a:lnTo>
                <a:lnTo>
                  <a:pt x="2157" y="255"/>
                </a:lnTo>
                <a:lnTo>
                  <a:pt x="2167" y="251"/>
                </a:lnTo>
                <a:lnTo>
                  <a:pt x="2177" y="246"/>
                </a:lnTo>
                <a:lnTo>
                  <a:pt x="2188" y="244"/>
                </a:lnTo>
                <a:lnTo>
                  <a:pt x="2200" y="242"/>
                </a:lnTo>
                <a:lnTo>
                  <a:pt x="2212" y="242"/>
                </a:lnTo>
                <a:lnTo>
                  <a:pt x="2212" y="242"/>
                </a:lnTo>
                <a:lnTo>
                  <a:pt x="2231" y="243"/>
                </a:lnTo>
                <a:lnTo>
                  <a:pt x="2239" y="244"/>
                </a:lnTo>
                <a:lnTo>
                  <a:pt x="2248" y="246"/>
                </a:lnTo>
                <a:lnTo>
                  <a:pt x="2255" y="250"/>
                </a:lnTo>
                <a:lnTo>
                  <a:pt x="2263" y="253"/>
                </a:lnTo>
                <a:lnTo>
                  <a:pt x="2271" y="256"/>
                </a:lnTo>
                <a:lnTo>
                  <a:pt x="2278" y="261"/>
                </a:lnTo>
                <a:lnTo>
                  <a:pt x="2283" y="266"/>
                </a:lnTo>
                <a:lnTo>
                  <a:pt x="2289" y="272"/>
                </a:lnTo>
                <a:lnTo>
                  <a:pt x="2294" y="278"/>
                </a:lnTo>
                <a:lnTo>
                  <a:pt x="2299" y="285"/>
                </a:lnTo>
                <a:lnTo>
                  <a:pt x="2303" y="293"/>
                </a:lnTo>
                <a:lnTo>
                  <a:pt x="2307" y="301"/>
                </a:lnTo>
                <a:lnTo>
                  <a:pt x="2309" y="309"/>
                </a:lnTo>
                <a:lnTo>
                  <a:pt x="2311" y="318"/>
                </a:lnTo>
                <a:lnTo>
                  <a:pt x="2251" y="318"/>
                </a:lnTo>
                <a:lnTo>
                  <a:pt x="2251" y="318"/>
                </a:lnTo>
                <a:lnTo>
                  <a:pt x="2249" y="310"/>
                </a:lnTo>
                <a:lnTo>
                  <a:pt x="2246" y="305"/>
                </a:lnTo>
                <a:lnTo>
                  <a:pt x="2241" y="301"/>
                </a:lnTo>
                <a:lnTo>
                  <a:pt x="2237" y="296"/>
                </a:lnTo>
                <a:lnTo>
                  <a:pt x="2231" y="294"/>
                </a:lnTo>
                <a:lnTo>
                  <a:pt x="2226" y="292"/>
                </a:lnTo>
                <a:lnTo>
                  <a:pt x="2220" y="292"/>
                </a:lnTo>
                <a:lnTo>
                  <a:pt x="2213" y="291"/>
                </a:lnTo>
                <a:lnTo>
                  <a:pt x="2213" y="291"/>
                </a:lnTo>
                <a:lnTo>
                  <a:pt x="2207" y="292"/>
                </a:lnTo>
                <a:lnTo>
                  <a:pt x="2201" y="293"/>
                </a:lnTo>
                <a:lnTo>
                  <a:pt x="2196" y="294"/>
                </a:lnTo>
                <a:lnTo>
                  <a:pt x="2191" y="296"/>
                </a:lnTo>
                <a:lnTo>
                  <a:pt x="2187" y="299"/>
                </a:lnTo>
                <a:lnTo>
                  <a:pt x="2182" y="303"/>
                </a:lnTo>
                <a:lnTo>
                  <a:pt x="2174" y="312"/>
                </a:lnTo>
                <a:lnTo>
                  <a:pt x="2169" y="322"/>
                </a:lnTo>
                <a:lnTo>
                  <a:pt x="2166" y="333"/>
                </a:lnTo>
                <a:lnTo>
                  <a:pt x="2163" y="346"/>
                </a:lnTo>
                <a:lnTo>
                  <a:pt x="2162" y="360"/>
                </a:lnTo>
                <a:lnTo>
                  <a:pt x="2162" y="360"/>
                </a:lnTo>
                <a:lnTo>
                  <a:pt x="2163" y="375"/>
                </a:lnTo>
                <a:lnTo>
                  <a:pt x="2166" y="388"/>
                </a:lnTo>
                <a:lnTo>
                  <a:pt x="2170" y="400"/>
                </a:lnTo>
                <a:lnTo>
                  <a:pt x="2176" y="410"/>
                </a:lnTo>
                <a:lnTo>
                  <a:pt x="2183" y="419"/>
                </a:lnTo>
                <a:lnTo>
                  <a:pt x="2188" y="422"/>
                </a:lnTo>
                <a:lnTo>
                  <a:pt x="2192" y="426"/>
                </a:lnTo>
                <a:lnTo>
                  <a:pt x="2198" y="428"/>
                </a:lnTo>
                <a:lnTo>
                  <a:pt x="2203" y="430"/>
                </a:lnTo>
                <a:lnTo>
                  <a:pt x="2210" y="430"/>
                </a:lnTo>
                <a:lnTo>
                  <a:pt x="2217" y="431"/>
                </a:lnTo>
                <a:lnTo>
                  <a:pt x="2217" y="431"/>
                </a:lnTo>
                <a:lnTo>
                  <a:pt x="2228" y="430"/>
                </a:lnTo>
                <a:lnTo>
                  <a:pt x="2238" y="428"/>
                </a:lnTo>
                <a:lnTo>
                  <a:pt x="2247" y="425"/>
                </a:lnTo>
                <a:lnTo>
                  <a:pt x="2254" y="420"/>
                </a:lnTo>
                <a:lnTo>
                  <a:pt x="2254" y="391"/>
                </a:lnTo>
                <a:lnTo>
                  <a:pt x="2214" y="391"/>
                </a:lnTo>
                <a:lnTo>
                  <a:pt x="2214" y="347"/>
                </a:lnTo>
                <a:lnTo>
                  <a:pt x="2311" y="347"/>
                </a:lnTo>
                <a:lnTo>
                  <a:pt x="2311" y="448"/>
                </a:lnTo>
                <a:lnTo>
                  <a:pt x="2311" y="448"/>
                </a:lnTo>
                <a:lnTo>
                  <a:pt x="2300" y="456"/>
                </a:lnTo>
                <a:lnTo>
                  <a:pt x="2289" y="462"/>
                </a:lnTo>
                <a:lnTo>
                  <a:pt x="2277" y="468"/>
                </a:lnTo>
                <a:lnTo>
                  <a:pt x="2264" y="472"/>
                </a:lnTo>
                <a:lnTo>
                  <a:pt x="2253" y="476"/>
                </a:lnTo>
                <a:lnTo>
                  <a:pt x="2241" y="479"/>
                </a:lnTo>
                <a:lnTo>
                  <a:pt x="2230" y="480"/>
                </a:lnTo>
                <a:lnTo>
                  <a:pt x="2220" y="480"/>
                </a:lnTo>
                <a:lnTo>
                  <a:pt x="2220" y="480"/>
                </a:lnTo>
                <a:lnTo>
                  <a:pt x="2207" y="480"/>
                </a:lnTo>
                <a:lnTo>
                  <a:pt x="2193" y="478"/>
                </a:lnTo>
                <a:lnTo>
                  <a:pt x="2181" y="476"/>
                </a:lnTo>
                <a:lnTo>
                  <a:pt x="2170" y="472"/>
                </a:lnTo>
                <a:lnTo>
                  <a:pt x="2159" y="468"/>
                </a:lnTo>
                <a:lnTo>
                  <a:pt x="2150" y="462"/>
                </a:lnTo>
                <a:lnTo>
                  <a:pt x="2141" y="456"/>
                </a:lnTo>
                <a:lnTo>
                  <a:pt x="2132" y="449"/>
                </a:lnTo>
                <a:lnTo>
                  <a:pt x="2126" y="440"/>
                </a:lnTo>
                <a:lnTo>
                  <a:pt x="2119" y="431"/>
                </a:lnTo>
                <a:lnTo>
                  <a:pt x="2115" y="421"/>
                </a:lnTo>
                <a:lnTo>
                  <a:pt x="2110" y="411"/>
                </a:lnTo>
                <a:lnTo>
                  <a:pt x="2107" y="399"/>
                </a:lnTo>
                <a:lnTo>
                  <a:pt x="2105" y="387"/>
                </a:lnTo>
                <a:lnTo>
                  <a:pt x="2102" y="374"/>
                </a:lnTo>
                <a:lnTo>
                  <a:pt x="2102" y="360"/>
                </a:lnTo>
                <a:lnTo>
                  <a:pt x="2102" y="360"/>
                </a:lnTo>
                <a:close/>
                <a:moveTo>
                  <a:pt x="1945" y="393"/>
                </a:moveTo>
                <a:lnTo>
                  <a:pt x="1974" y="307"/>
                </a:lnTo>
                <a:lnTo>
                  <a:pt x="2004" y="393"/>
                </a:lnTo>
                <a:lnTo>
                  <a:pt x="1945" y="393"/>
                </a:lnTo>
                <a:close/>
                <a:moveTo>
                  <a:pt x="1857" y="472"/>
                </a:moveTo>
                <a:lnTo>
                  <a:pt x="1918" y="472"/>
                </a:lnTo>
                <a:lnTo>
                  <a:pt x="1929" y="439"/>
                </a:lnTo>
                <a:lnTo>
                  <a:pt x="2019" y="439"/>
                </a:lnTo>
                <a:lnTo>
                  <a:pt x="2030" y="472"/>
                </a:lnTo>
                <a:lnTo>
                  <a:pt x="2091" y="472"/>
                </a:lnTo>
                <a:lnTo>
                  <a:pt x="2006" y="248"/>
                </a:lnTo>
                <a:lnTo>
                  <a:pt x="1942" y="248"/>
                </a:lnTo>
                <a:lnTo>
                  <a:pt x="1857" y="472"/>
                </a:lnTo>
                <a:close/>
                <a:moveTo>
                  <a:pt x="1632" y="472"/>
                </a:moveTo>
                <a:lnTo>
                  <a:pt x="1687" y="472"/>
                </a:lnTo>
                <a:lnTo>
                  <a:pt x="1687" y="338"/>
                </a:lnTo>
                <a:lnTo>
                  <a:pt x="1766" y="472"/>
                </a:lnTo>
                <a:lnTo>
                  <a:pt x="1828" y="472"/>
                </a:lnTo>
                <a:lnTo>
                  <a:pt x="1828" y="248"/>
                </a:lnTo>
                <a:lnTo>
                  <a:pt x="1773" y="248"/>
                </a:lnTo>
                <a:lnTo>
                  <a:pt x="1773" y="380"/>
                </a:lnTo>
                <a:lnTo>
                  <a:pt x="1692" y="248"/>
                </a:lnTo>
                <a:lnTo>
                  <a:pt x="1632" y="248"/>
                </a:lnTo>
                <a:lnTo>
                  <a:pt x="1632" y="472"/>
                </a:lnTo>
                <a:close/>
                <a:moveTo>
                  <a:pt x="1378" y="383"/>
                </a:moveTo>
                <a:lnTo>
                  <a:pt x="1378" y="354"/>
                </a:lnTo>
                <a:lnTo>
                  <a:pt x="1468" y="354"/>
                </a:lnTo>
                <a:lnTo>
                  <a:pt x="1468" y="263"/>
                </a:lnTo>
                <a:lnTo>
                  <a:pt x="1501" y="263"/>
                </a:lnTo>
                <a:lnTo>
                  <a:pt x="1501" y="354"/>
                </a:lnTo>
                <a:lnTo>
                  <a:pt x="1592" y="354"/>
                </a:lnTo>
                <a:lnTo>
                  <a:pt x="1592" y="383"/>
                </a:lnTo>
                <a:lnTo>
                  <a:pt x="1501" y="383"/>
                </a:lnTo>
                <a:lnTo>
                  <a:pt x="1501" y="472"/>
                </a:lnTo>
                <a:lnTo>
                  <a:pt x="1468" y="472"/>
                </a:lnTo>
                <a:lnTo>
                  <a:pt x="1468" y="383"/>
                </a:lnTo>
                <a:lnTo>
                  <a:pt x="1378" y="383"/>
                </a:lnTo>
                <a:close/>
                <a:moveTo>
                  <a:pt x="1185" y="472"/>
                </a:moveTo>
                <a:lnTo>
                  <a:pt x="1351" y="472"/>
                </a:lnTo>
                <a:lnTo>
                  <a:pt x="1351" y="421"/>
                </a:lnTo>
                <a:lnTo>
                  <a:pt x="1241" y="421"/>
                </a:lnTo>
                <a:lnTo>
                  <a:pt x="1241" y="383"/>
                </a:lnTo>
                <a:lnTo>
                  <a:pt x="1332" y="383"/>
                </a:lnTo>
                <a:lnTo>
                  <a:pt x="1332" y="336"/>
                </a:lnTo>
                <a:lnTo>
                  <a:pt x="1241" y="336"/>
                </a:lnTo>
                <a:lnTo>
                  <a:pt x="1241" y="297"/>
                </a:lnTo>
                <a:lnTo>
                  <a:pt x="1346" y="297"/>
                </a:lnTo>
                <a:lnTo>
                  <a:pt x="1346" y="248"/>
                </a:lnTo>
                <a:lnTo>
                  <a:pt x="1185" y="248"/>
                </a:lnTo>
                <a:lnTo>
                  <a:pt x="1185" y="472"/>
                </a:lnTo>
                <a:close/>
                <a:moveTo>
                  <a:pt x="934" y="472"/>
                </a:moveTo>
                <a:lnTo>
                  <a:pt x="990" y="472"/>
                </a:lnTo>
                <a:lnTo>
                  <a:pt x="990" y="338"/>
                </a:lnTo>
                <a:lnTo>
                  <a:pt x="1068" y="472"/>
                </a:lnTo>
                <a:lnTo>
                  <a:pt x="1132" y="472"/>
                </a:lnTo>
                <a:lnTo>
                  <a:pt x="1132" y="248"/>
                </a:lnTo>
                <a:lnTo>
                  <a:pt x="1075" y="248"/>
                </a:lnTo>
                <a:lnTo>
                  <a:pt x="1075" y="380"/>
                </a:lnTo>
                <a:lnTo>
                  <a:pt x="995" y="248"/>
                </a:lnTo>
                <a:lnTo>
                  <a:pt x="934" y="248"/>
                </a:lnTo>
                <a:lnTo>
                  <a:pt x="934" y="472"/>
                </a:lnTo>
                <a:close/>
                <a:moveTo>
                  <a:pt x="681" y="472"/>
                </a:moveTo>
                <a:lnTo>
                  <a:pt x="740" y="472"/>
                </a:lnTo>
                <a:lnTo>
                  <a:pt x="740" y="386"/>
                </a:lnTo>
                <a:lnTo>
                  <a:pt x="821" y="386"/>
                </a:lnTo>
                <a:lnTo>
                  <a:pt x="821" y="472"/>
                </a:lnTo>
                <a:lnTo>
                  <a:pt x="881" y="472"/>
                </a:lnTo>
                <a:lnTo>
                  <a:pt x="881" y="248"/>
                </a:lnTo>
                <a:lnTo>
                  <a:pt x="821" y="248"/>
                </a:lnTo>
                <a:lnTo>
                  <a:pt x="821" y="333"/>
                </a:lnTo>
                <a:lnTo>
                  <a:pt x="740" y="333"/>
                </a:lnTo>
                <a:lnTo>
                  <a:pt x="740" y="248"/>
                </a:lnTo>
                <a:lnTo>
                  <a:pt x="681" y="248"/>
                </a:lnTo>
                <a:lnTo>
                  <a:pt x="681" y="472"/>
                </a:lnTo>
                <a:close/>
                <a:moveTo>
                  <a:pt x="469" y="472"/>
                </a:moveTo>
                <a:lnTo>
                  <a:pt x="636" y="472"/>
                </a:lnTo>
                <a:lnTo>
                  <a:pt x="636" y="421"/>
                </a:lnTo>
                <a:lnTo>
                  <a:pt x="526" y="421"/>
                </a:lnTo>
                <a:lnTo>
                  <a:pt x="526" y="383"/>
                </a:lnTo>
                <a:lnTo>
                  <a:pt x="617" y="383"/>
                </a:lnTo>
                <a:lnTo>
                  <a:pt x="617" y="336"/>
                </a:lnTo>
                <a:lnTo>
                  <a:pt x="526" y="336"/>
                </a:lnTo>
                <a:lnTo>
                  <a:pt x="526" y="297"/>
                </a:lnTo>
                <a:lnTo>
                  <a:pt x="630" y="297"/>
                </a:lnTo>
                <a:lnTo>
                  <a:pt x="630" y="248"/>
                </a:lnTo>
                <a:lnTo>
                  <a:pt x="469" y="248"/>
                </a:lnTo>
                <a:lnTo>
                  <a:pt x="469" y="472"/>
                </a:lnTo>
                <a:close/>
                <a:moveTo>
                  <a:pt x="222" y="380"/>
                </a:moveTo>
                <a:lnTo>
                  <a:pt x="222" y="380"/>
                </a:lnTo>
                <a:lnTo>
                  <a:pt x="222" y="394"/>
                </a:lnTo>
                <a:lnTo>
                  <a:pt x="224" y="406"/>
                </a:lnTo>
                <a:lnTo>
                  <a:pt x="226" y="417"/>
                </a:lnTo>
                <a:lnTo>
                  <a:pt x="230" y="427"/>
                </a:lnTo>
                <a:lnTo>
                  <a:pt x="234" y="436"/>
                </a:lnTo>
                <a:lnTo>
                  <a:pt x="239" y="444"/>
                </a:lnTo>
                <a:lnTo>
                  <a:pt x="245" y="451"/>
                </a:lnTo>
                <a:lnTo>
                  <a:pt x="251" y="458"/>
                </a:lnTo>
                <a:lnTo>
                  <a:pt x="258" y="464"/>
                </a:lnTo>
                <a:lnTo>
                  <a:pt x="266" y="468"/>
                </a:lnTo>
                <a:lnTo>
                  <a:pt x="274" y="471"/>
                </a:lnTo>
                <a:lnTo>
                  <a:pt x="283" y="475"/>
                </a:lnTo>
                <a:lnTo>
                  <a:pt x="292" y="478"/>
                </a:lnTo>
                <a:lnTo>
                  <a:pt x="301" y="479"/>
                </a:lnTo>
                <a:lnTo>
                  <a:pt x="311" y="480"/>
                </a:lnTo>
                <a:lnTo>
                  <a:pt x="321" y="480"/>
                </a:lnTo>
                <a:lnTo>
                  <a:pt x="321" y="480"/>
                </a:lnTo>
                <a:lnTo>
                  <a:pt x="330" y="480"/>
                </a:lnTo>
                <a:lnTo>
                  <a:pt x="339" y="479"/>
                </a:lnTo>
                <a:lnTo>
                  <a:pt x="348" y="478"/>
                </a:lnTo>
                <a:lnTo>
                  <a:pt x="357" y="475"/>
                </a:lnTo>
                <a:lnTo>
                  <a:pt x="366" y="471"/>
                </a:lnTo>
                <a:lnTo>
                  <a:pt x="374" y="468"/>
                </a:lnTo>
                <a:lnTo>
                  <a:pt x="382" y="464"/>
                </a:lnTo>
                <a:lnTo>
                  <a:pt x="388" y="458"/>
                </a:lnTo>
                <a:lnTo>
                  <a:pt x="395" y="451"/>
                </a:lnTo>
                <a:lnTo>
                  <a:pt x="401" y="444"/>
                </a:lnTo>
                <a:lnTo>
                  <a:pt x="406" y="436"/>
                </a:lnTo>
                <a:lnTo>
                  <a:pt x="409" y="427"/>
                </a:lnTo>
                <a:lnTo>
                  <a:pt x="414" y="417"/>
                </a:lnTo>
                <a:lnTo>
                  <a:pt x="416" y="406"/>
                </a:lnTo>
                <a:lnTo>
                  <a:pt x="417" y="394"/>
                </a:lnTo>
                <a:lnTo>
                  <a:pt x="418" y="380"/>
                </a:lnTo>
                <a:lnTo>
                  <a:pt x="418" y="248"/>
                </a:lnTo>
                <a:lnTo>
                  <a:pt x="357" y="248"/>
                </a:lnTo>
                <a:lnTo>
                  <a:pt x="357" y="389"/>
                </a:lnTo>
                <a:lnTo>
                  <a:pt x="357" y="389"/>
                </a:lnTo>
                <a:lnTo>
                  <a:pt x="356" y="398"/>
                </a:lnTo>
                <a:lnTo>
                  <a:pt x="355" y="407"/>
                </a:lnTo>
                <a:lnTo>
                  <a:pt x="352" y="414"/>
                </a:lnTo>
                <a:lnTo>
                  <a:pt x="348" y="419"/>
                </a:lnTo>
                <a:lnTo>
                  <a:pt x="343" y="424"/>
                </a:lnTo>
                <a:lnTo>
                  <a:pt x="336" y="427"/>
                </a:lnTo>
                <a:lnTo>
                  <a:pt x="328" y="429"/>
                </a:lnTo>
                <a:lnTo>
                  <a:pt x="321" y="429"/>
                </a:lnTo>
                <a:lnTo>
                  <a:pt x="321" y="429"/>
                </a:lnTo>
                <a:lnTo>
                  <a:pt x="312" y="429"/>
                </a:lnTo>
                <a:lnTo>
                  <a:pt x="304" y="427"/>
                </a:lnTo>
                <a:lnTo>
                  <a:pt x="297" y="424"/>
                </a:lnTo>
                <a:lnTo>
                  <a:pt x="292" y="419"/>
                </a:lnTo>
                <a:lnTo>
                  <a:pt x="287" y="414"/>
                </a:lnTo>
                <a:lnTo>
                  <a:pt x="285" y="407"/>
                </a:lnTo>
                <a:lnTo>
                  <a:pt x="283" y="398"/>
                </a:lnTo>
                <a:lnTo>
                  <a:pt x="283" y="389"/>
                </a:lnTo>
                <a:lnTo>
                  <a:pt x="283" y="248"/>
                </a:lnTo>
                <a:lnTo>
                  <a:pt x="222" y="248"/>
                </a:lnTo>
                <a:lnTo>
                  <a:pt x="222" y="380"/>
                </a:lnTo>
                <a:close/>
                <a:moveTo>
                  <a:pt x="0" y="472"/>
                </a:moveTo>
                <a:lnTo>
                  <a:pt x="60" y="472"/>
                </a:lnTo>
                <a:lnTo>
                  <a:pt x="60" y="409"/>
                </a:lnTo>
                <a:lnTo>
                  <a:pt x="80" y="384"/>
                </a:lnTo>
                <a:lnTo>
                  <a:pt x="131" y="472"/>
                </a:lnTo>
                <a:lnTo>
                  <a:pt x="201" y="472"/>
                </a:lnTo>
                <a:lnTo>
                  <a:pt x="120" y="340"/>
                </a:lnTo>
                <a:lnTo>
                  <a:pt x="192" y="248"/>
                </a:lnTo>
                <a:lnTo>
                  <a:pt x="122" y="248"/>
                </a:lnTo>
                <a:lnTo>
                  <a:pt x="60" y="328"/>
                </a:lnTo>
                <a:lnTo>
                  <a:pt x="60" y="248"/>
                </a:lnTo>
                <a:lnTo>
                  <a:pt x="0" y="248"/>
                </a:lnTo>
                <a:lnTo>
                  <a:pt x="0" y="472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B0BEF629-C30A-40FD-B660-5C8163547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32669" y="1717004"/>
            <a:ext cx="4151618" cy="337383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Product title 18pt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3906788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 hasCustomPrompt="1"/>
          </p:nvPr>
        </p:nvSpPr>
        <p:spPr>
          <a:xfrm>
            <a:off x="4995065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8" hasCustomPrompt="1"/>
          </p:nvPr>
        </p:nvSpPr>
        <p:spPr>
          <a:xfrm>
            <a:off x="6083342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 hasCustomPrompt="1"/>
          </p:nvPr>
        </p:nvSpPr>
        <p:spPr>
          <a:xfrm>
            <a:off x="7171619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3906788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21" hasCustomPrompt="1"/>
          </p:nvPr>
        </p:nvSpPr>
        <p:spPr>
          <a:xfrm>
            <a:off x="4995065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6083342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23" hasCustomPrompt="1"/>
          </p:nvPr>
        </p:nvSpPr>
        <p:spPr>
          <a:xfrm>
            <a:off x="7171619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24" hasCustomPrompt="1"/>
          </p:nvPr>
        </p:nvSpPr>
        <p:spPr>
          <a:xfrm>
            <a:off x="3906788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25" hasCustomPrompt="1"/>
          </p:nvPr>
        </p:nvSpPr>
        <p:spPr>
          <a:xfrm>
            <a:off x="4995065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2" name="Picture Placeholder 5"/>
          <p:cNvSpPr>
            <a:spLocks noGrp="1"/>
          </p:cNvSpPr>
          <p:nvPr>
            <p:ph type="pic" sz="quarter" idx="26" hasCustomPrompt="1"/>
          </p:nvPr>
        </p:nvSpPr>
        <p:spPr>
          <a:xfrm>
            <a:off x="6083342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3" name="Picture Placeholder 5"/>
          <p:cNvSpPr>
            <a:spLocks noGrp="1"/>
          </p:cNvSpPr>
          <p:nvPr>
            <p:ph type="pic" sz="quarter" idx="27" hasCustomPrompt="1"/>
          </p:nvPr>
        </p:nvSpPr>
        <p:spPr>
          <a:xfrm>
            <a:off x="7171619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3724027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4812304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5900581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6989007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724027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4812304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5900581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989007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3724027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4812304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5900581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6989007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</p:spTree>
    <p:extLst>
      <p:ext uri="{BB962C8B-B14F-4D97-AF65-F5344CB8AC3E}">
        <p14:creationId xmlns:p14="http://schemas.microsoft.com/office/powerpoint/2010/main" val="196310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ections_text+icon_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99E109AE-ACE7-4A11-BB40-8C4541994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121828" y="2557202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004570" y="2557202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887312" y="2557202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21828" y="4648926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4004570" y="4648926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6887312" y="4648926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121828" y="5026612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4004570" y="2933791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6887312" y="2933791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37" hasCustomPrompt="1"/>
          </p:nvPr>
        </p:nvSpPr>
        <p:spPr>
          <a:xfrm>
            <a:off x="1121828" y="2933791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4004570" y="5026612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6887312" y="5026612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4998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number_sections+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65772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89564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13149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727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895646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13147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65772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689564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413149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657725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895646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22" name="Titel 4">
            <a:extLst>
              <a:ext uri="{FF2B5EF4-FFF2-40B4-BE49-F238E27FC236}">
                <a16:creationId xmlns:a16="http://schemas.microsoft.com/office/drawing/2014/main" id="{93A2A3F3-A34D-436A-ADCB-FC5097B93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838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6" name="Rectangle 5"/>
          <p:cNvSpPr/>
          <p:nvPr/>
        </p:nvSpPr>
        <p:spPr>
          <a:xfrm>
            <a:off x="416266" y="6251983"/>
            <a:ext cx="1937390" cy="20774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GB" sz="750" noProof="0" dirty="0">
                <a:solidFill>
                  <a:schemeClr val="bg1"/>
                </a:solidFill>
              </a:rPr>
              <a:t>© 2025 Kuehne</a:t>
            </a:r>
            <a:r>
              <a:rPr lang="en-GB" sz="750" baseline="0" noProof="0" dirty="0">
                <a:solidFill>
                  <a:schemeClr val="bg1"/>
                </a:solidFill>
              </a:rPr>
              <a:t>+Nagel.</a:t>
            </a:r>
            <a:r>
              <a:rPr lang="en-GB" sz="750" noProof="0" dirty="0">
                <a:solidFill>
                  <a:schemeClr val="bg1"/>
                </a:solidFill>
              </a:rPr>
              <a:t>  All rights reserved.</a:t>
            </a: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4898231" y="2974975"/>
            <a:ext cx="3244454" cy="865188"/>
          </a:xfrm>
          <a:custGeom>
            <a:avLst/>
            <a:gdLst>
              <a:gd name="T0" fmla="*/ 2449 w 2725"/>
              <a:gd name="T1" fmla="*/ 160 h 545"/>
              <a:gd name="T2" fmla="*/ 2470 w 2725"/>
              <a:gd name="T3" fmla="*/ 206 h 545"/>
              <a:gd name="T4" fmla="*/ 2422 w 2725"/>
              <a:gd name="T5" fmla="*/ 186 h 545"/>
              <a:gd name="T6" fmla="*/ 2355 w 2725"/>
              <a:gd name="T7" fmla="*/ 528 h 545"/>
              <a:gd name="T8" fmla="*/ 2499 w 2725"/>
              <a:gd name="T9" fmla="*/ 540 h 545"/>
              <a:gd name="T10" fmla="*/ 2590 w 2725"/>
              <a:gd name="T11" fmla="*/ 445 h 545"/>
              <a:gd name="T12" fmla="*/ 2521 w 2725"/>
              <a:gd name="T13" fmla="*/ 306 h 545"/>
              <a:gd name="T14" fmla="*/ 2509 w 2725"/>
              <a:gd name="T15" fmla="*/ 206 h 545"/>
              <a:gd name="T16" fmla="*/ 2494 w 2725"/>
              <a:gd name="T17" fmla="*/ 143 h 545"/>
              <a:gd name="T18" fmla="*/ 2425 w 2725"/>
              <a:gd name="T19" fmla="*/ 131 h 545"/>
              <a:gd name="T20" fmla="*/ 2386 w 2725"/>
              <a:gd name="T21" fmla="*/ 186 h 545"/>
              <a:gd name="T22" fmla="*/ 2379 w 2725"/>
              <a:gd name="T23" fmla="*/ 270 h 545"/>
              <a:gd name="T24" fmla="*/ 2333 w 2725"/>
              <a:gd name="T25" fmla="*/ 464 h 545"/>
              <a:gd name="T26" fmla="*/ 2187 w 2725"/>
              <a:gd name="T27" fmla="*/ 191 h 545"/>
              <a:gd name="T28" fmla="*/ 2297 w 2725"/>
              <a:gd name="T29" fmla="*/ 48 h 545"/>
              <a:gd name="T30" fmla="*/ 2451 w 2725"/>
              <a:gd name="T31" fmla="*/ 0 h 545"/>
              <a:gd name="T32" fmla="*/ 2624 w 2725"/>
              <a:gd name="T33" fmla="*/ 62 h 545"/>
              <a:gd name="T34" fmla="*/ 2720 w 2725"/>
              <a:gd name="T35" fmla="*/ 215 h 545"/>
              <a:gd name="T36" fmla="*/ 2706 w 2725"/>
              <a:gd name="T37" fmla="*/ 366 h 545"/>
              <a:gd name="T38" fmla="*/ 2634 w 2725"/>
              <a:gd name="T39" fmla="*/ 397 h 545"/>
              <a:gd name="T40" fmla="*/ 2675 w 2725"/>
              <a:gd name="T41" fmla="*/ 270 h 545"/>
              <a:gd name="T42" fmla="*/ 2636 w 2725"/>
              <a:gd name="T43" fmla="*/ 146 h 545"/>
              <a:gd name="T44" fmla="*/ 2516 w 2725"/>
              <a:gd name="T45" fmla="*/ 57 h 545"/>
              <a:gd name="T46" fmla="*/ 2384 w 2725"/>
              <a:gd name="T47" fmla="*/ 57 h 545"/>
              <a:gd name="T48" fmla="*/ 2266 w 2725"/>
              <a:gd name="T49" fmla="*/ 146 h 545"/>
              <a:gd name="T50" fmla="*/ 2228 w 2725"/>
              <a:gd name="T51" fmla="*/ 270 h 545"/>
              <a:gd name="T52" fmla="*/ 2266 w 2725"/>
              <a:gd name="T53" fmla="*/ 397 h 545"/>
              <a:gd name="T54" fmla="*/ 2194 w 2725"/>
              <a:gd name="T55" fmla="*/ 366 h 545"/>
              <a:gd name="T56" fmla="*/ 1939 w 2725"/>
              <a:gd name="T57" fmla="*/ 186 h 545"/>
              <a:gd name="T58" fmla="*/ 1906 w 2725"/>
              <a:gd name="T59" fmla="*/ 356 h 545"/>
              <a:gd name="T60" fmla="*/ 1824 w 2725"/>
              <a:gd name="T61" fmla="*/ 225 h 545"/>
              <a:gd name="T62" fmla="*/ 1588 w 2725"/>
              <a:gd name="T63" fmla="*/ 253 h 545"/>
              <a:gd name="T64" fmla="*/ 1670 w 2725"/>
              <a:gd name="T65" fmla="*/ 182 h 545"/>
              <a:gd name="T66" fmla="*/ 1735 w 2725"/>
              <a:gd name="T67" fmla="*/ 215 h 545"/>
              <a:gd name="T68" fmla="*/ 1680 w 2725"/>
              <a:gd name="T69" fmla="*/ 220 h 545"/>
              <a:gd name="T70" fmla="*/ 1639 w 2725"/>
              <a:gd name="T71" fmla="*/ 241 h 545"/>
              <a:gd name="T72" fmla="*/ 1648 w 2725"/>
              <a:gd name="T73" fmla="*/ 316 h 545"/>
              <a:gd name="T74" fmla="*/ 1701 w 2725"/>
              <a:gd name="T75" fmla="*/ 294 h 545"/>
              <a:gd name="T76" fmla="*/ 1711 w 2725"/>
              <a:gd name="T77" fmla="*/ 356 h 545"/>
              <a:gd name="T78" fmla="*/ 1610 w 2725"/>
              <a:gd name="T79" fmla="*/ 339 h 545"/>
              <a:gd name="T80" fmla="*/ 1490 w 2725"/>
              <a:gd name="T81" fmla="*/ 232 h 545"/>
              <a:gd name="T82" fmla="*/ 1533 w 2725"/>
              <a:gd name="T83" fmla="*/ 356 h 545"/>
              <a:gd name="T84" fmla="*/ 1274 w 2725"/>
              <a:gd name="T85" fmla="*/ 256 h 545"/>
              <a:gd name="T86" fmla="*/ 1233 w 2725"/>
              <a:gd name="T87" fmla="*/ 186 h 545"/>
              <a:gd name="T88" fmla="*/ 1134 w 2725"/>
              <a:gd name="T89" fmla="*/ 268 h 545"/>
              <a:gd name="T90" fmla="*/ 1040 w 2725"/>
              <a:gd name="T91" fmla="*/ 289 h 545"/>
              <a:gd name="T92" fmla="*/ 1007 w 2725"/>
              <a:gd name="T93" fmla="*/ 253 h 545"/>
              <a:gd name="T94" fmla="*/ 704 w 2725"/>
              <a:gd name="T95" fmla="*/ 356 h 545"/>
              <a:gd name="T96" fmla="*/ 812 w 2725"/>
              <a:gd name="T97" fmla="*/ 287 h 545"/>
              <a:gd name="T98" fmla="*/ 620 w 2725"/>
              <a:gd name="T99" fmla="*/ 292 h 545"/>
              <a:gd name="T100" fmla="*/ 560 w 2725"/>
              <a:gd name="T101" fmla="*/ 186 h 545"/>
              <a:gd name="T102" fmla="*/ 396 w 2725"/>
              <a:gd name="T103" fmla="*/ 289 h 545"/>
              <a:gd name="T104" fmla="*/ 353 w 2725"/>
              <a:gd name="T105" fmla="*/ 186 h 545"/>
              <a:gd name="T106" fmla="*/ 190 w 2725"/>
              <a:gd name="T107" fmla="*/ 344 h 545"/>
              <a:gd name="T108" fmla="*/ 269 w 2725"/>
              <a:gd name="T109" fmla="*/ 359 h 545"/>
              <a:gd name="T110" fmla="*/ 315 w 2725"/>
              <a:gd name="T111" fmla="*/ 186 h 545"/>
              <a:gd name="T112" fmla="*/ 243 w 2725"/>
              <a:gd name="T113" fmla="*/ 323 h 545"/>
              <a:gd name="T114" fmla="*/ 168 w 2725"/>
              <a:gd name="T115" fmla="*/ 186 h 545"/>
              <a:gd name="T116" fmla="*/ 151 w 2725"/>
              <a:gd name="T117" fmla="*/ 356 h 545"/>
              <a:gd name="T118" fmla="*/ 0 w 2725"/>
              <a:gd name="T119" fmla="*/ 356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25" h="545">
                <a:moveTo>
                  <a:pt x="2422" y="186"/>
                </a:moveTo>
                <a:lnTo>
                  <a:pt x="2422" y="186"/>
                </a:lnTo>
                <a:lnTo>
                  <a:pt x="2425" y="177"/>
                </a:lnTo>
                <a:lnTo>
                  <a:pt x="2429" y="167"/>
                </a:lnTo>
                <a:lnTo>
                  <a:pt x="2439" y="163"/>
                </a:lnTo>
                <a:lnTo>
                  <a:pt x="2449" y="160"/>
                </a:lnTo>
                <a:lnTo>
                  <a:pt x="2449" y="160"/>
                </a:lnTo>
                <a:lnTo>
                  <a:pt x="2461" y="163"/>
                </a:lnTo>
                <a:lnTo>
                  <a:pt x="2470" y="167"/>
                </a:lnTo>
                <a:lnTo>
                  <a:pt x="2475" y="177"/>
                </a:lnTo>
                <a:lnTo>
                  <a:pt x="2477" y="186"/>
                </a:lnTo>
                <a:lnTo>
                  <a:pt x="2477" y="186"/>
                </a:lnTo>
                <a:lnTo>
                  <a:pt x="2475" y="198"/>
                </a:lnTo>
                <a:lnTo>
                  <a:pt x="2470" y="206"/>
                </a:lnTo>
                <a:lnTo>
                  <a:pt x="2461" y="213"/>
                </a:lnTo>
                <a:lnTo>
                  <a:pt x="2449" y="215"/>
                </a:lnTo>
                <a:lnTo>
                  <a:pt x="2449" y="215"/>
                </a:lnTo>
                <a:lnTo>
                  <a:pt x="2439" y="213"/>
                </a:lnTo>
                <a:lnTo>
                  <a:pt x="2429" y="206"/>
                </a:lnTo>
                <a:lnTo>
                  <a:pt x="2425" y="198"/>
                </a:lnTo>
                <a:lnTo>
                  <a:pt x="2422" y="186"/>
                </a:lnTo>
                <a:lnTo>
                  <a:pt x="2422" y="186"/>
                </a:lnTo>
                <a:close/>
                <a:moveTo>
                  <a:pt x="2273" y="480"/>
                </a:moveTo>
                <a:lnTo>
                  <a:pt x="2273" y="480"/>
                </a:lnTo>
                <a:lnTo>
                  <a:pt x="2292" y="495"/>
                </a:lnTo>
                <a:lnTo>
                  <a:pt x="2312" y="507"/>
                </a:lnTo>
                <a:lnTo>
                  <a:pt x="2333" y="519"/>
                </a:lnTo>
                <a:lnTo>
                  <a:pt x="2355" y="528"/>
                </a:lnTo>
                <a:lnTo>
                  <a:pt x="2379" y="535"/>
                </a:lnTo>
                <a:lnTo>
                  <a:pt x="2401" y="540"/>
                </a:lnTo>
                <a:lnTo>
                  <a:pt x="2425" y="543"/>
                </a:lnTo>
                <a:lnTo>
                  <a:pt x="2451" y="545"/>
                </a:lnTo>
                <a:lnTo>
                  <a:pt x="2451" y="545"/>
                </a:lnTo>
                <a:lnTo>
                  <a:pt x="2475" y="543"/>
                </a:lnTo>
                <a:lnTo>
                  <a:pt x="2499" y="540"/>
                </a:lnTo>
                <a:lnTo>
                  <a:pt x="2521" y="535"/>
                </a:lnTo>
                <a:lnTo>
                  <a:pt x="2545" y="528"/>
                </a:lnTo>
                <a:lnTo>
                  <a:pt x="2566" y="519"/>
                </a:lnTo>
                <a:lnTo>
                  <a:pt x="2588" y="507"/>
                </a:lnTo>
                <a:lnTo>
                  <a:pt x="2607" y="495"/>
                </a:lnTo>
                <a:lnTo>
                  <a:pt x="2626" y="480"/>
                </a:lnTo>
                <a:lnTo>
                  <a:pt x="2590" y="445"/>
                </a:lnTo>
                <a:lnTo>
                  <a:pt x="2590" y="445"/>
                </a:lnTo>
                <a:lnTo>
                  <a:pt x="2566" y="464"/>
                </a:lnTo>
                <a:lnTo>
                  <a:pt x="2538" y="480"/>
                </a:lnTo>
                <a:lnTo>
                  <a:pt x="2506" y="492"/>
                </a:lnTo>
                <a:lnTo>
                  <a:pt x="2475" y="497"/>
                </a:lnTo>
                <a:lnTo>
                  <a:pt x="2475" y="306"/>
                </a:lnTo>
                <a:lnTo>
                  <a:pt x="2521" y="306"/>
                </a:lnTo>
                <a:lnTo>
                  <a:pt x="2521" y="270"/>
                </a:lnTo>
                <a:lnTo>
                  <a:pt x="2475" y="270"/>
                </a:lnTo>
                <a:lnTo>
                  <a:pt x="2475" y="241"/>
                </a:lnTo>
                <a:lnTo>
                  <a:pt x="2475" y="241"/>
                </a:lnTo>
                <a:lnTo>
                  <a:pt x="2490" y="234"/>
                </a:lnTo>
                <a:lnTo>
                  <a:pt x="2502" y="222"/>
                </a:lnTo>
                <a:lnTo>
                  <a:pt x="2509" y="206"/>
                </a:lnTo>
                <a:lnTo>
                  <a:pt x="2511" y="196"/>
                </a:lnTo>
                <a:lnTo>
                  <a:pt x="2514" y="186"/>
                </a:lnTo>
                <a:lnTo>
                  <a:pt x="2514" y="186"/>
                </a:lnTo>
                <a:lnTo>
                  <a:pt x="2511" y="174"/>
                </a:lnTo>
                <a:lnTo>
                  <a:pt x="2509" y="163"/>
                </a:lnTo>
                <a:lnTo>
                  <a:pt x="2502" y="153"/>
                </a:lnTo>
                <a:lnTo>
                  <a:pt x="2494" y="143"/>
                </a:lnTo>
                <a:lnTo>
                  <a:pt x="2485" y="136"/>
                </a:lnTo>
                <a:lnTo>
                  <a:pt x="2475" y="131"/>
                </a:lnTo>
                <a:lnTo>
                  <a:pt x="2463" y="127"/>
                </a:lnTo>
                <a:lnTo>
                  <a:pt x="2451" y="127"/>
                </a:lnTo>
                <a:lnTo>
                  <a:pt x="2451" y="127"/>
                </a:lnTo>
                <a:lnTo>
                  <a:pt x="2437" y="127"/>
                </a:lnTo>
                <a:lnTo>
                  <a:pt x="2425" y="131"/>
                </a:lnTo>
                <a:lnTo>
                  <a:pt x="2415" y="136"/>
                </a:lnTo>
                <a:lnTo>
                  <a:pt x="2405" y="143"/>
                </a:lnTo>
                <a:lnTo>
                  <a:pt x="2398" y="153"/>
                </a:lnTo>
                <a:lnTo>
                  <a:pt x="2391" y="163"/>
                </a:lnTo>
                <a:lnTo>
                  <a:pt x="2389" y="174"/>
                </a:lnTo>
                <a:lnTo>
                  <a:pt x="2386" y="186"/>
                </a:lnTo>
                <a:lnTo>
                  <a:pt x="2386" y="186"/>
                </a:lnTo>
                <a:lnTo>
                  <a:pt x="2389" y="196"/>
                </a:lnTo>
                <a:lnTo>
                  <a:pt x="2391" y="206"/>
                </a:lnTo>
                <a:lnTo>
                  <a:pt x="2398" y="222"/>
                </a:lnTo>
                <a:lnTo>
                  <a:pt x="2410" y="234"/>
                </a:lnTo>
                <a:lnTo>
                  <a:pt x="2425" y="241"/>
                </a:lnTo>
                <a:lnTo>
                  <a:pt x="2425" y="270"/>
                </a:lnTo>
                <a:lnTo>
                  <a:pt x="2379" y="270"/>
                </a:lnTo>
                <a:lnTo>
                  <a:pt x="2379" y="306"/>
                </a:lnTo>
                <a:lnTo>
                  <a:pt x="2425" y="306"/>
                </a:lnTo>
                <a:lnTo>
                  <a:pt x="2425" y="497"/>
                </a:lnTo>
                <a:lnTo>
                  <a:pt x="2425" y="497"/>
                </a:lnTo>
                <a:lnTo>
                  <a:pt x="2393" y="492"/>
                </a:lnTo>
                <a:lnTo>
                  <a:pt x="2362" y="480"/>
                </a:lnTo>
                <a:lnTo>
                  <a:pt x="2333" y="464"/>
                </a:lnTo>
                <a:lnTo>
                  <a:pt x="2309" y="445"/>
                </a:lnTo>
                <a:lnTo>
                  <a:pt x="2273" y="480"/>
                </a:lnTo>
                <a:close/>
                <a:moveTo>
                  <a:pt x="2175" y="270"/>
                </a:moveTo>
                <a:lnTo>
                  <a:pt x="2175" y="270"/>
                </a:lnTo>
                <a:lnTo>
                  <a:pt x="2177" y="244"/>
                </a:lnTo>
                <a:lnTo>
                  <a:pt x="2182" y="215"/>
                </a:lnTo>
                <a:lnTo>
                  <a:pt x="2187" y="191"/>
                </a:lnTo>
                <a:lnTo>
                  <a:pt x="2196" y="165"/>
                </a:lnTo>
                <a:lnTo>
                  <a:pt x="2208" y="141"/>
                </a:lnTo>
                <a:lnTo>
                  <a:pt x="2223" y="120"/>
                </a:lnTo>
                <a:lnTo>
                  <a:pt x="2237" y="98"/>
                </a:lnTo>
                <a:lnTo>
                  <a:pt x="2256" y="79"/>
                </a:lnTo>
                <a:lnTo>
                  <a:pt x="2276" y="62"/>
                </a:lnTo>
                <a:lnTo>
                  <a:pt x="2297" y="48"/>
                </a:lnTo>
                <a:lnTo>
                  <a:pt x="2319" y="33"/>
                </a:lnTo>
                <a:lnTo>
                  <a:pt x="2343" y="22"/>
                </a:lnTo>
                <a:lnTo>
                  <a:pt x="2369" y="12"/>
                </a:lnTo>
                <a:lnTo>
                  <a:pt x="2396" y="7"/>
                </a:lnTo>
                <a:lnTo>
                  <a:pt x="2422" y="2"/>
                </a:lnTo>
                <a:lnTo>
                  <a:pt x="2451" y="0"/>
                </a:lnTo>
                <a:lnTo>
                  <a:pt x="2451" y="0"/>
                </a:lnTo>
                <a:lnTo>
                  <a:pt x="2477" y="2"/>
                </a:lnTo>
                <a:lnTo>
                  <a:pt x="2506" y="7"/>
                </a:lnTo>
                <a:lnTo>
                  <a:pt x="2530" y="12"/>
                </a:lnTo>
                <a:lnTo>
                  <a:pt x="2557" y="22"/>
                </a:lnTo>
                <a:lnTo>
                  <a:pt x="2581" y="33"/>
                </a:lnTo>
                <a:lnTo>
                  <a:pt x="2602" y="48"/>
                </a:lnTo>
                <a:lnTo>
                  <a:pt x="2624" y="62"/>
                </a:lnTo>
                <a:lnTo>
                  <a:pt x="2643" y="79"/>
                </a:lnTo>
                <a:lnTo>
                  <a:pt x="2663" y="98"/>
                </a:lnTo>
                <a:lnTo>
                  <a:pt x="2677" y="120"/>
                </a:lnTo>
                <a:lnTo>
                  <a:pt x="2691" y="141"/>
                </a:lnTo>
                <a:lnTo>
                  <a:pt x="2703" y="165"/>
                </a:lnTo>
                <a:lnTo>
                  <a:pt x="2713" y="191"/>
                </a:lnTo>
                <a:lnTo>
                  <a:pt x="2720" y="215"/>
                </a:lnTo>
                <a:lnTo>
                  <a:pt x="2723" y="244"/>
                </a:lnTo>
                <a:lnTo>
                  <a:pt x="2725" y="270"/>
                </a:lnTo>
                <a:lnTo>
                  <a:pt x="2725" y="270"/>
                </a:lnTo>
                <a:lnTo>
                  <a:pt x="2723" y="296"/>
                </a:lnTo>
                <a:lnTo>
                  <a:pt x="2720" y="320"/>
                </a:lnTo>
                <a:lnTo>
                  <a:pt x="2715" y="344"/>
                </a:lnTo>
                <a:lnTo>
                  <a:pt x="2706" y="366"/>
                </a:lnTo>
                <a:lnTo>
                  <a:pt x="2699" y="390"/>
                </a:lnTo>
                <a:lnTo>
                  <a:pt x="2687" y="409"/>
                </a:lnTo>
                <a:lnTo>
                  <a:pt x="2672" y="430"/>
                </a:lnTo>
                <a:lnTo>
                  <a:pt x="2658" y="449"/>
                </a:lnTo>
                <a:lnTo>
                  <a:pt x="2622" y="414"/>
                </a:lnTo>
                <a:lnTo>
                  <a:pt x="2622" y="414"/>
                </a:lnTo>
                <a:lnTo>
                  <a:pt x="2634" y="397"/>
                </a:lnTo>
                <a:lnTo>
                  <a:pt x="2643" y="380"/>
                </a:lnTo>
                <a:lnTo>
                  <a:pt x="2653" y="363"/>
                </a:lnTo>
                <a:lnTo>
                  <a:pt x="2660" y="347"/>
                </a:lnTo>
                <a:lnTo>
                  <a:pt x="2665" y="327"/>
                </a:lnTo>
                <a:lnTo>
                  <a:pt x="2670" y="308"/>
                </a:lnTo>
                <a:lnTo>
                  <a:pt x="2672" y="289"/>
                </a:lnTo>
                <a:lnTo>
                  <a:pt x="2675" y="270"/>
                </a:lnTo>
                <a:lnTo>
                  <a:pt x="2675" y="270"/>
                </a:lnTo>
                <a:lnTo>
                  <a:pt x="2672" y="249"/>
                </a:lnTo>
                <a:lnTo>
                  <a:pt x="2670" y="227"/>
                </a:lnTo>
                <a:lnTo>
                  <a:pt x="2663" y="206"/>
                </a:lnTo>
                <a:lnTo>
                  <a:pt x="2655" y="184"/>
                </a:lnTo>
                <a:lnTo>
                  <a:pt x="2646" y="165"/>
                </a:lnTo>
                <a:lnTo>
                  <a:pt x="2636" y="146"/>
                </a:lnTo>
                <a:lnTo>
                  <a:pt x="2622" y="129"/>
                </a:lnTo>
                <a:lnTo>
                  <a:pt x="2607" y="112"/>
                </a:lnTo>
                <a:lnTo>
                  <a:pt x="2593" y="98"/>
                </a:lnTo>
                <a:lnTo>
                  <a:pt x="2574" y="86"/>
                </a:lnTo>
                <a:lnTo>
                  <a:pt x="2557" y="74"/>
                </a:lnTo>
                <a:lnTo>
                  <a:pt x="2538" y="65"/>
                </a:lnTo>
                <a:lnTo>
                  <a:pt x="2516" y="57"/>
                </a:lnTo>
                <a:lnTo>
                  <a:pt x="2494" y="53"/>
                </a:lnTo>
                <a:lnTo>
                  <a:pt x="2473" y="48"/>
                </a:lnTo>
                <a:lnTo>
                  <a:pt x="2451" y="48"/>
                </a:lnTo>
                <a:lnTo>
                  <a:pt x="2451" y="48"/>
                </a:lnTo>
                <a:lnTo>
                  <a:pt x="2427" y="48"/>
                </a:lnTo>
                <a:lnTo>
                  <a:pt x="2405" y="53"/>
                </a:lnTo>
                <a:lnTo>
                  <a:pt x="2384" y="57"/>
                </a:lnTo>
                <a:lnTo>
                  <a:pt x="2362" y="65"/>
                </a:lnTo>
                <a:lnTo>
                  <a:pt x="2343" y="74"/>
                </a:lnTo>
                <a:lnTo>
                  <a:pt x="2326" y="86"/>
                </a:lnTo>
                <a:lnTo>
                  <a:pt x="2309" y="98"/>
                </a:lnTo>
                <a:lnTo>
                  <a:pt x="2292" y="112"/>
                </a:lnTo>
                <a:lnTo>
                  <a:pt x="2278" y="129"/>
                </a:lnTo>
                <a:lnTo>
                  <a:pt x="2266" y="146"/>
                </a:lnTo>
                <a:lnTo>
                  <a:pt x="2254" y="165"/>
                </a:lnTo>
                <a:lnTo>
                  <a:pt x="2244" y="184"/>
                </a:lnTo>
                <a:lnTo>
                  <a:pt x="2237" y="206"/>
                </a:lnTo>
                <a:lnTo>
                  <a:pt x="2230" y="227"/>
                </a:lnTo>
                <a:lnTo>
                  <a:pt x="2228" y="249"/>
                </a:lnTo>
                <a:lnTo>
                  <a:pt x="2228" y="270"/>
                </a:lnTo>
                <a:lnTo>
                  <a:pt x="2228" y="270"/>
                </a:lnTo>
                <a:lnTo>
                  <a:pt x="2228" y="289"/>
                </a:lnTo>
                <a:lnTo>
                  <a:pt x="2230" y="308"/>
                </a:lnTo>
                <a:lnTo>
                  <a:pt x="2235" y="327"/>
                </a:lnTo>
                <a:lnTo>
                  <a:pt x="2240" y="347"/>
                </a:lnTo>
                <a:lnTo>
                  <a:pt x="2247" y="363"/>
                </a:lnTo>
                <a:lnTo>
                  <a:pt x="2256" y="380"/>
                </a:lnTo>
                <a:lnTo>
                  <a:pt x="2266" y="397"/>
                </a:lnTo>
                <a:lnTo>
                  <a:pt x="2278" y="414"/>
                </a:lnTo>
                <a:lnTo>
                  <a:pt x="2242" y="449"/>
                </a:lnTo>
                <a:lnTo>
                  <a:pt x="2242" y="449"/>
                </a:lnTo>
                <a:lnTo>
                  <a:pt x="2228" y="430"/>
                </a:lnTo>
                <a:lnTo>
                  <a:pt x="2213" y="409"/>
                </a:lnTo>
                <a:lnTo>
                  <a:pt x="2204" y="390"/>
                </a:lnTo>
                <a:lnTo>
                  <a:pt x="2194" y="366"/>
                </a:lnTo>
                <a:lnTo>
                  <a:pt x="2184" y="344"/>
                </a:lnTo>
                <a:lnTo>
                  <a:pt x="2180" y="320"/>
                </a:lnTo>
                <a:lnTo>
                  <a:pt x="2177" y="296"/>
                </a:lnTo>
                <a:lnTo>
                  <a:pt x="2175" y="270"/>
                </a:lnTo>
                <a:lnTo>
                  <a:pt x="2175" y="270"/>
                </a:lnTo>
                <a:close/>
                <a:moveTo>
                  <a:pt x="1939" y="356"/>
                </a:moveTo>
                <a:lnTo>
                  <a:pt x="1939" y="186"/>
                </a:lnTo>
                <a:lnTo>
                  <a:pt x="1985" y="186"/>
                </a:lnTo>
                <a:lnTo>
                  <a:pt x="1985" y="318"/>
                </a:lnTo>
                <a:lnTo>
                  <a:pt x="2062" y="318"/>
                </a:lnTo>
                <a:lnTo>
                  <a:pt x="2062" y="356"/>
                </a:lnTo>
                <a:lnTo>
                  <a:pt x="1939" y="356"/>
                </a:lnTo>
                <a:close/>
                <a:moveTo>
                  <a:pt x="1781" y="356"/>
                </a:moveTo>
                <a:lnTo>
                  <a:pt x="1906" y="356"/>
                </a:lnTo>
                <a:lnTo>
                  <a:pt x="1906" y="318"/>
                </a:lnTo>
                <a:lnTo>
                  <a:pt x="1824" y="318"/>
                </a:lnTo>
                <a:lnTo>
                  <a:pt x="1824" y="289"/>
                </a:lnTo>
                <a:lnTo>
                  <a:pt x="1891" y="289"/>
                </a:lnTo>
                <a:lnTo>
                  <a:pt x="1891" y="253"/>
                </a:lnTo>
                <a:lnTo>
                  <a:pt x="1824" y="253"/>
                </a:lnTo>
                <a:lnTo>
                  <a:pt x="1824" y="225"/>
                </a:lnTo>
                <a:lnTo>
                  <a:pt x="1903" y="225"/>
                </a:lnTo>
                <a:lnTo>
                  <a:pt x="1903" y="186"/>
                </a:lnTo>
                <a:lnTo>
                  <a:pt x="1781" y="186"/>
                </a:lnTo>
                <a:lnTo>
                  <a:pt x="1781" y="356"/>
                </a:lnTo>
                <a:close/>
                <a:moveTo>
                  <a:pt x="1586" y="273"/>
                </a:moveTo>
                <a:lnTo>
                  <a:pt x="1586" y="273"/>
                </a:lnTo>
                <a:lnTo>
                  <a:pt x="1588" y="253"/>
                </a:lnTo>
                <a:lnTo>
                  <a:pt x="1593" y="237"/>
                </a:lnTo>
                <a:lnTo>
                  <a:pt x="1600" y="220"/>
                </a:lnTo>
                <a:lnTo>
                  <a:pt x="1610" y="208"/>
                </a:lnTo>
                <a:lnTo>
                  <a:pt x="1622" y="196"/>
                </a:lnTo>
                <a:lnTo>
                  <a:pt x="1636" y="189"/>
                </a:lnTo>
                <a:lnTo>
                  <a:pt x="1651" y="184"/>
                </a:lnTo>
                <a:lnTo>
                  <a:pt x="1670" y="182"/>
                </a:lnTo>
                <a:lnTo>
                  <a:pt x="1670" y="182"/>
                </a:lnTo>
                <a:lnTo>
                  <a:pt x="1685" y="184"/>
                </a:lnTo>
                <a:lnTo>
                  <a:pt x="1697" y="186"/>
                </a:lnTo>
                <a:lnTo>
                  <a:pt x="1709" y="191"/>
                </a:lnTo>
                <a:lnTo>
                  <a:pt x="1718" y="196"/>
                </a:lnTo>
                <a:lnTo>
                  <a:pt x="1728" y="206"/>
                </a:lnTo>
                <a:lnTo>
                  <a:pt x="1735" y="215"/>
                </a:lnTo>
                <a:lnTo>
                  <a:pt x="1742" y="227"/>
                </a:lnTo>
                <a:lnTo>
                  <a:pt x="1745" y="241"/>
                </a:lnTo>
                <a:lnTo>
                  <a:pt x="1699" y="241"/>
                </a:lnTo>
                <a:lnTo>
                  <a:pt x="1699" y="241"/>
                </a:lnTo>
                <a:lnTo>
                  <a:pt x="1694" y="229"/>
                </a:lnTo>
                <a:lnTo>
                  <a:pt x="1689" y="225"/>
                </a:lnTo>
                <a:lnTo>
                  <a:pt x="1680" y="220"/>
                </a:lnTo>
                <a:lnTo>
                  <a:pt x="1670" y="220"/>
                </a:lnTo>
                <a:lnTo>
                  <a:pt x="1670" y="220"/>
                </a:lnTo>
                <a:lnTo>
                  <a:pt x="1663" y="220"/>
                </a:lnTo>
                <a:lnTo>
                  <a:pt x="1653" y="225"/>
                </a:lnTo>
                <a:lnTo>
                  <a:pt x="1648" y="229"/>
                </a:lnTo>
                <a:lnTo>
                  <a:pt x="1641" y="234"/>
                </a:lnTo>
                <a:lnTo>
                  <a:pt x="1639" y="241"/>
                </a:lnTo>
                <a:lnTo>
                  <a:pt x="1634" y="251"/>
                </a:lnTo>
                <a:lnTo>
                  <a:pt x="1632" y="273"/>
                </a:lnTo>
                <a:lnTo>
                  <a:pt x="1632" y="273"/>
                </a:lnTo>
                <a:lnTo>
                  <a:pt x="1634" y="294"/>
                </a:lnTo>
                <a:lnTo>
                  <a:pt x="1639" y="301"/>
                </a:lnTo>
                <a:lnTo>
                  <a:pt x="1644" y="311"/>
                </a:lnTo>
                <a:lnTo>
                  <a:pt x="1648" y="316"/>
                </a:lnTo>
                <a:lnTo>
                  <a:pt x="1656" y="320"/>
                </a:lnTo>
                <a:lnTo>
                  <a:pt x="1663" y="325"/>
                </a:lnTo>
                <a:lnTo>
                  <a:pt x="1672" y="325"/>
                </a:lnTo>
                <a:lnTo>
                  <a:pt x="1672" y="325"/>
                </a:lnTo>
                <a:lnTo>
                  <a:pt x="1689" y="323"/>
                </a:lnTo>
                <a:lnTo>
                  <a:pt x="1701" y="318"/>
                </a:lnTo>
                <a:lnTo>
                  <a:pt x="1701" y="294"/>
                </a:lnTo>
                <a:lnTo>
                  <a:pt x="1672" y="294"/>
                </a:lnTo>
                <a:lnTo>
                  <a:pt x="1672" y="263"/>
                </a:lnTo>
                <a:lnTo>
                  <a:pt x="1745" y="263"/>
                </a:lnTo>
                <a:lnTo>
                  <a:pt x="1745" y="337"/>
                </a:lnTo>
                <a:lnTo>
                  <a:pt x="1745" y="337"/>
                </a:lnTo>
                <a:lnTo>
                  <a:pt x="1728" y="349"/>
                </a:lnTo>
                <a:lnTo>
                  <a:pt x="1711" y="356"/>
                </a:lnTo>
                <a:lnTo>
                  <a:pt x="1692" y="361"/>
                </a:lnTo>
                <a:lnTo>
                  <a:pt x="1677" y="363"/>
                </a:lnTo>
                <a:lnTo>
                  <a:pt x="1677" y="363"/>
                </a:lnTo>
                <a:lnTo>
                  <a:pt x="1656" y="361"/>
                </a:lnTo>
                <a:lnTo>
                  <a:pt x="1639" y="356"/>
                </a:lnTo>
                <a:lnTo>
                  <a:pt x="1622" y="349"/>
                </a:lnTo>
                <a:lnTo>
                  <a:pt x="1610" y="339"/>
                </a:lnTo>
                <a:lnTo>
                  <a:pt x="1600" y="325"/>
                </a:lnTo>
                <a:lnTo>
                  <a:pt x="1593" y="311"/>
                </a:lnTo>
                <a:lnTo>
                  <a:pt x="1588" y="292"/>
                </a:lnTo>
                <a:lnTo>
                  <a:pt x="1586" y="273"/>
                </a:lnTo>
                <a:lnTo>
                  <a:pt x="1586" y="273"/>
                </a:lnTo>
                <a:close/>
                <a:moveTo>
                  <a:pt x="1468" y="296"/>
                </a:moveTo>
                <a:lnTo>
                  <a:pt x="1490" y="232"/>
                </a:lnTo>
                <a:lnTo>
                  <a:pt x="1511" y="296"/>
                </a:lnTo>
                <a:lnTo>
                  <a:pt x="1468" y="296"/>
                </a:lnTo>
                <a:close/>
                <a:moveTo>
                  <a:pt x="1401" y="356"/>
                </a:moveTo>
                <a:lnTo>
                  <a:pt x="1449" y="356"/>
                </a:lnTo>
                <a:lnTo>
                  <a:pt x="1456" y="330"/>
                </a:lnTo>
                <a:lnTo>
                  <a:pt x="1524" y="330"/>
                </a:lnTo>
                <a:lnTo>
                  <a:pt x="1533" y="356"/>
                </a:lnTo>
                <a:lnTo>
                  <a:pt x="1579" y="356"/>
                </a:lnTo>
                <a:lnTo>
                  <a:pt x="1514" y="186"/>
                </a:lnTo>
                <a:lnTo>
                  <a:pt x="1466" y="186"/>
                </a:lnTo>
                <a:lnTo>
                  <a:pt x="1401" y="356"/>
                </a:lnTo>
                <a:close/>
                <a:moveTo>
                  <a:pt x="1233" y="356"/>
                </a:moveTo>
                <a:lnTo>
                  <a:pt x="1274" y="356"/>
                </a:lnTo>
                <a:lnTo>
                  <a:pt x="1274" y="256"/>
                </a:lnTo>
                <a:lnTo>
                  <a:pt x="1334" y="356"/>
                </a:lnTo>
                <a:lnTo>
                  <a:pt x="1382" y="356"/>
                </a:lnTo>
                <a:lnTo>
                  <a:pt x="1382" y="186"/>
                </a:lnTo>
                <a:lnTo>
                  <a:pt x="1338" y="186"/>
                </a:lnTo>
                <a:lnTo>
                  <a:pt x="1338" y="287"/>
                </a:lnTo>
                <a:lnTo>
                  <a:pt x="1278" y="186"/>
                </a:lnTo>
                <a:lnTo>
                  <a:pt x="1233" y="186"/>
                </a:lnTo>
                <a:lnTo>
                  <a:pt x="1233" y="356"/>
                </a:lnTo>
                <a:close/>
                <a:moveTo>
                  <a:pt x="1040" y="289"/>
                </a:moveTo>
                <a:lnTo>
                  <a:pt x="1040" y="268"/>
                </a:lnTo>
                <a:lnTo>
                  <a:pt x="1108" y="268"/>
                </a:lnTo>
                <a:lnTo>
                  <a:pt x="1108" y="198"/>
                </a:lnTo>
                <a:lnTo>
                  <a:pt x="1134" y="198"/>
                </a:lnTo>
                <a:lnTo>
                  <a:pt x="1134" y="268"/>
                </a:lnTo>
                <a:lnTo>
                  <a:pt x="1201" y="268"/>
                </a:lnTo>
                <a:lnTo>
                  <a:pt x="1201" y="289"/>
                </a:lnTo>
                <a:lnTo>
                  <a:pt x="1134" y="289"/>
                </a:lnTo>
                <a:lnTo>
                  <a:pt x="1134" y="356"/>
                </a:lnTo>
                <a:lnTo>
                  <a:pt x="1108" y="356"/>
                </a:lnTo>
                <a:lnTo>
                  <a:pt x="1108" y="289"/>
                </a:lnTo>
                <a:lnTo>
                  <a:pt x="1040" y="289"/>
                </a:lnTo>
                <a:close/>
                <a:moveTo>
                  <a:pt x="894" y="356"/>
                </a:moveTo>
                <a:lnTo>
                  <a:pt x="1021" y="356"/>
                </a:lnTo>
                <a:lnTo>
                  <a:pt x="1021" y="318"/>
                </a:lnTo>
                <a:lnTo>
                  <a:pt x="937" y="318"/>
                </a:lnTo>
                <a:lnTo>
                  <a:pt x="937" y="289"/>
                </a:lnTo>
                <a:lnTo>
                  <a:pt x="1007" y="289"/>
                </a:lnTo>
                <a:lnTo>
                  <a:pt x="1007" y="253"/>
                </a:lnTo>
                <a:lnTo>
                  <a:pt x="937" y="253"/>
                </a:lnTo>
                <a:lnTo>
                  <a:pt x="937" y="225"/>
                </a:lnTo>
                <a:lnTo>
                  <a:pt x="1016" y="225"/>
                </a:lnTo>
                <a:lnTo>
                  <a:pt x="1016" y="186"/>
                </a:lnTo>
                <a:lnTo>
                  <a:pt x="894" y="186"/>
                </a:lnTo>
                <a:lnTo>
                  <a:pt x="894" y="356"/>
                </a:lnTo>
                <a:close/>
                <a:moveTo>
                  <a:pt x="704" y="356"/>
                </a:moveTo>
                <a:lnTo>
                  <a:pt x="747" y="356"/>
                </a:lnTo>
                <a:lnTo>
                  <a:pt x="747" y="256"/>
                </a:lnTo>
                <a:lnTo>
                  <a:pt x="807" y="356"/>
                </a:lnTo>
                <a:lnTo>
                  <a:pt x="853" y="356"/>
                </a:lnTo>
                <a:lnTo>
                  <a:pt x="853" y="186"/>
                </a:lnTo>
                <a:lnTo>
                  <a:pt x="812" y="186"/>
                </a:lnTo>
                <a:lnTo>
                  <a:pt x="812" y="287"/>
                </a:lnTo>
                <a:lnTo>
                  <a:pt x="750" y="186"/>
                </a:lnTo>
                <a:lnTo>
                  <a:pt x="704" y="186"/>
                </a:lnTo>
                <a:lnTo>
                  <a:pt x="704" y="356"/>
                </a:lnTo>
                <a:close/>
                <a:moveTo>
                  <a:pt x="514" y="356"/>
                </a:moveTo>
                <a:lnTo>
                  <a:pt x="560" y="356"/>
                </a:lnTo>
                <a:lnTo>
                  <a:pt x="560" y="292"/>
                </a:lnTo>
                <a:lnTo>
                  <a:pt x="620" y="292"/>
                </a:lnTo>
                <a:lnTo>
                  <a:pt x="620" y="356"/>
                </a:lnTo>
                <a:lnTo>
                  <a:pt x="666" y="356"/>
                </a:lnTo>
                <a:lnTo>
                  <a:pt x="666" y="186"/>
                </a:lnTo>
                <a:lnTo>
                  <a:pt x="620" y="186"/>
                </a:lnTo>
                <a:lnTo>
                  <a:pt x="620" y="251"/>
                </a:lnTo>
                <a:lnTo>
                  <a:pt x="560" y="251"/>
                </a:lnTo>
                <a:lnTo>
                  <a:pt x="560" y="186"/>
                </a:lnTo>
                <a:lnTo>
                  <a:pt x="514" y="186"/>
                </a:lnTo>
                <a:lnTo>
                  <a:pt x="514" y="356"/>
                </a:lnTo>
                <a:close/>
                <a:moveTo>
                  <a:pt x="353" y="356"/>
                </a:moveTo>
                <a:lnTo>
                  <a:pt x="481" y="356"/>
                </a:lnTo>
                <a:lnTo>
                  <a:pt x="481" y="318"/>
                </a:lnTo>
                <a:lnTo>
                  <a:pt x="396" y="318"/>
                </a:lnTo>
                <a:lnTo>
                  <a:pt x="396" y="289"/>
                </a:lnTo>
                <a:lnTo>
                  <a:pt x="466" y="289"/>
                </a:lnTo>
                <a:lnTo>
                  <a:pt x="466" y="253"/>
                </a:lnTo>
                <a:lnTo>
                  <a:pt x="396" y="253"/>
                </a:lnTo>
                <a:lnTo>
                  <a:pt x="396" y="225"/>
                </a:lnTo>
                <a:lnTo>
                  <a:pt x="476" y="225"/>
                </a:lnTo>
                <a:lnTo>
                  <a:pt x="476" y="186"/>
                </a:lnTo>
                <a:lnTo>
                  <a:pt x="353" y="186"/>
                </a:lnTo>
                <a:lnTo>
                  <a:pt x="353" y="356"/>
                </a:lnTo>
                <a:close/>
                <a:moveTo>
                  <a:pt x="168" y="287"/>
                </a:moveTo>
                <a:lnTo>
                  <a:pt x="168" y="287"/>
                </a:lnTo>
                <a:lnTo>
                  <a:pt x="168" y="306"/>
                </a:lnTo>
                <a:lnTo>
                  <a:pt x="173" y="323"/>
                </a:lnTo>
                <a:lnTo>
                  <a:pt x="180" y="335"/>
                </a:lnTo>
                <a:lnTo>
                  <a:pt x="190" y="344"/>
                </a:lnTo>
                <a:lnTo>
                  <a:pt x="202" y="354"/>
                </a:lnTo>
                <a:lnTo>
                  <a:pt x="214" y="359"/>
                </a:lnTo>
                <a:lnTo>
                  <a:pt x="226" y="361"/>
                </a:lnTo>
                <a:lnTo>
                  <a:pt x="243" y="363"/>
                </a:lnTo>
                <a:lnTo>
                  <a:pt x="243" y="363"/>
                </a:lnTo>
                <a:lnTo>
                  <a:pt x="257" y="361"/>
                </a:lnTo>
                <a:lnTo>
                  <a:pt x="269" y="359"/>
                </a:lnTo>
                <a:lnTo>
                  <a:pt x="284" y="354"/>
                </a:lnTo>
                <a:lnTo>
                  <a:pt x="293" y="344"/>
                </a:lnTo>
                <a:lnTo>
                  <a:pt x="303" y="335"/>
                </a:lnTo>
                <a:lnTo>
                  <a:pt x="310" y="323"/>
                </a:lnTo>
                <a:lnTo>
                  <a:pt x="315" y="306"/>
                </a:lnTo>
                <a:lnTo>
                  <a:pt x="315" y="287"/>
                </a:lnTo>
                <a:lnTo>
                  <a:pt x="315" y="186"/>
                </a:lnTo>
                <a:lnTo>
                  <a:pt x="269" y="186"/>
                </a:lnTo>
                <a:lnTo>
                  <a:pt x="269" y="294"/>
                </a:lnTo>
                <a:lnTo>
                  <a:pt x="269" y="294"/>
                </a:lnTo>
                <a:lnTo>
                  <a:pt x="267" y="306"/>
                </a:lnTo>
                <a:lnTo>
                  <a:pt x="262" y="316"/>
                </a:lnTo>
                <a:lnTo>
                  <a:pt x="255" y="323"/>
                </a:lnTo>
                <a:lnTo>
                  <a:pt x="243" y="323"/>
                </a:lnTo>
                <a:lnTo>
                  <a:pt x="243" y="323"/>
                </a:lnTo>
                <a:lnTo>
                  <a:pt x="228" y="323"/>
                </a:lnTo>
                <a:lnTo>
                  <a:pt x="221" y="316"/>
                </a:lnTo>
                <a:lnTo>
                  <a:pt x="214" y="306"/>
                </a:lnTo>
                <a:lnTo>
                  <a:pt x="214" y="294"/>
                </a:lnTo>
                <a:lnTo>
                  <a:pt x="214" y="186"/>
                </a:lnTo>
                <a:lnTo>
                  <a:pt x="168" y="186"/>
                </a:lnTo>
                <a:lnTo>
                  <a:pt x="168" y="287"/>
                </a:lnTo>
                <a:close/>
                <a:moveTo>
                  <a:pt x="0" y="356"/>
                </a:moveTo>
                <a:lnTo>
                  <a:pt x="46" y="356"/>
                </a:lnTo>
                <a:lnTo>
                  <a:pt x="46" y="308"/>
                </a:lnTo>
                <a:lnTo>
                  <a:pt x="60" y="289"/>
                </a:lnTo>
                <a:lnTo>
                  <a:pt x="99" y="356"/>
                </a:lnTo>
                <a:lnTo>
                  <a:pt x="151" y="356"/>
                </a:lnTo>
                <a:lnTo>
                  <a:pt x="91" y="256"/>
                </a:lnTo>
                <a:lnTo>
                  <a:pt x="144" y="186"/>
                </a:lnTo>
                <a:lnTo>
                  <a:pt x="91" y="186"/>
                </a:lnTo>
                <a:lnTo>
                  <a:pt x="46" y="249"/>
                </a:lnTo>
                <a:lnTo>
                  <a:pt x="46" y="186"/>
                </a:lnTo>
                <a:lnTo>
                  <a:pt x="0" y="18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F52375E-B56B-469F-8222-E43636937DC3}"/>
              </a:ext>
            </a:extLst>
          </p:cNvPr>
          <p:cNvSpPr txBox="1">
            <a:spLocks/>
          </p:cNvSpPr>
          <p:nvPr/>
        </p:nvSpPr>
        <p:spPr>
          <a:xfrm>
            <a:off x="1006078" y="3145959"/>
            <a:ext cx="3234929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100">
                <a:solidFill>
                  <a:schemeClr val="bg1"/>
                </a:solidFill>
              </a:rPr>
              <a:t>Inspire. Empower. Deliver.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5FCCFC4-361D-2EB8-3ABB-F2B4E8ACB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_textbox_grey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9" y="1989139"/>
            <a:ext cx="6237683" cy="431958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73379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_textbox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9" y="1989139"/>
            <a:ext cx="6237683" cy="431958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08595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_text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8E0F5F1-9B78-46D2-81E0-42E029BD4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0021B80-04F5-34CE-EA62-87E55A0F2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828925"/>
            <a:ext cx="6237000" cy="3479801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Enter key message here 36pt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5230E5F-16D8-59E6-19CA-D4D0651B8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9" y="2471430"/>
            <a:ext cx="6237000" cy="357495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1856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text_boxes_Blue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4B0F3B-DF17-EA00-AE5B-64F1BBB3E859}"/>
              </a:ext>
            </a:extLst>
          </p:cNvPr>
          <p:cNvSpPr/>
          <p:nvPr/>
        </p:nvSpPr>
        <p:spPr>
          <a:xfrm>
            <a:off x="4678205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 dirty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846785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Box title 2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846785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Enter bullet points in this text box</a:t>
            </a:r>
          </a:p>
          <a:p>
            <a:pPr lvl="0"/>
            <a:r>
              <a:rPr lang="en-GB" noProof="0" dirty="0"/>
              <a:t>Up to a maximum of 8 lines (paragraph breaks count as 1 line)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8EAA30-B9FE-C9D8-5BC9-E674943AAB19}"/>
              </a:ext>
            </a:extLst>
          </p:cNvPr>
          <p:cNvSpPr/>
          <p:nvPr/>
        </p:nvSpPr>
        <p:spPr>
          <a:xfrm>
            <a:off x="413147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7A1870F-A861-2A83-97EF-21EF8E494B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1727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Box title 2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EE68061-DFD0-BF21-E46E-BB1DA779D8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1727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bullet points in this text box</a:t>
            </a:r>
          </a:p>
          <a:p>
            <a:pPr lvl="0"/>
            <a:r>
              <a:rPr lang="en-GB" noProof="0" dirty="0"/>
              <a:t>Up to a maximum of 8 lines (paragraph breaks count as 1 line)</a:t>
            </a:r>
          </a:p>
        </p:txBody>
      </p:sp>
    </p:spTree>
    <p:extLst>
      <p:ext uri="{BB962C8B-B14F-4D97-AF65-F5344CB8AC3E}">
        <p14:creationId xmlns:p14="http://schemas.microsoft.com/office/powerpoint/2010/main" val="288083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number_sections+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65772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89564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13149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727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895646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13147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65772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689564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413149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657725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895646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22" name="Titel 4">
            <a:extLst>
              <a:ext uri="{FF2B5EF4-FFF2-40B4-BE49-F238E27FC236}">
                <a16:creationId xmlns:a16="http://schemas.microsoft.com/office/drawing/2014/main" id="{93A2A3F3-A34D-436A-ADCB-FC5097B93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556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B1655-FCF2-9806-5810-C0F1357CC6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" t="-117" b="144"/>
          <a:stretch/>
        </p:blipFill>
        <p:spPr>
          <a:xfrm>
            <a:off x="-3085" y="-638827"/>
            <a:ext cx="9144900" cy="7496828"/>
          </a:xfrm>
          <a:prstGeom prst="rect">
            <a:avLst/>
          </a:prstGeom>
        </p:spPr>
      </p:pic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E2ED254-4A93-07A5-A4C4-FD0EF256F1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407569" y="1464741"/>
            <a:ext cx="2382378" cy="4274322"/>
          </a:xfr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600000"/>
            </a:camera>
            <a:lightRig rig="threePt" dir="t"/>
          </a:scene3d>
        </p:spPr>
        <p:txBody>
          <a:bodyPr bIns="1080000" anchor="ctr"/>
          <a:lstStyle>
            <a:lvl1pPr algn="ctr">
              <a:defRPr/>
            </a:lvl1pPr>
          </a:lstStyle>
          <a:p>
            <a:r>
              <a:rPr lang="en-GB" dirty="0"/>
              <a:t>Tablet mock-up: Click icon to insert image </a:t>
            </a:r>
          </a:p>
        </p:txBody>
      </p:sp>
    </p:spTree>
    <p:extLst>
      <p:ext uri="{BB962C8B-B14F-4D97-AF65-F5344CB8AC3E}">
        <p14:creationId xmlns:p14="http://schemas.microsoft.com/office/powerpoint/2010/main" val="391150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027FA2-DB4F-DE81-66B6-70B7321A74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2354"/>
            <a:ext cx="9144001" cy="6855646"/>
          </a:xfrm>
          <a:prstGeom prst="rect">
            <a:avLst/>
          </a:prstGeom>
        </p:spPr>
      </p:pic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E2ED254-4A93-07A5-A4C4-FD0EF256F1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13598" y="2034404"/>
            <a:ext cx="1188000" cy="2808000"/>
          </a:xfr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600000"/>
            </a:camera>
            <a:lightRig rig="threePt" dir="t"/>
          </a:scene3d>
        </p:spPr>
        <p:txBody>
          <a:bodyPr bIns="1296000" anchor="ctr"/>
          <a:lstStyle>
            <a:lvl1pPr algn="ctr">
              <a:defRPr sz="1050"/>
            </a:lvl1pPr>
          </a:lstStyle>
          <a:p>
            <a:r>
              <a:rPr lang="en-GB" dirty="0"/>
              <a:t>Phone mock-up: 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5053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40CF9-26FB-CDAE-592F-9512A01D0C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074FEFC-59FA-48A0-F4BE-BAE931E78BF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146326" y="949332"/>
            <a:ext cx="1787400" cy="5105966"/>
          </a:xfrm>
          <a:custGeom>
            <a:avLst/>
            <a:gdLst>
              <a:gd name="connsiteX0" fmla="*/ 229617 w 2376000"/>
              <a:gd name="connsiteY0" fmla="*/ 0 h 5125217"/>
              <a:gd name="connsiteX1" fmla="*/ 2146383 w 2376000"/>
              <a:gd name="connsiteY1" fmla="*/ 0 h 5125217"/>
              <a:gd name="connsiteX2" fmla="*/ 2376000 w 2376000"/>
              <a:gd name="connsiteY2" fmla="*/ 229617 h 5125217"/>
              <a:gd name="connsiteX3" fmla="*/ 2376000 w 2376000"/>
              <a:gd name="connsiteY3" fmla="*/ 4895600 h 5125217"/>
              <a:gd name="connsiteX4" fmla="*/ 2146383 w 2376000"/>
              <a:gd name="connsiteY4" fmla="*/ 5125217 h 5125217"/>
              <a:gd name="connsiteX5" fmla="*/ 229617 w 2376000"/>
              <a:gd name="connsiteY5" fmla="*/ 5125217 h 5125217"/>
              <a:gd name="connsiteX6" fmla="*/ 0 w 2376000"/>
              <a:gd name="connsiteY6" fmla="*/ 4895600 h 5125217"/>
              <a:gd name="connsiteX7" fmla="*/ 0 w 2376000"/>
              <a:gd name="connsiteY7" fmla="*/ 229617 h 5125217"/>
              <a:gd name="connsiteX8" fmla="*/ 229617 w 2376000"/>
              <a:gd name="connsiteY8" fmla="*/ 0 h 51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6000" h="5125217">
                <a:moveTo>
                  <a:pt x="229617" y="0"/>
                </a:moveTo>
                <a:lnTo>
                  <a:pt x="2146383" y="0"/>
                </a:lnTo>
                <a:cubicBezTo>
                  <a:pt x="2273197" y="0"/>
                  <a:pt x="2376000" y="102803"/>
                  <a:pt x="2376000" y="229617"/>
                </a:cubicBezTo>
                <a:lnTo>
                  <a:pt x="2376000" y="4895600"/>
                </a:lnTo>
                <a:cubicBezTo>
                  <a:pt x="2376000" y="5022414"/>
                  <a:pt x="2273197" y="5125217"/>
                  <a:pt x="2146383" y="5125217"/>
                </a:cubicBezTo>
                <a:lnTo>
                  <a:pt x="229617" y="5125217"/>
                </a:lnTo>
                <a:cubicBezTo>
                  <a:pt x="102803" y="5125217"/>
                  <a:pt x="0" y="5022414"/>
                  <a:pt x="0" y="4895600"/>
                </a:cubicBezTo>
                <a:lnTo>
                  <a:pt x="0" y="229617"/>
                </a:lnTo>
                <a:cubicBezTo>
                  <a:pt x="0" y="102803"/>
                  <a:pt x="102803" y="0"/>
                  <a:pt x="229617" y="0"/>
                </a:cubicBezTo>
                <a:close/>
              </a:path>
            </a:pathLst>
          </a:custGeo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bIns="136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Phone mock-up: Click icon to insert image </a:t>
            </a:r>
          </a:p>
        </p:txBody>
      </p:sp>
    </p:spTree>
    <p:extLst>
      <p:ext uri="{BB962C8B-B14F-4D97-AF65-F5344CB8AC3E}">
        <p14:creationId xmlns:p14="http://schemas.microsoft.com/office/powerpoint/2010/main" val="371763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EBA884A-C39D-5E95-AF2D-42630CB4A3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EE5F9E8-7935-C16F-4CDC-539A7B0DDBE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8077" y="1828799"/>
            <a:ext cx="3699000" cy="2988000"/>
          </a:xfrm>
          <a:prstGeom prst="rect">
            <a:avLst/>
          </a:prstGeo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Laptop mock-up: Click icon to insert image</a:t>
            </a:r>
          </a:p>
        </p:txBody>
      </p:sp>
      <p:sp>
        <p:nvSpPr>
          <p:cNvPr id="18" name="Kn Logo">
            <a:extLst>
              <a:ext uri="{FF2B5EF4-FFF2-40B4-BE49-F238E27FC236}">
                <a16:creationId xmlns:a16="http://schemas.microsoft.com/office/drawing/2014/main" id="{8164CA34-B34B-1685-A178-6FF0D8F5DA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826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+right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E734134-F671-B421-FE58-8B03F9BEE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accent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291042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ext+right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C0B84F-BC34-B3B6-D028-1656E4B6CA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accent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243289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Msg_BlueBG+right_half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48835D9B-F18E-92AF-7FB4-0F03A1374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8901-204C-9C2F-661A-88077ED0BF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34196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Msg_BlueBG+right_half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accent6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859770DA-1E90-989E-E7A8-726FCCC8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126F27E-4F7E-ED71-F4EA-81338359FE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408051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Msg_BlueBG+Left_half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56637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202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592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E41C0E8-021A-E267-EBEC-E86B8C3BED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2291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72962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0D81D-549E-9ADE-7A21-A9632BEB3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/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56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A6815-1002-E68A-59AE-9F98AB459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/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786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9F4EC-0789-38F9-E5DF-1C4FE1B1F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861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4C78D-7F80-7E7E-3E52-D2A754D99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117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_text_righ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B0BEF629-C30A-40FD-B660-5C8163547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897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oadmap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5F9C6-6079-745F-3C6E-8D75C03B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91" y="2477646"/>
            <a:ext cx="2577515" cy="3436687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622A5E-9B94-FC73-DE33-547F771637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2912" y="2866847"/>
            <a:ext cx="4157420" cy="3479801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Enter key message here 36pt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D270F5-410F-15B2-89AC-418A5074B2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2912" y="2477647"/>
            <a:ext cx="4157420" cy="357495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Roadmap 2026 </a:t>
            </a:r>
          </a:p>
        </p:txBody>
      </p:sp>
    </p:spTree>
    <p:extLst>
      <p:ext uri="{BB962C8B-B14F-4D97-AF65-F5344CB8AC3E}">
        <p14:creationId xmlns:p14="http://schemas.microsoft.com/office/powerpoint/2010/main" val="295298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oadmap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8E0F5F1-9B78-46D2-81E0-42E029BD4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0A0D97-6EDA-DD16-78A6-75F27D010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654" y="2096593"/>
            <a:ext cx="4992354" cy="441679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195B347-63FE-4BAE-CBDA-FCC4414E6A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093" y="2866847"/>
            <a:ext cx="3743562" cy="3479801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Enter key message here 36pt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F8329F-3077-F004-08DF-179A70E3B1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093" y="2477647"/>
            <a:ext cx="3743562" cy="357495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Roadmap 2026 </a:t>
            </a:r>
          </a:p>
        </p:txBody>
      </p:sp>
    </p:spTree>
    <p:extLst>
      <p:ext uri="{BB962C8B-B14F-4D97-AF65-F5344CB8AC3E}">
        <p14:creationId xmlns:p14="http://schemas.microsoft.com/office/powerpoint/2010/main" val="408022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_study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2FED01-E700-20D2-2170-BD5D0FEBB6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370" y="1989140"/>
            <a:ext cx="4573800" cy="4319587"/>
          </a:xfrm>
          <a:custGeom>
            <a:avLst/>
            <a:gdLst>
              <a:gd name="connsiteX0" fmla="*/ 291313 w 6098400"/>
              <a:gd name="connsiteY0" fmla="*/ 0 h 4319587"/>
              <a:gd name="connsiteX1" fmla="*/ 5807087 w 6098400"/>
              <a:gd name="connsiteY1" fmla="*/ 0 h 4319587"/>
              <a:gd name="connsiteX2" fmla="*/ 5807099 w 6098400"/>
              <a:gd name="connsiteY2" fmla="*/ 1 h 4319587"/>
              <a:gd name="connsiteX3" fmla="*/ 6098400 w 6098400"/>
              <a:gd name="connsiteY3" fmla="*/ 1 h 4319587"/>
              <a:gd name="connsiteX4" fmla="*/ 6098400 w 6098400"/>
              <a:gd name="connsiteY4" fmla="*/ 291313 h 4319587"/>
              <a:gd name="connsiteX5" fmla="*/ 6098400 w 6098400"/>
              <a:gd name="connsiteY5" fmla="*/ 1050423 h 4319587"/>
              <a:gd name="connsiteX6" fmla="*/ 6098400 w 6098400"/>
              <a:gd name="connsiteY6" fmla="*/ 4028274 h 4319587"/>
              <a:gd name="connsiteX7" fmla="*/ 6098400 w 6098400"/>
              <a:gd name="connsiteY7" fmla="*/ 4319587 h 4319587"/>
              <a:gd name="connsiteX8" fmla="*/ 5807087 w 6098400"/>
              <a:gd name="connsiteY8" fmla="*/ 4319587 h 4319587"/>
              <a:gd name="connsiteX9" fmla="*/ 3334460 w 6098400"/>
              <a:gd name="connsiteY9" fmla="*/ 4319587 h 4319587"/>
              <a:gd name="connsiteX10" fmla="*/ 291313 w 6098400"/>
              <a:gd name="connsiteY10" fmla="*/ 4319587 h 4319587"/>
              <a:gd name="connsiteX11" fmla="*/ 0 w 6098400"/>
              <a:gd name="connsiteY11" fmla="*/ 4028274 h 4319587"/>
              <a:gd name="connsiteX12" fmla="*/ 0 w 6098400"/>
              <a:gd name="connsiteY12" fmla="*/ 1050423 h 4319587"/>
              <a:gd name="connsiteX13" fmla="*/ 0 w 6098400"/>
              <a:gd name="connsiteY13" fmla="*/ 291313 h 4319587"/>
              <a:gd name="connsiteX14" fmla="*/ 0 w 6098400"/>
              <a:gd name="connsiteY14" fmla="*/ 1 h 4319587"/>
              <a:gd name="connsiteX15" fmla="*/ 291301 w 6098400"/>
              <a:gd name="connsiteY15" fmla="*/ 1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98400" h="4319587">
                <a:moveTo>
                  <a:pt x="291313" y="0"/>
                </a:moveTo>
                <a:lnTo>
                  <a:pt x="5807087" y="0"/>
                </a:lnTo>
                <a:lnTo>
                  <a:pt x="5807099" y="1"/>
                </a:lnTo>
                <a:lnTo>
                  <a:pt x="6098400" y="1"/>
                </a:lnTo>
                <a:lnTo>
                  <a:pt x="6098400" y="291313"/>
                </a:lnTo>
                <a:lnTo>
                  <a:pt x="6098400" y="1050423"/>
                </a:lnTo>
                <a:lnTo>
                  <a:pt x="6098400" y="4028274"/>
                </a:lnTo>
                <a:lnTo>
                  <a:pt x="6098400" y="4319587"/>
                </a:lnTo>
                <a:lnTo>
                  <a:pt x="5807087" y="4319587"/>
                </a:lnTo>
                <a:lnTo>
                  <a:pt x="3334460" y="4319587"/>
                </a:lnTo>
                <a:lnTo>
                  <a:pt x="291313" y="4319587"/>
                </a:lnTo>
                <a:cubicBezTo>
                  <a:pt x="130425" y="4319587"/>
                  <a:pt x="0" y="4189162"/>
                  <a:pt x="0" y="4028274"/>
                </a:cubicBezTo>
                <a:lnTo>
                  <a:pt x="0" y="1050423"/>
                </a:lnTo>
                <a:lnTo>
                  <a:pt x="0" y="291313"/>
                </a:lnTo>
                <a:lnTo>
                  <a:pt x="0" y="1"/>
                </a:lnTo>
                <a:lnTo>
                  <a:pt x="291301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1368000" anchor="t">
            <a:noAutofit/>
          </a:bodyPr>
          <a:lstStyle>
            <a:lvl1pPr marL="0" indent="0" algn="ctr">
              <a:buNone/>
              <a:defRPr sz="1350">
                <a:solidFill>
                  <a:srgbClr val="000000"/>
                </a:solidFill>
              </a:defRPr>
            </a:lvl1pPr>
          </a:lstStyle>
          <a:p>
            <a:r>
              <a:rPr lang="en-CA" dirty="0"/>
              <a:t>Click icon to add image</a:t>
            </a:r>
            <a:endParaRPr lang="en-US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831FFDBF-39F4-4933-BF72-C74CBF8B1C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E007F1-46A5-4E67-917D-953F49F715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148" y="1989139"/>
            <a:ext cx="3756766" cy="4321174"/>
          </a:xfrm>
        </p:spPr>
        <p:txBody>
          <a:bodyPr tIns="0" bIns="0">
            <a:noAutofit/>
          </a:bodyPr>
          <a:lstStyle>
            <a:lvl1pPr>
              <a:spcAft>
                <a:spcPts val="900"/>
              </a:spcAft>
              <a:defRPr/>
            </a:lvl1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72186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_study_light_image-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DE4FEBA-2BF9-7DAD-3972-99AE172602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840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_Study_dark_imag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D9E421C9-61B2-B589-D49B-149C98AD5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515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_blu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6640116" y="569913"/>
            <a:ext cx="2070497" cy="550862"/>
          </a:xfrm>
          <a:custGeom>
            <a:avLst/>
            <a:gdLst>
              <a:gd name="T0" fmla="*/ 1563 w 1739"/>
              <a:gd name="T1" fmla="*/ 102 h 347"/>
              <a:gd name="T2" fmla="*/ 1576 w 1739"/>
              <a:gd name="T3" fmla="*/ 131 h 347"/>
              <a:gd name="T4" fmla="*/ 1546 w 1739"/>
              <a:gd name="T5" fmla="*/ 119 h 347"/>
              <a:gd name="T6" fmla="*/ 1503 w 1739"/>
              <a:gd name="T7" fmla="*/ 336 h 347"/>
              <a:gd name="T8" fmla="*/ 1595 w 1739"/>
              <a:gd name="T9" fmla="*/ 344 h 347"/>
              <a:gd name="T10" fmla="*/ 1653 w 1739"/>
              <a:gd name="T11" fmla="*/ 283 h 347"/>
              <a:gd name="T12" fmla="*/ 1609 w 1739"/>
              <a:gd name="T13" fmla="*/ 195 h 347"/>
              <a:gd name="T14" fmla="*/ 1601 w 1739"/>
              <a:gd name="T15" fmla="*/ 131 h 347"/>
              <a:gd name="T16" fmla="*/ 1592 w 1739"/>
              <a:gd name="T17" fmla="*/ 91 h 347"/>
              <a:gd name="T18" fmla="*/ 1547 w 1739"/>
              <a:gd name="T19" fmla="*/ 84 h 347"/>
              <a:gd name="T20" fmla="*/ 1523 w 1739"/>
              <a:gd name="T21" fmla="*/ 119 h 347"/>
              <a:gd name="T22" fmla="*/ 1518 w 1739"/>
              <a:gd name="T23" fmla="*/ 172 h 347"/>
              <a:gd name="T24" fmla="*/ 1489 w 1739"/>
              <a:gd name="T25" fmla="*/ 295 h 347"/>
              <a:gd name="T26" fmla="*/ 1395 w 1739"/>
              <a:gd name="T27" fmla="*/ 122 h 347"/>
              <a:gd name="T28" fmla="*/ 1466 w 1739"/>
              <a:gd name="T29" fmla="*/ 30 h 347"/>
              <a:gd name="T30" fmla="*/ 1564 w 1739"/>
              <a:gd name="T31" fmla="*/ 0 h 347"/>
              <a:gd name="T32" fmla="*/ 1675 w 1739"/>
              <a:gd name="T33" fmla="*/ 40 h 347"/>
              <a:gd name="T34" fmla="*/ 1736 w 1739"/>
              <a:gd name="T35" fmla="*/ 137 h 347"/>
              <a:gd name="T36" fmla="*/ 1727 w 1739"/>
              <a:gd name="T37" fmla="*/ 233 h 347"/>
              <a:gd name="T38" fmla="*/ 1681 w 1739"/>
              <a:gd name="T39" fmla="*/ 253 h 347"/>
              <a:gd name="T40" fmla="*/ 1707 w 1739"/>
              <a:gd name="T41" fmla="*/ 172 h 347"/>
              <a:gd name="T42" fmla="*/ 1682 w 1739"/>
              <a:gd name="T43" fmla="*/ 93 h 347"/>
              <a:gd name="T44" fmla="*/ 1606 w 1739"/>
              <a:gd name="T45" fmla="*/ 37 h 347"/>
              <a:gd name="T46" fmla="*/ 1521 w 1739"/>
              <a:gd name="T47" fmla="*/ 37 h 347"/>
              <a:gd name="T48" fmla="*/ 1446 w 1739"/>
              <a:gd name="T49" fmla="*/ 93 h 347"/>
              <a:gd name="T50" fmla="*/ 1422 w 1739"/>
              <a:gd name="T51" fmla="*/ 172 h 347"/>
              <a:gd name="T52" fmla="*/ 1446 w 1739"/>
              <a:gd name="T53" fmla="*/ 253 h 347"/>
              <a:gd name="T54" fmla="*/ 1400 w 1739"/>
              <a:gd name="T55" fmla="*/ 233 h 347"/>
              <a:gd name="T56" fmla="*/ 1238 w 1739"/>
              <a:gd name="T57" fmla="*/ 119 h 347"/>
              <a:gd name="T58" fmla="*/ 1216 w 1739"/>
              <a:gd name="T59" fmla="*/ 227 h 347"/>
              <a:gd name="T60" fmla="*/ 1164 w 1739"/>
              <a:gd name="T61" fmla="*/ 143 h 347"/>
              <a:gd name="T62" fmla="*/ 1014 w 1739"/>
              <a:gd name="T63" fmla="*/ 161 h 347"/>
              <a:gd name="T64" fmla="*/ 1066 w 1739"/>
              <a:gd name="T65" fmla="*/ 116 h 347"/>
              <a:gd name="T66" fmla="*/ 1107 w 1739"/>
              <a:gd name="T67" fmla="*/ 137 h 347"/>
              <a:gd name="T68" fmla="*/ 1072 w 1739"/>
              <a:gd name="T69" fmla="*/ 140 h 347"/>
              <a:gd name="T70" fmla="*/ 1046 w 1739"/>
              <a:gd name="T71" fmla="*/ 154 h 347"/>
              <a:gd name="T72" fmla="*/ 1052 w 1739"/>
              <a:gd name="T73" fmla="*/ 201 h 347"/>
              <a:gd name="T74" fmla="*/ 1086 w 1739"/>
              <a:gd name="T75" fmla="*/ 187 h 347"/>
              <a:gd name="T76" fmla="*/ 1092 w 1739"/>
              <a:gd name="T77" fmla="*/ 227 h 347"/>
              <a:gd name="T78" fmla="*/ 1027 w 1739"/>
              <a:gd name="T79" fmla="*/ 216 h 347"/>
              <a:gd name="T80" fmla="*/ 951 w 1739"/>
              <a:gd name="T81" fmla="*/ 148 h 347"/>
              <a:gd name="T82" fmla="*/ 978 w 1739"/>
              <a:gd name="T83" fmla="*/ 227 h 347"/>
              <a:gd name="T84" fmla="*/ 813 w 1739"/>
              <a:gd name="T85" fmla="*/ 163 h 347"/>
              <a:gd name="T86" fmla="*/ 787 w 1739"/>
              <a:gd name="T87" fmla="*/ 119 h 347"/>
              <a:gd name="T88" fmla="*/ 724 w 1739"/>
              <a:gd name="T89" fmla="*/ 170 h 347"/>
              <a:gd name="T90" fmla="*/ 664 w 1739"/>
              <a:gd name="T91" fmla="*/ 184 h 347"/>
              <a:gd name="T92" fmla="*/ 643 w 1739"/>
              <a:gd name="T93" fmla="*/ 161 h 347"/>
              <a:gd name="T94" fmla="*/ 449 w 1739"/>
              <a:gd name="T95" fmla="*/ 227 h 347"/>
              <a:gd name="T96" fmla="*/ 518 w 1739"/>
              <a:gd name="T97" fmla="*/ 183 h 347"/>
              <a:gd name="T98" fmla="*/ 396 w 1739"/>
              <a:gd name="T99" fmla="*/ 186 h 347"/>
              <a:gd name="T100" fmla="*/ 357 w 1739"/>
              <a:gd name="T101" fmla="*/ 119 h 347"/>
              <a:gd name="T102" fmla="*/ 253 w 1739"/>
              <a:gd name="T103" fmla="*/ 184 h 347"/>
              <a:gd name="T104" fmla="*/ 225 w 1739"/>
              <a:gd name="T105" fmla="*/ 119 h 347"/>
              <a:gd name="T106" fmla="*/ 121 w 1739"/>
              <a:gd name="T107" fmla="*/ 219 h 347"/>
              <a:gd name="T108" fmla="*/ 172 w 1739"/>
              <a:gd name="T109" fmla="*/ 228 h 347"/>
              <a:gd name="T110" fmla="*/ 201 w 1739"/>
              <a:gd name="T111" fmla="*/ 119 h 347"/>
              <a:gd name="T112" fmla="*/ 155 w 1739"/>
              <a:gd name="T113" fmla="*/ 205 h 347"/>
              <a:gd name="T114" fmla="*/ 107 w 1739"/>
              <a:gd name="T115" fmla="*/ 119 h 347"/>
              <a:gd name="T116" fmla="*/ 97 w 1739"/>
              <a:gd name="T117" fmla="*/ 227 h 347"/>
              <a:gd name="T118" fmla="*/ 0 w 1739"/>
              <a:gd name="T119" fmla="*/ 227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39" h="347">
                <a:moveTo>
                  <a:pt x="1546" y="119"/>
                </a:moveTo>
                <a:lnTo>
                  <a:pt x="1546" y="119"/>
                </a:lnTo>
                <a:lnTo>
                  <a:pt x="1547" y="113"/>
                </a:lnTo>
                <a:lnTo>
                  <a:pt x="1550" y="107"/>
                </a:lnTo>
                <a:lnTo>
                  <a:pt x="1557" y="103"/>
                </a:lnTo>
                <a:lnTo>
                  <a:pt x="1563" y="102"/>
                </a:lnTo>
                <a:lnTo>
                  <a:pt x="1563" y="102"/>
                </a:lnTo>
                <a:lnTo>
                  <a:pt x="1570" y="103"/>
                </a:lnTo>
                <a:lnTo>
                  <a:pt x="1576" y="107"/>
                </a:lnTo>
                <a:lnTo>
                  <a:pt x="1580" y="113"/>
                </a:lnTo>
                <a:lnTo>
                  <a:pt x="1581" y="119"/>
                </a:lnTo>
                <a:lnTo>
                  <a:pt x="1581" y="119"/>
                </a:lnTo>
                <a:lnTo>
                  <a:pt x="1580" y="126"/>
                </a:lnTo>
                <a:lnTo>
                  <a:pt x="1576" y="131"/>
                </a:lnTo>
                <a:lnTo>
                  <a:pt x="1570" y="135"/>
                </a:lnTo>
                <a:lnTo>
                  <a:pt x="1563" y="137"/>
                </a:lnTo>
                <a:lnTo>
                  <a:pt x="1563" y="137"/>
                </a:lnTo>
                <a:lnTo>
                  <a:pt x="1557" y="135"/>
                </a:lnTo>
                <a:lnTo>
                  <a:pt x="1550" y="131"/>
                </a:lnTo>
                <a:lnTo>
                  <a:pt x="1547" y="126"/>
                </a:lnTo>
                <a:lnTo>
                  <a:pt x="1546" y="119"/>
                </a:lnTo>
                <a:lnTo>
                  <a:pt x="1546" y="119"/>
                </a:lnTo>
                <a:close/>
                <a:moveTo>
                  <a:pt x="1451" y="306"/>
                </a:moveTo>
                <a:lnTo>
                  <a:pt x="1451" y="306"/>
                </a:lnTo>
                <a:lnTo>
                  <a:pt x="1463" y="315"/>
                </a:lnTo>
                <a:lnTo>
                  <a:pt x="1475" y="323"/>
                </a:lnTo>
                <a:lnTo>
                  <a:pt x="1489" y="330"/>
                </a:lnTo>
                <a:lnTo>
                  <a:pt x="1503" y="336"/>
                </a:lnTo>
                <a:lnTo>
                  <a:pt x="1518" y="341"/>
                </a:lnTo>
                <a:lnTo>
                  <a:pt x="1532" y="344"/>
                </a:lnTo>
                <a:lnTo>
                  <a:pt x="1547" y="345"/>
                </a:lnTo>
                <a:lnTo>
                  <a:pt x="1564" y="347"/>
                </a:lnTo>
                <a:lnTo>
                  <a:pt x="1564" y="347"/>
                </a:lnTo>
                <a:lnTo>
                  <a:pt x="1580" y="345"/>
                </a:lnTo>
                <a:lnTo>
                  <a:pt x="1595" y="344"/>
                </a:lnTo>
                <a:lnTo>
                  <a:pt x="1609" y="341"/>
                </a:lnTo>
                <a:lnTo>
                  <a:pt x="1624" y="336"/>
                </a:lnTo>
                <a:lnTo>
                  <a:pt x="1638" y="330"/>
                </a:lnTo>
                <a:lnTo>
                  <a:pt x="1652" y="323"/>
                </a:lnTo>
                <a:lnTo>
                  <a:pt x="1664" y="315"/>
                </a:lnTo>
                <a:lnTo>
                  <a:pt x="1676" y="306"/>
                </a:lnTo>
                <a:lnTo>
                  <a:pt x="1653" y="283"/>
                </a:lnTo>
                <a:lnTo>
                  <a:pt x="1653" y="283"/>
                </a:lnTo>
                <a:lnTo>
                  <a:pt x="1638" y="295"/>
                </a:lnTo>
                <a:lnTo>
                  <a:pt x="1619" y="306"/>
                </a:lnTo>
                <a:lnTo>
                  <a:pt x="1599" y="314"/>
                </a:lnTo>
                <a:lnTo>
                  <a:pt x="1580" y="317"/>
                </a:lnTo>
                <a:lnTo>
                  <a:pt x="1580" y="195"/>
                </a:lnTo>
                <a:lnTo>
                  <a:pt x="1609" y="195"/>
                </a:lnTo>
                <a:lnTo>
                  <a:pt x="1609" y="172"/>
                </a:lnTo>
                <a:lnTo>
                  <a:pt x="1580" y="172"/>
                </a:lnTo>
                <a:lnTo>
                  <a:pt x="1580" y="154"/>
                </a:lnTo>
                <a:lnTo>
                  <a:pt x="1580" y="154"/>
                </a:lnTo>
                <a:lnTo>
                  <a:pt x="1589" y="149"/>
                </a:lnTo>
                <a:lnTo>
                  <a:pt x="1596" y="142"/>
                </a:lnTo>
                <a:lnTo>
                  <a:pt x="1601" y="131"/>
                </a:lnTo>
                <a:lnTo>
                  <a:pt x="1603" y="125"/>
                </a:lnTo>
                <a:lnTo>
                  <a:pt x="1604" y="119"/>
                </a:lnTo>
                <a:lnTo>
                  <a:pt x="1604" y="119"/>
                </a:lnTo>
                <a:lnTo>
                  <a:pt x="1603" y="111"/>
                </a:lnTo>
                <a:lnTo>
                  <a:pt x="1601" y="103"/>
                </a:lnTo>
                <a:lnTo>
                  <a:pt x="1596" y="97"/>
                </a:lnTo>
                <a:lnTo>
                  <a:pt x="1592" y="91"/>
                </a:lnTo>
                <a:lnTo>
                  <a:pt x="1586" y="87"/>
                </a:lnTo>
                <a:lnTo>
                  <a:pt x="1580" y="84"/>
                </a:lnTo>
                <a:lnTo>
                  <a:pt x="1572" y="81"/>
                </a:lnTo>
                <a:lnTo>
                  <a:pt x="1564" y="81"/>
                </a:lnTo>
                <a:lnTo>
                  <a:pt x="1564" y="81"/>
                </a:lnTo>
                <a:lnTo>
                  <a:pt x="1555" y="81"/>
                </a:lnTo>
                <a:lnTo>
                  <a:pt x="1547" y="84"/>
                </a:lnTo>
                <a:lnTo>
                  <a:pt x="1541" y="87"/>
                </a:lnTo>
                <a:lnTo>
                  <a:pt x="1535" y="91"/>
                </a:lnTo>
                <a:lnTo>
                  <a:pt x="1530" y="97"/>
                </a:lnTo>
                <a:lnTo>
                  <a:pt x="1526" y="103"/>
                </a:lnTo>
                <a:lnTo>
                  <a:pt x="1524" y="111"/>
                </a:lnTo>
                <a:lnTo>
                  <a:pt x="1523" y="119"/>
                </a:lnTo>
                <a:lnTo>
                  <a:pt x="1523" y="119"/>
                </a:lnTo>
                <a:lnTo>
                  <a:pt x="1524" y="125"/>
                </a:lnTo>
                <a:lnTo>
                  <a:pt x="1526" y="131"/>
                </a:lnTo>
                <a:lnTo>
                  <a:pt x="1530" y="142"/>
                </a:lnTo>
                <a:lnTo>
                  <a:pt x="1538" y="149"/>
                </a:lnTo>
                <a:lnTo>
                  <a:pt x="1547" y="154"/>
                </a:lnTo>
                <a:lnTo>
                  <a:pt x="1547" y="172"/>
                </a:lnTo>
                <a:lnTo>
                  <a:pt x="1518" y="172"/>
                </a:lnTo>
                <a:lnTo>
                  <a:pt x="1518" y="195"/>
                </a:lnTo>
                <a:lnTo>
                  <a:pt x="1547" y="195"/>
                </a:lnTo>
                <a:lnTo>
                  <a:pt x="1547" y="317"/>
                </a:lnTo>
                <a:lnTo>
                  <a:pt x="1547" y="317"/>
                </a:lnTo>
                <a:lnTo>
                  <a:pt x="1527" y="314"/>
                </a:lnTo>
                <a:lnTo>
                  <a:pt x="1507" y="306"/>
                </a:lnTo>
                <a:lnTo>
                  <a:pt x="1489" y="295"/>
                </a:lnTo>
                <a:lnTo>
                  <a:pt x="1474" y="283"/>
                </a:lnTo>
                <a:lnTo>
                  <a:pt x="1451" y="306"/>
                </a:lnTo>
                <a:close/>
                <a:moveTo>
                  <a:pt x="1388" y="172"/>
                </a:moveTo>
                <a:lnTo>
                  <a:pt x="1388" y="172"/>
                </a:lnTo>
                <a:lnTo>
                  <a:pt x="1389" y="155"/>
                </a:lnTo>
                <a:lnTo>
                  <a:pt x="1392" y="137"/>
                </a:lnTo>
                <a:lnTo>
                  <a:pt x="1395" y="122"/>
                </a:lnTo>
                <a:lnTo>
                  <a:pt x="1402" y="105"/>
                </a:lnTo>
                <a:lnTo>
                  <a:pt x="1409" y="90"/>
                </a:lnTo>
                <a:lnTo>
                  <a:pt x="1418" y="76"/>
                </a:lnTo>
                <a:lnTo>
                  <a:pt x="1428" y="62"/>
                </a:lnTo>
                <a:lnTo>
                  <a:pt x="1440" y="50"/>
                </a:lnTo>
                <a:lnTo>
                  <a:pt x="1452" y="40"/>
                </a:lnTo>
                <a:lnTo>
                  <a:pt x="1466" y="30"/>
                </a:lnTo>
                <a:lnTo>
                  <a:pt x="1480" y="21"/>
                </a:lnTo>
                <a:lnTo>
                  <a:pt x="1495" y="14"/>
                </a:lnTo>
                <a:lnTo>
                  <a:pt x="1512" y="8"/>
                </a:lnTo>
                <a:lnTo>
                  <a:pt x="1529" y="5"/>
                </a:lnTo>
                <a:lnTo>
                  <a:pt x="1546" y="2"/>
                </a:lnTo>
                <a:lnTo>
                  <a:pt x="1564" y="0"/>
                </a:lnTo>
                <a:lnTo>
                  <a:pt x="1564" y="0"/>
                </a:lnTo>
                <a:lnTo>
                  <a:pt x="1581" y="2"/>
                </a:lnTo>
                <a:lnTo>
                  <a:pt x="1599" y="5"/>
                </a:lnTo>
                <a:lnTo>
                  <a:pt x="1615" y="8"/>
                </a:lnTo>
                <a:lnTo>
                  <a:pt x="1632" y="14"/>
                </a:lnTo>
                <a:lnTo>
                  <a:pt x="1647" y="21"/>
                </a:lnTo>
                <a:lnTo>
                  <a:pt x="1661" y="30"/>
                </a:lnTo>
                <a:lnTo>
                  <a:pt x="1675" y="40"/>
                </a:lnTo>
                <a:lnTo>
                  <a:pt x="1687" y="50"/>
                </a:lnTo>
                <a:lnTo>
                  <a:pt x="1699" y="62"/>
                </a:lnTo>
                <a:lnTo>
                  <a:pt x="1708" y="76"/>
                </a:lnTo>
                <a:lnTo>
                  <a:pt x="1718" y="90"/>
                </a:lnTo>
                <a:lnTo>
                  <a:pt x="1725" y="105"/>
                </a:lnTo>
                <a:lnTo>
                  <a:pt x="1731" y="122"/>
                </a:lnTo>
                <a:lnTo>
                  <a:pt x="1736" y="137"/>
                </a:lnTo>
                <a:lnTo>
                  <a:pt x="1737" y="155"/>
                </a:lnTo>
                <a:lnTo>
                  <a:pt x="1739" y="172"/>
                </a:lnTo>
                <a:lnTo>
                  <a:pt x="1739" y="172"/>
                </a:lnTo>
                <a:lnTo>
                  <a:pt x="1737" y="189"/>
                </a:lnTo>
                <a:lnTo>
                  <a:pt x="1736" y="204"/>
                </a:lnTo>
                <a:lnTo>
                  <a:pt x="1733" y="219"/>
                </a:lnTo>
                <a:lnTo>
                  <a:pt x="1727" y="233"/>
                </a:lnTo>
                <a:lnTo>
                  <a:pt x="1722" y="248"/>
                </a:lnTo>
                <a:lnTo>
                  <a:pt x="1714" y="260"/>
                </a:lnTo>
                <a:lnTo>
                  <a:pt x="1705" y="274"/>
                </a:lnTo>
                <a:lnTo>
                  <a:pt x="1696" y="286"/>
                </a:lnTo>
                <a:lnTo>
                  <a:pt x="1673" y="263"/>
                </a:lnTo>
                <a:lnTo>
                  <a:pt x="1673" y="263"/>
                </a:lnTo>
                <a:lnTo>
                  <a:pt x="1681" y="253"/>
                </a:lnTo>
                <a:lnTo>
                  <a:pt x="1687" y="242"/>
                </a:lnTo>
                <a:lnTo>
                  <a:pt x="1693" y="231"/>
                </a:lnTo>
                <a:lnTo>
                  <a:pt x="1698" y="221"/>
                </a:lnTo>
                <a:lnTo>
                  <a:pt x="1701" y="209"/>
                </a:lnTo>
                <a:lnTo>
                  <a:pt x="1704" y="196"/>
                </a:lnTo>
                <a:lnTo>
                  <a:pt x="1705" y="184"/>
                </a:lnTo>
                <a:lnTo>
                  <a:pt x="1707" y="172"/>
                </a:lnTo>
                <a:lnTo>
                  <a:pt x="1707" y="172"/>
                </a:lnTo>
                <a:lnTo>
                  <a:pt x="1705" y="158"/>
                </a:lnTo>
                <a:lnTo>
                  <a:pt x="1704" y="145"/>
                </a:lnTo>
                <a:lnTo>
                  <a:pt x="1699" y="131"/>
                </a:lnTo>
                <a:lnTo>
                  <a:pt x="1695" y="117"/>
                </a:lnTo>
                <a:lnTo>
                  <a:pt x="1688" y="105"/>
                </a:lnTo>
                <a:lnTo>
                  <a:pt x="1682" y="93"/>
                </a:lnTo>
                <a:lnTo>
                  <a:pt x="1673" y="82"/>
                </a:lnTo>
                <a:lnTo>
                  <a:pt x="1664" y="72"/>
                </a:lnTo>
                <a:lnTo>
                  <a:pt x="1655" y="62"/>
                </a:lnTo>
                <a:lnTo>
                  <a:pt x="1642" y="55"/>
                </a:lnTo>
                <a:lnTo>
                  <a:pt x="1632" y="47"/>
                </a:lnTo>
                <a:lnTo>
                  <a:pt x="1619" y="41"/>
                </a:lnTo>
                <a:lnTo>
                  <a:pt x="1606" y="37"/>
                </a:lnTo>
                <a:lnTo>
                  <a:pt x="1592" y="33"/>
                </a:lnTo>
                <a:lnTo>
                  <a:pt x="1578" y="30"/>
                </a:lnTo>
                <a:lnTo>
                  <a:pt x="1564" y="30"/>
                </a:lnTo>
                <a:lnTo>
                  <a:pt x="1564" y="30"/>
                </a:lnTo>
                <a:lnTo>
                  <a:pt x="1549" y="30"/>
                </a:lnTo>
                <a:lnTo>
                  <a:pt x="1535" y="33"/>
                </a:lnTo>
                <a:lnTo>
                  <a:pt x="1521" y="37"/>
                </a:lnTo>
                <a:lnTo>
                  <a:pt x="1507" y="41"/>
                </a:lnTo>
                <a:lnTo>
                  <a:pt x="1495" y="47"/>
                </a:lnTo>
                <a:lnTo>
                  <a:pt x="1484" y="55"/>
                </a:lnTo>
                <a:lnTo>
                  <a:pt x="1474" y="62"/>
                </a:lnTo>
                <a:lnTo>
                  <a:pt x="1463" y="72"/>
                </a:lnTo>
                <a:lnTo>
                  <a:pt x="1454" y="82"/>
                </a:lnTo>
                <a:lnTo>
                  <a:pt x="1446" y="93"/>
                </a:lnTo>
                <a:lnTo>
                  <a:pt x="1438" y="105"/>
                </a:lnTo>
                <a:lnTo>
                  <a:pt x="1432" y="117"/>
                </a:lnTo>
                <a:lnTo>
                  <a:pt x="1428" y="131"/>
                </a:lnTo>
                <a:lnTo>
                  <a:pt x="1423" y="145"/>
                </a:lnTo>
                <a:lnTo>
                  <a:pt x="1422" y="158"/>
                </a:lnTo>
                <a:lnTo>
                  <a:pt x="1422" y="172"/>
                </a:lnTo>
                <a:lnTo>
                  <a:pt x="1422" y="172"/>
                </a:lnTo>
                <a:lnTo>
                  <a:pt x="1422" y="184"/>
                </a:lnTo>
                <a:lnTo>
                  <a:pt x="1423" y="196"/>
                </a:lnTo>
                <a:lnTo>
                  <a:pt x="1426" y="209"/>
                </a:lnTo>
                <a:lnTo>
                  <a:pt x="1429" y="221"/>
                </a:lnTo>
                <a:lnTo>
                  <a:pt x="1434" y="231"/>
                </a:lnTo>
                <a:lnTo>
                  <a:pt x="1440" y="242"/>
                </a:lnTo>
                <a:lnTo>
                  <a:pt x="1446" y="253"/>
                </a:lnTo>
                <a:lnTo>
                  <a:pt x="1454" y="263"/>
                </a:lnTo>
                <a:lnTo>
                  <a:pt x="1431" y="286"/>
                </a:lnTo>
                <a:lnTo>
                  <a:pt x="1431" y="286"/>
                </a:lnTo>
                <a:lnTo>
                  <a:pt x="1422" y="274"/>
                </a:lnTo>
                <a:lnTo>
                  <a:pt x="1412" y="260"/>
                </a:lnTo>
                <a:lnTo>
                  <a:pt x="1406" y="248"/>
                </a:lnTo>
                <a:lnTo>
                  <a:pt x="1400" y="233"/>
                </a:lnTo>
                <a:lnTo>
                  <a:pt x="1394" y="219"/>
                </a:lnTo>
                <a:lnTo>
                  <a:pt x="1391" y="204"/>
                </a:lnTo>
                <a:lnTo>
                  <a:pt x="1389" y="189"/>
                </a:lnTo>
                <a:lnTo>
                  <a:pt x="1388" y="172"/>
                </a:lnTo>
                <a:lnTo>
                  <a:pt x="1388" y="172"/>
                </a:lnTo>
                <a:close/>
                <a:moveTo>
                  <a:pt x="1238" y="227"/>
                </a:moveTo>
                <a:lnTo>
                  <a:pt x="1238" y="119"/>
                </a:lnTo>
                <a:lnTo>
                  <a:pt x="1267" y="119"/>
                </a:lnTo>
                <a:lnTo>
                  <a:pt x="1267" y="202"/>
                </a:lnTo>
                <a:lnTo>
                  <a:pt x="1316" y="202"/>
                </a:lnTo>
                <a:lnTo>
                  <a:pt x="1316" y="227"/>
                </a:lnTo>
                <a:lnTo>
                  <a:pt x="1238" y="227"/>
                </a:lnTo>
                <a:close/>
                <a:moveTo>
                  <a:pt x="1136" y="227"/>
                </a:moveTo>
                <a:lnTo>
                  <a:pt x="1216" y="227"/>
                </a:lnTo>
                <a:lnTo>
                  <a:pt x="1216" y="202"/>
                </a:lnTo>
                <a:lnTo>
                  <a:pt x="1164" y="202"/>
                </a:lnTo>
                <a:lnTo>
                  <a:pt x="1164" y="184"/>
                </a:lnTo>
                <a:lnTo>
                  <a:pt x="1207" y="184"/>
                </a:lnTo>
                <a:lnTo>
                  <a:pt x="1207" y="161"/>
                </a:lnTo>
                <a:lnTo>
                  <a:pt x="1164" y="161"/>
                </a:lnTo>
                <a:lnTo>
                  <a:pt x="1164" y="143"/>
                </a:lnTo>
                <a:lnTo>
                  <a:pt x="1215" y="143"/>
                </a:lnTo>
                <a:lnTo>
                  <a:pt x="1215" y="119"/>
                </a:lnTo>
                <a:lnTo>
                  <a:pt x="1136" y="119"/>
                </a:lnTo>
                <a:lnTo>
                  <a:pt x="1136" y="227"/>
                </a:lnTo>
                <a:close/>
                <a:moveTo>
                  <a:pt x="1012" y="174"/>
                </a:moveTo>
                <a:lnTo>
                  <a:pt x="1012" y="174"/>
                </a:lnTo>
                <a:lnTo>
                  <a:pt x="1014" y="161"/>
                </a:lnTo>
                <a:lnTo>
                  <a:pt x="1017" y="151"/>
                </a:lnTo>
                <a:lnTo>
                  <a:pt x="1021" y="140"/>
                </a:lnTo>
                <a:lnTo>
                  <a:pt x="1027" y="132"/>
                </a:lnTo>
                <a:lnTo>
                  <a:pt x="1035" y="125"/>
                </a:lnTo>
                <a:lnTo>
                  <a:pt x="1044" y="120"/>
                </a:lnTo>
                <a:lnTo>
                  <a:pt x="1054" y="117"/>
                </a:lnTo>
                <a:lnTo>
                  <a:pt x="1066" y="116"/>
                </a:lnTo>
                <a:lnTo>
                  <a:pt x="1066" y="116"/>
                </a:lnTo>
                <a:lnTo>
                  <a:pt x="1075" y="117"/>
                </a:lnTo>
                <a:lnTo>
                  <a:pt x="1083" y="119"/>
                </a:lnTo>
                <a:lnTo>
                  <a:pt x="1090" y="122"/>
                </a:lnTo>
                <a:lnTo>
                  <a:pt x="1096" y="125"/>
                </a:lnTo>
                <a:lnTo>
                  <a:pt x="1103" y="131"/>
                </a:lnTo>
                <a:lnTo>
                  <a:pt x="1107" y="137"/>
                </a:lnTo>
                <a:lnTo>
                  <a:pt x="1112" y="145"/>
                </a:lnTo>
                <a:lnTo>
                  <a:pt x="1113" y="154"/>
                </a:lnTo>
                <a:lnTo>
                  <a:pt x="1084" y="154"/>
                </a:lnTo>
                <a:lnTo>
                  <a:pt x="1084" y="154"/>
                </a:lnTo>
                <a:lnTo>
                  <a:pt x="1081" y="146"/>
                </a:lnTo>
                <a:lnTo>
                  <a:pt x="1078" y="143"/>
                </a:lnTo>
                <a:lnTo>
                  <a:pt x="1072" y="140"/>
                </a:lnTo>
                <a:lnTo>
                  <a:pt x="1066" y="140"/>
                </a:lnTo>
                <a:lnTo>
                  <a:pt x="1066" y="140"/>
                </a:lnTo>
                <a:lnTo>
                  <a:pt x="1061" y="140"/>
                </a:lnTo>
                <a:lnTo>
                  <a:pt x="1055" y="143"/>
                </a:lnTo>
                <a:lnTo>
                  <a:pt x="1052" y="146"/>
                </a:lnTo>
                <a:lnTo>
                  <a:pt x="1047" y="149"/>
                </a:lnTo>
                <a:lnTo>
                  <a:pt x="1046" y="154"/>
                </a:lnTo>
                <a:lnTo>
                  <a:pt x="1043" y="160"/>
                </a:lnTo>
                <a:lnTo>
                  <a:pt x="1041" y="174"/>
                </a:lnTo>
                <a:lnTo>
                  <a:pt x="1041" y="174"/>
                </a:lnTo>
                <a:lnTo>
                  <a:pt x="1043" y="187"/>
                </a:lnTo>
                <a:lnTo>
                  <a:pt x="1046" y="192"/>
                </a:lnTo>
                <a:lnTo>
                  <a:pt x="1049" y="198"/>
                </a:lnTo>
                <a:lnTo>
                  <a:pt x="1052" y="201"/>
                </a:lnTo>
                <a:lnTo>
                  <a:pt x="1057" y="204"/>
                </a:lnTo>
                <a:lnTo>
                  <a:pt x="1061" y="207"/>
                </a:lnTo>
                <a:lnTo>
                  <a:pt x="1067" y="207"/>
                </a:lnTo>
                <a:lnTo>
                  <a:pt x="1067" y="207"/>
                </a:lnTo>
                <a:lnTo>
                  <a:pt x="1078" y="205"/>
                </a:lnTo>
                <a:lnTo>
                  <a:pt x="1086" y="202"/>
                </a:lnTo>
                <a:lnTo>
                  <a:pt x="1086" y="187"/>
                </a:lnTo>
                <a:lnTo>
                  <a:pt x="1067" y="187"/>
                </a:lnTo>
                <a:lnTo>
                  <a:pt x="1067" y="167"/>
                </a:lnTo>
                <a:lnTo>
                  <a:pt x="1113" y="167"/>
                </a:lnTo>
                <a:lnTo>
                  <a:pt x="1113" y="215"/>
                </a:lnTo>
                <a:lnTo>
                  <a:pt x="1113" y="215"/>
                </a:lnTo>
                <a:lnTo>
                  <a:pt x="1103" y="222"/>
                </a:lnTo>
                <a:lnTo>
                  <a:pt x="1092" y="227"/>
                </a:lnTo>
                <a:lnTo>
                  <a:pt x="1080" y="230"/>
                </a:lnTo>
                <a:lnTo>
                  <a:pt x="1070" y="231"/>
                </a:lnTo>
                <a:lnTo>
                  <a:pt x="1070" y="231"/>
                </a:lnTo>
                <a:lnTo>
                  <a:pt x="1057" y="230"/>
                </a:lnTo>
                <a:lnTo>
                  <a:pt x="1046" y="227"/>
                </a:lnTo>
                <a:lnTo>
                  <a:pt x="1035" y="222"/>
                </a:lnTo>
                <a:lnTo>
                  <a:pt x="1027" y="216"/>
                </a:lnTo>
                <a:lnTo>
                  <a:pt x="1021" y="207"/>
                </a:lnTo>
                <a:lnTo>
                  <a:pt x="1017" y="198"/>
                </a:lnTo>
                <a:lnTo>
                  <a:pt x="1014" y="186"/>
                </a:lnTo>
                <a:lnTo>
                  <a:pt x="1012" y="174"/>
                </a:lnTo>
                <a:lnTo>
                  <a:pt x="1012" y="174"/>
                </a:lnTo>
                <a:close/>
                <a:moveTo>
                  <a:pt x="937" y="189"/>
                </a:moveTo>
                <a:lnTo>
                  <a:pt x="951" y="148"/>
                </a:lnTo>
                <a:lnTo>
                  <a:pt x="965" y="189"/>
                </a:lnTo>
                <a:lnTo>
                  <a:pt x="937" y="189"/>
                </a:lnTo>
                <a:close/>
                <a:moveTo>
                  <a:pt x="894" y="227"/>
                </a:moveTo>
                <a:lnTo>
                  <a:pt x="925" y="227"/>
                </a:lnTo>
                <a:lnTo>
                  <a:pt x="929" y="210"/>
                </a:lnTo>
                <a:lnTo>
                  <a:pt x="972" y="210"/>
                </a:lnTo>
                <a:lnTo>
                  <a:pt x="978" y="227"/>
                </a:lnTo>
                <a:lnTo>
                  <a:pt x="1008" y="227"/>
                </a:lnTo>
                <a:lnTo>
                  <a:pt x="966" y="119"/>
                </a:lnTo>
                <a:lnTo>
                  <a:pt x="935" y="119"/>
                </a:lnTo>
                <a:lnTo>
                  <a:pt x="894" y="227"/>
                </a:lnTo>
                <a:close/>
                <a:moveTo>
                  <a:pt x="787" y="227"/>
                </a:moveTo>
                <a:lnTo>
                  <a:pt x="813" y="227"/>
                </a:lnTo>
                <a:lnTo>
                  <a:pt x="813" y="163"/>
                </a:lnTo>
                <a:lnTo>
                  <a:pt x="851" y="227"/>
                </a:lnTo>
                <a:lnTo>
                  <a:pt x="882" y="227"/>
                </a:lnTo>
                <a:lnTo>
                  <a:pt x="882" y="119"/>
                </a:lnTo>
                <a:lnTo>
                  <a:pt x="854" y="119"/>
                </a:lnTo>
                <a:lnTo>
                  <a:pt x="854" y="183"/>
                </a:lnTo>
                <a:lnTo>
                  <a:pt x="816" y="119"/>
                </a:lnTo>
                <a:lnTo>
                  <a:pt x="787" y="119"/>
                </a:lnTo>
                <a:lnTo>
                  <a:pt x="787" y="227"/>
                </a:lnTo>
                <a:close/>
                <a:moveTo>
                  <a:pt x="664" y="184"/>
                </a:moveTo>
                <a:lnTo>
                  <a:pt x="664" y="170"/>
                </a:lnTo>
                <a:lnTo>
                  <a:pt x="707" y="170"/>
                </a:lnTo>
                <a:lnTo>
                  <a:pt x="707" y="126"/>
                </a:lnTo>
                <a:lnTo>
                  <a:pt x="724" y="126"/>
                </a:lnTo>
                <a:lnTo>
                  <a:pt x="724" y="170"/>
                </a:lnTo>
                <a:lnTo>
                  <a:pt x="767" y="170"/>
                </a:lnTo>
                <a:lnTo>
                  <a:pt x="767" y="184"/>
                </a:lnTo>
                <a:lnTo>
                  <a:pt x="724" y="184"/>
                </a:lnTo>
                <a:lnTo>
                  <a:pt x="724" y="227"/>
                </a:lnTo>
                <a:lnTo>
                  <a:pt x="707" y="227"/>
                </a:lnTo>
                <a:lnTo>
                  <a:pt x="707" y="184"/>
                </a:lnTo>
                <a:lnTo>
                  <a:pt x="664" y="184"/>
                </a:lnTo>
                <a:close/>
                <a:moveTo>
                  <a:pt x="570" y="227"/>
                </a:moveTo>
                <a:lnTo>
                  <a:pt x="652" y="227"/>
                </a:lnTo>
                <a:lnTo>
                  <a:pt x="652" y="202"/>
                </a:lnTo>
                <a:lnTo>
                  <a:pt x="598" y="202"/>
                </a:lnTo>
                <a:lnTo>
                  <a:pt x="598" y="184"/>
                </a:lnTo>
                <a:lnTo>
                  <a:pt x="643" y="184"/>
                </a:lnTo>
                <a:lnTo>
                  <a:pt x="643" y="161"/>
                </a:lnTo>
                <a:lnTo>
                  <a:pt x="598" y="161"/>
                </a:lnTo>
                <a:lnTo>
                  <a:pt x="598" y="143"/>
                </a:lnTo>
                <a:lnTo>
                  <a:pt x="649" y="143"/>
                </a:lnTo>
                <a:lnTo>
                  <a:pt x="649" y="119"/>
                </a:lnTo>
                <a:lnTo>
                  <a:pt x="570" y="119"/>
                </a:lnTo>
                <a:lnTo>
                  <a:pt x="570" y="227"/>
                </a:lnTo>
                <a:close/>
                <a:moveTo>
                  <a:pt x="449" y="227"/>
                </a:moveTo>
                <a:lnTo>
                  <a:pt x="477" y="227"/>
                </a:lnTo>
                <a:lnTo>
                  <a:pt x="477" y="163"/>
                </a:lnTo>
                <a:lnTo>
                  <a:pt x="515" y="227"/>
                </a:lnTo>
                <a:lnTo>
                  <a:pt x="544" y="227"/>
                </a:lnTo>
                <a:lnTo>
                  <a:pt x="544" y="119"/>
                </a:lnTo>
                <a:lnTo>
                  <a:pt x="518" y="119"/>
                </a:lnTo>
                <a:lnTo>
                  <a:pt x="518" y="183"/>
                </a:lnTo>
                <a:lnTo>
                  <a:pt x="478" y="119"/>
                </a:lnTo>
                <a:lnTo>
                  <a:pt x="449" y="119"/>
                </a:lnTo>
                <a:lnTo>
                  <a:pt x="449" y="227"/>
                </a:lnTo>
                <a:close/>
                <a:moveTo>
                  <a:pt x="328" y="227"/>
                </a:moveTo>
                <a:lnTo>
                  <a:pt x="357" y="227"/>
                </a:lnTo>
                <a:lnTo>
                  <a:pt x="357" y="186"/>
                </a:lnTo>
                <a:lnTo>
                  <a:pt x="396" y="186"/>
                </a:lnTo>
                <a:lnTo>
                  <a:pt x="396" y="227"/>
                </a:lnTo>
                <a:lnTo>
                  <a:pt x="425" y="227"/>
                </a:lnTo>
                <a:lnTo>
                  <a:pt x="425" y="119"/>
                </a:lnTo>
                <a:lnTo>
                  <a:pt x="396" y="119"/>
                </a:lnTo>
                <a:lnTo>
                  <a:pt x="396" y="160"/>
                </a:lnTo>
                <a:lnTo>
                  <a:pt x="357" y="160"/>
                </a:lnTo>
                <a:lnTo>
                  <a:pt x="357" y="119"/>
                </a:lnTo>
                <a:lnTo>
                  <a:pt x="328" y="119"/>
                </a:lnTo>
                <a:lnTo>
                  <a:pt x="328" y="227"/>
                </a:lnTo>
                <a:close/>
                <a:moveTo>
                  <a:pt x="225" y="227"/>
                </a:moveTo>
                <a:lnTo>
                  <a:pt x="307" y="227"/>
                </a:lnTo>
                <a:lnTo>
                  <a:pt x="307" y="202"/>
                </a:lnTo>
                <a:lnTo>
                  <a:pt x="253" y="202"/>
                </a:lnTo>
                <a:lnTo>
                  <a:pt x="253" y="184"/>
                </a:lnTo>
                <a:lnTo>
                  <a:pt x="298" y="184"/>
                </a:lnTo>
                <a:lnTo>
                  <a:pt x="298" y="161"/>
                </a:lnTo>
                <a:lnTo>
                  <a:pt x="253" y="161"/>
                </a:lnTo>
                <a:lnTo>
                  <a:pt x="253" y="143"/>
                </a:lnTo>
                <a:lnTo>
                  <a:pt x="304" y="143"/>
                </a:lnTo>
                <a:lnTo>
                  <a:pt x="304" y="119"/>
                </a:lnTo>
                <a:lnTo>
                  <a:pt x="225" y="119"/>
                </a:lnTo>
                <a:lnTo>
                  <a:pt x="225" y="227"/>
                </a:lnTo>
                <a:close/>
                <a:moveTo>
                  <a:pt x="107" y="183"/>
                </a:moveTo>
                <a:lnTo>
                  <a:pt x="107" y="183"/>
                </a:lnTo>
                <a:lnTo>
                  <a:pt x="107" y="195"/>
                </a:lnTo>
                <a:lnTo>
                  <a:pt x="110" y="205"/>
                </a:lnTo>
                <a:lnTo>
                  <a:pt x="115" y="213"/>
                </a:lnTo>
                <a:lnTo>
                  <a:pt x="121" y="219"/>
                </a:lnTo>
                <a:lnTo>
                  <a:pt x="129" y="225"/>
                </a:lnTo>
                <a:lnTo>
                  <a:pt x="136" y="228"/>
                </a:lnTo>
                <a:lnTo>
                  <a:pt x="144" y="230"/>
                </a:lnTo>
                <a:lnTo>
                  <a:pt x="155" y="231"/>
                </a:lnTo>
                <a:lnTo>
                  <a:pt x="155" y="231"/>
                </a:lnTo>
                <a:lnTo>
                  <a:pt x="164" y="230"/>
                </a:lnTo>
                <a:lnTo>
                  <a:pt x="172" y="228"/>
                </a:lnTo>
                <a:lnTo>
                  <a:pt x="181" y="225"/>
                </a:lnTo>
                <a:lnTo>
                  <a:pt x="187" y="219"/>
                </a:lnTo>
                <a:lnTo>
                  <a:pt x="193" y="213"/>
                </a:lnTo>
                <a:lnTo>
                  <a:pt x="198" y="205"/>
                </a:lnTo>
                <a:lnTo>
                  <a:pt x="201" y="195"/>
                </a:lnTo>
                <a:lnTo>
                  <a:pt x="201" y="183"/>
                </a:lnTo>
                <a:lnTo>
                  <a:pt x="201" y="119"/>
                </a:lnTo>
                <a:lnTo>
                  <a:pt x="172" y="119"/>
                </a:lnTo>
                <a:lnTo>
                  <a:pt x="172" y="187"/>
                </a:lnTo>
                <a:lnTo>
                  <a:pt x="172" y="187"/>
                </a:lnTo>
                <a:lnTo>
                  <a:pt x="170" y="195"/>
                </a:lnTo>
                <a:lnTo>
                  <a:pt x="167" y="201"/>
                </a:lnTo>
                <a:lnTo>
                  <a:pt x="163" y="205"/>
                </a:lnTo>
                <a:lnTo>
                  <a:pt x="155" y="205"/>
                </a:lnTo>
                <a:lnTo>
                  <a:pt x="155" y="205"/>
                </a:lnTo>
                <a:lnTo>
                  <a:pt x="146" y="205"/>
                </a:lnTo>
                <a:lnTo>
                  <a:pt x="141" y="201"/>
                </a:lnTo>
                <a:lnTo>
                  <a:pt x="136" y="195"/>
                </a:lnTo>
                <a:lnTo>
                  <a:pt x="136" y="187"/>
                </a:lnTo>
                <a:lnTo>
                  <a:pt x="136" y="119"/>
                </a:lnTo>
                <a:lnTo>
                  <a:pt x="107" y="119"/>
                </a:lnTo>
                <a:lnTo>
                  <a:pt x="107" y="183"/>
                </a:lnTo>
                <a:close/>
                <a:moveTo>
                  <a:pt x="0" y="227"/>
                </a:moveTo>
                <a:lnTo>
                  <a:pt x="29" y="227"/>
                </a:lnTo>
                <a:lnTo>
                  <a:pt x="29" y="196"/>
                </a:lnTo>
                <a:lnTo>
                  <a:pt x="38" y="184"/>
                </a:lnTo>
                <a:lnTo>
                  <a:pt x="63" y="227"/>
                </a:lnTo>
                <a:lnTo>
                  <a:pt x="97" y="227"/>
                </a:lnTo>
                <a:lnTo>
                  <a:pt x="58" y="163"/>
                </a:lnTo>
                <a:lnTo>
                  <a:pt x="92" y="119"/>
                </a:lnTo>
                <a:lnTo>
                  <a:pt x="58" y="119"/>
                </a:lnTo>
                <a:lnTo>
                  <a:pt x="29" y="158"/>
                </a:lnTo>
                <a:lnTo>
                  <a:pt x="29" y="119"/>
                </a:lnTo>
                <a:lnTo>
                  <a:pt x="0" y="119"/>
                </a:lnTo>
                <a:lnTo>
                  <a:pt x="0" y="2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13146" y="3213715"/>
            <a:ext cx="6237686" cy="3096598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EBB3F1-09E0-4702-8AF6-CBB268022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1991893"/>
            <a:ext cx="6237686" cy="1065940"/>
          </a:xfrm>
          <a:noFill/>
        </p:spPr>
        <p:txBody>
          <a:bodyPr>
            <a:noAutofit/>
          </a:bodyPr>
          <a:lstStyle>
            <a:lvl1pPr>
              <a:spcAft>
                <a:spcPts val="0"/>
              </a:spcAft>
              <a:defRPr lang="en-US" sz="2700" b="1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/>
              <a:t>Enter Presentation Title up to a maximum of two lines 36pt</a:t>
            </a:r>
          </a:p>
        </p:txBody>
      </p:sp>
    </p:spTree>
    <p:extLst>
      <p:ext uri="{BB962C8B-B14F-4D97-AF65-F5344CB8AC3E}">
        <p14:creationId xmlns:p14="http://schemas.microsoft.com/office/powerpoint/2010/main" val="335293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PDM2EC ETL Pipeline - Kuhene+Nagel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256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PDM2EC ETL Pipeline - Kuhene+Nagel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3499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233A6FC5-1036-43C3-853B-572AC8189C0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C3C2-6AA4-ED81-6FB5-4C7786E20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6273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image_light+text_blue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D070C9-30FD-4CFC-95B5-5639DFECCCE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5B8030B-F222-8F67-C64F-41A09595C1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424696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BlueBG_3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233A6FC5-1036-43C3-853B-572AC8189C00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key message here 36pt</a:t>
            </a:r>
          </a:p>
        </p:txBody>
      </p:sp>
    </p:spTree>
    <p:extLst>
      <p:ext uri="{BB962C8B-B14F-4D97-AF65-F5344CB8AC3E}">
        <p14:creationId xmlns:p14="http://schemas.microsoft.com/office/powerpoint/2010/main" val="277834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6" name="Rectangle 5"/>
          <p:cNvSpPr/>
          <p:nvPr/>
        </p:nvSpPr>
        <p:spPr>
          <a:xfrm>
            <a:off x="416267" y="6251983"/>
            <a:ext cx="1912303" cy="32316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GB" sz="750" noProof="0" dirty="0">
                <a:solidFill>
                  <a:schemeClr val="bg1"/>
                </a:solidFill>
              </a:rPr>
              <a:t>© 2025 Kuehne</a:t>
            </a:r>
            <a:r>
              <a:rPr lang="en-GB" sz="750" baseline="0" noProof="0" dirty="0">
                <a:solidFill>
                  <a:schemeClr val="bg1"/>
                </a:solidFill>
              </a:rPr>
              <a:t>+Nagel.</a:t>
            </a:r>
            <a:r>
              <a:rPr lang="en-GB" sz="750" noProof="0" dirty="0">
                <a:solidFill>
                  <a:schemeClr val="bg1"/>
                </a:solidFill>
              </a:rPr>
              <a:t>  All rights reserved.</a:t>
            </a: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4898231" y="2974975"/>
            <a:ext cx="3244454" cy="865188"/>
          </a:xfrm>
          <a:custGeom>
            <a:avLst/>
            <a:gdLst>
              <a:gd name="T0" fmla="*/ 2449 w 2725"/>
              <a:gd name="T1" fmla="*/ 160 h 545"/>
              <a:gd name="T2" fmla="*/ 2470 w 2725"/>
              <a:gd name="T3" fmla="*/ 206 h 545"/>
              <a:gd name="T4" fmla="*/ 2422 w 2725"/>
              <a:gd name="T5" fmla="*/ 186 h 545"/>
              <a:gd name="T6" fmla="*/ 2355 w 2725"/>
              <a:gd name="T7" fmla="*/ 528 h 545"/>
              <a:gd name="T8" fmla="*/ 2499 w 2725"/>
              <a:gd name="T9" fmla="*/ 540 h 545"/>
              <a:gd name="T10" fmla="*/ 2590 w 2725"/>
              <a:gd name="T11" fmla="*/ 445 h 545"/>
              <a:gd name="T12" fmla="*/ 2521 w 2725"/>
              <a:gd name="T13" fmla="*/ 306 h 545"/>
              <a:gd name="T14" fmla="*/ 2509 w 2725"/>
              <a:gd name="T15" fmla="*/ 206 h 545"/>
              <a:gd name="T16" fmla="*/ 2494 w 2725"/>
              <a:gd name="T17" fmla="*/ 143 h 545"/>
              <a:gd name="T18" fmla="*/ 2425 w 2725"/>
              <a:gd name="T19" fmla="*/ 131 h 545"/>
              <a:gd name="T20" fmla="*/ 2386 w 2725"/>
              <a:gd name="T21" fmla="*/ 186 h 545"/>
              <a:gd name="T22" fmla="*/ 2379 w 2725"/>
              <a:gd name="T23" fmla="*/ 270 h 545"/>
              <a:gd name="T24" fmla="*/ 2333 w 2725"/>
              <a:gd name="T25" fmla="*/ 464 h 545"/>
              <a:gd name="T26" fmla="*/ 2187 w 2725"/>
              <a:gd name="T27" fmla="*/ 191 h 545"/>
              <a:gd name="T28" fmla="*/ 2297 w 2725"/>
              <a:gd name="T29" fmla="*/ 48 h 545"/>
              <a:gd name="T30" fmla="*/ 2451 w 2725"/>
              <a:gd name="T31" fmla="*/ 0 h 545"/>
              <a:gd name="T32" fmla="*/ 2624 w 2725"/>
              <a:gd name="T33" fmla="*/ 62 h 545"/>
              <a:gd name="T34" fmla="*/ 2720 w 2725"/>
              <a:gd name="T35" fmla="*/ 215 h 545"/>
              <a:gd name="T36" fmla="*/ 2706 w 2725"/>
              <a:gd name="T37" fmla="*/ 366 h 545"/>
              <a:gd name="T38" fmla="*/ 2634 w 2725"/>
              <a:gd name="T39" fmla="*/ 397 h 545"/>
              <a:gd name="T40" fmla="*/ 2675 w 2725"/>
              <a:gd name="T41" fmla="*/ 270 h 545"/>
              <a:gd name="T42" fmla="*/ 2636 w 2725"/>
              <a:gd name="T43" fmla="*/ 146 h 545"/>
              <a:gd name="T44" fmla="*/ 2516 w 2725"/>
              <a:gd name="T45" fmla="*/ 57 h 545"/>
              <a:gd name="T46" fmla="*/ 2384 w 2725"/>
              <a:gd name="T47" fmla="*/ 57 h 545"/>
              <a:gd name="T48" fmla="*/ 2266 w 2725"/>
              <a:gd name="T49" fmla="*/ 146 h 545"/>
              <a:gd name="T50" fmla="*/ 2228 w 2725"/>
              <a:gd name="T51" fmla="*/ 270 h 545"/>
              <a:gd name="T52" fmla="*/ 2266 w 2725"/>
              <a:gd name="T53" fmla="*/ 397 h 545"/>
              <a:gd name="T54" fmla="*/ 2194 w 2725"/>
              <a:gd name="T55" fmla="*/ 366 h 545"/>
              <a:gd name="T56" fmla="*/ 1939 w 2725"/>
              <a:gd name="T57" fmla="*/ 186 h 545"/>
              <a:gd name="T58" fmla="*/ 1906 w 2725"/>
              <a:gd name="T59" fmla="*/ 356 h 545"/>
              <a:gd name="T60" fmla="*/ 1824 w 2725"/>
              <a:gd name="T61" fmla="*/ 225 h 545"/>
              <a:gd name="T62" fmla="*/ 1588 w 2725"/>
              <a:gd name="T63" fmla="*/ 253 h 545"/>
              <a:gd name="T64" fmla="*/ 1670 w 2725"/>
              <a:gd name="T65" fmla="*/ 182 h 545"/>
              <a:gd name="T66" fmla="*/ 1735 w 2725"/>
              <a:gd name="T67" fmla="*/ 215 h 545"/>
              <a:gd name="T68" fmla="*/ 1680 w 2725"/>
              <a:gd name="T69" fmla="*/ 220 h 545"/>
              <a:gd name="T70" fmla="*/ 1639 w 2725"/>
              <a:gd name="T71" fmla="*/ 241 h 545"/>
              <a:gd name="T72" fmla="*/ 1648 w 2725"/>
              <a:gd name="T73" fmla="*/ 316 h 545"/>
              <a:gd name="T74" fmla="*/ 1701 w 2725"/>
              <a:gd name="T75" fmla="*/ 294 h 545"/>
              <a:gd name="T76" fmla="*/ 1711 w 2725"/>
              <a:gd name="T77" fmla="*/ 356 h 545"/>
              <a:gd name="T78" fmla="*/ 1610 w 2725"/>
              <a:gd name="T79" fmla="*/ 339 h 545"/>
              <a:gd name="T80" fmla="*/ 1490 w 2725"/>
              <a:gd name="T81" fmla="*/ 232 h 545"/>
              <a:gd name="T82" fmla="*/ 1533 w 2725"/>
              <a:gd name="T83" fmla="*/ 356 h 545"/>
              <a:gd name="T84" fmla="*/ 1274 w 2725"/>
              <a:gd name="T85" fmla="*/ 256 h 545"/>
              <a:gd name="T86" fmla="*/ 1233 w 2725"/>
              <a:gd name="T87" fmla="*/ 186 h 545"/>
              <a:gd name="T88" fmla="*/ 1134 w 2725"/>
              <a:gd name="T89" fmla="*/ 268 h 545"/>
              <a:gd name="T90" fmla="*/ 1040 w 2725"/>
              <a:gd name="T91" fmla="*/ 289 h 545"/>
              <a:gd name="T92" fmla="*/ 1007 w 2725"/>
              <a:gd name="T93" fmla="*/ 253 h 545"/>
              <a:gd name="T94" fmla="*/ 704 w 2725"/>
              <a:gd name="T95" fmla="*/ 356 h 545"/>
              <a:gd name="T96" fmla="*/ 812 w 2725"/>
              <a:gd name="T97" fmla="*/ 287 h 545"/>
              <a:gd name="T98" fmla="*/ 620 w 2725"/>
              <a:gd name="T99" fmla="*/ 292 h 545"/>
              <a:gd name="T100" fmla="*/ 560 w 2725"/>
              <a:gd name="T101" fmla="*/ 186 h 545"/>
              <a:gd name="T102" fmla="*/ 396 w 2725"/>
              <a:gd name="T103" fmla="*/ 289 h 545"/>
              <a:gd name="T104" fmla="*/ 353 w 2725"/>
              <a:gd name="T105" fmla="*/ 186 h 545"/>
              <a:gd name="T106" fmla="*/ 190 w 2725"/>
              <a:gd name="T107" fmla="*/ 344 h 545"/>
              <a:gd name="T108" fmla="*/ 269 w 2725"/>
              <a:gd name="T109" fmla="*/ 359 h 545"/>
              <a:gd name="T110" fmla="*/ 315 w 2725"/>
              <a:gd name="T111" fmla="*/ 186 h 545"/>
              <a:gd name="T112" fmla="*/ 243 w 2725"/>
              <a:gd name="T113" fmla="*/ 323 h 545"/>
              <a:gd name="T114" fmla="*/ 168 w 2725"/>
              <a:gd name="T115" fmla="*/ 186 h 545"/>
              <a:gd name="T116" fmla="*/ 151 w 2725"/>
              <a:gd name="T117" fmla="*/ 356 h 545"/>
              <a:gd name="T118" fmla="*/ 0 w 2725"/>
              <a:gd name="T119" fmla="*/ 356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25" h="545">
                <a:moveTo>
                  <a:pt x="2422" y="186"/>
                </a:moveTo>
                <a:lnTo>
                  <a:pt x="2422" y="186"/>
                </a:lnTo>
                <a:lnTo>
                  <a:pt x="2425" y="177"/>
                </a:lnTo>
                <a:lnTo>
                  <a:pt x="2429" y="167"/>
                </a:lnTo>
                <a:lnTo>
                  <a:pt x="2439" y="163"/>
                </a:lnTo>
                <a:lnTo>
                  <a:pt x="2449" y="160"/>
                </a:lnTo>
                <a:lnTo>
                  <a:pt x="2449" y="160"/>
                </a:lnTo>
                <a:lnTo>
                  <a:pt x="2461" y="163"/>
                </a:lnTo>
                <a:lnTo>
                  <a:pt x="2470" y="167"/>
                </a:lnTo>
                <a:lnTo>
                  <a:pt x="2475" y="177"/>
                </a:lnTo>
                <a:lnTo>
                  <a:pt x="2477" y="186"/>
                </a:lnTo>
                <a:lnTo>
                  <a:pt x="2477" y="186"/>
                </a:lnTo>
                <a:lnTo>
                  <a:pt x="2475" y="198"/>
                </a:lnTo>
                <a:lnTo>
                  <a:pt x="2470" y="206"/>
                </a:lnTo>
                <a:lnTo>
                  <a:pt x="2461" y="213"/>
                </a:lnTo>
                <a:lnTo>
                  <a:pt x="2449" y="215"/>
                </a:lnTo>
                <a:lnTo>
                  <a:pt x="2449" y="215"/>
                </a:lnTo>
                <a:lnTo>
                  <a:pt x="2439" y="213"/>
                </a:lnTo>
                <a:lnTo>
                  <a:pt x="2429" y="206"/>
                </a:lnTo>
                <a:lnTo>
                  <a:pt x="2425" y="198"/>
                </a:lnTo>
                <a:lnTo>
                  <a:pt x="2422" y="186"/>
                </a:lnTo>
                <a:lnTo>
                  <a:pt x="2422" y="186"/>
                </a:lnTo>
                <a:close/>
                <a:moveTo>
                  <a:pt x="2273" y="480"/>
                </a:moveTo>
                <a:lnTo>
                  <a:pt x="2273" y="480"/>
                </a:lnTo>
                <a:lnTo>
                  <a:pt x="2292" y="495"/>
                </a:lnTo>
                <a:lnTo>
                  <a:pt x="2312" y="507"/>
                </a:lnTo>
                <a:lnTo>
                  <a:pt x="2333" y="519"/>
                </a:lnTo>
                <a:lnTo>
                  <a:pt x="2355" y="528"/>
                </a:lnTo>
                <a:lnTo>
                  <a:pt x="2379" y="535"/>
                </a:lnTo>
                <a:lnTo>
                  <a:pt x="2401" y="540"/>
                </a:lnTo>
                <a:lnTo>
                  <a:pt x="2425" y="543"/>
                </a:lnTo>
                <a:lnTo>
                  <a:pt x="2451" y="545"/>
                </a:lnTo>
                <a:lnTo>
                  <a:pt x="2451" y="545"/>
                </a:lnTo>
                <a:lnTo>
                  <a:pt x="2475" y="543"/>
                </a:lnTo>
                <a:lnTo>
                  <a:pt x="2499" y="540"/>
                </a:lnTo>
                <a:lnTo>
                  <a:pt x="2521" y="535"/>
                </a:lnTo>
                <a:lnTo>
                  <a:pt x="2545" y="528"/>
                </a:lnTo>
                <a:lnTo>
                  <a:pt x="2566" y="519"/>
                </a:lnTo>
                <a:lnTo>
                  <a:pt x="2588" y="507"/>
                </a:lnTo>
                <a:lnTo>
                  <a:pt x="2607" y="495"/>
                </a:lnTo>
                <a:lnTo>
                  <a:pt x="2626" y="480"/>
                </a:lnTo>
                <a:lnTo>
                  <a:pt x="2590" y="445"/>
                </a:lnTo>
                <a:lnTo>
                  <a:pt x="2590" y="445"/>
                </a:lnTo>
                <a:lnTo>
                  <a:pt x="2566" y="464"/>
                </a:lnTo>
                <a:lnTo>
                  <a:pt x="2538" y="480"/>
                </a:lnTo>
                <a:lnTo>
                  <a:pt x="2506" y="492"/>
                </a:lnTo>
                <a:lnTo>
                  <a:pt x="2475" y="497"/>
                </a:lnTo>
                <a:lnTo>
                  <a:pt x="2475" y="306"/>
                </a:lnTo>
                <a:lnTo>
                  <a:pt x="2521" y="306"/>
                </a:lnTo>
                <a:lnTo>
                  <a:pt x="2521" y="270"/>
                </a:lnTo>
                <a:lnTo>
                  <a:pt x="2475" y="270"/>
                </a:lnTo>
                <a:lnTo>
                  <a:pt x="2475" y="241"/>
                </a:lnTo>
                <a:lnTo>
                  <a:pt x="2475" y="241"/>
                </a:lnTo>
                <a:lnTo>
                  <a:pt x="2490" y="234"/>
                </a:lnTo>
                <a:lnTo>
                  <a:pt x="2502" y="222"/>
                </a:lnTo>
                <a:lnTo>
                  <a:pt x="2509" y="206"/>
                </a:lnTo>
                <a:lnTo>
                  <a:pt x="2511" y="196"/>
                </a:lnTo>
                <a:lnTo>
                  <a:pt x="2514" y="186"/>
                </a:lnTo>
                <a:lnTo>
                  <a:pt x="2514" y="186"/>
                </a:lnTo>
                <a:lnTo>
                  <a:pt x="2511" y="174"/>
                </a:lnTo>
                <a:lnTo>
                  <a:pt x="2509" y="163"/>
                </a:lnTo>
                <a:lnTo>
                  <a:pt x="2502" y="153"/>
                </a:lnTo>
                <a:lnTo>
                  <a:pt x="2494" y="143"/>
                </a:lnTo>
                <a:lnTo>
                  <a:pt x="2485" y="136"/>
                </a:lnTo>
                <a:lnTo>
                  <a:pt x="2475" y="131"/>
                </a:lnTo>
                <a:lnTo>
                  <a:pt x="2463" y="127"/>
                </a:lnTo>
                <a:lnTo>
                  <a:pt x="2451" y="127"/>
                </a:lnTo>
                <a:lnTo>
                  <a:pt x="2451" y="127"/>
                </a:lnTo>
                <a:lnTo>
                  <a:pt x="2437" y="127"/>
                </a:lnTo>
                <a:lnTo>
                  <a:pt x="2425" y="131"/>
                </a:lnTo>
                <a:lnTo>
                  <a:pt x="2415" y="136"/>
                </a:lnTo>
                <a:lnTo>
                  <a:pt x="2405" y="143"/>
                </a:lnTo>
                <a:lnTo>
                  <a:pt x="2398" y="153"/>
                </a:lnTo>
                <a:lnTo>
                  <a:pt x="2391" y="163"/>
                </a:lnTo>
                <a:lnTo>
                  <a:pt x="2389" y="174"/>
                </a:lnTo>
                <a:lnTo>
                  <a:pt x="2386" y="186"/>
                </a:lnTo>
                <a:lnTo>
                  <a:pt x="2386" y="186"/>
                </a:lnTo>
                <a:lnTo>
                  <a:pt x="2389" y="196"/>
                </a:lnTo>
                <a:lnTo>
                  <a:pt x="2391" y="206"/>
                </a:lnTo>
                <a:lnTo>
                  <a:pt x="2398" y="222"/>
                </a:lnTo>
                <a:lnTo>
                  <a:pt x="2410" y="234"/>
                </a:lnTo>
                <a:lnTo>
                  <a:pt x="2425" y="241"/>
                </a:lnTo>
                <a:lnTo>
                  <a:pt x="2425" y="270"/>
                </a:lnTo>
                <a:lnTo>
                  <a:pt x="2379" y="270"/>
                </a:lnTo>
                <a:lnTo>
                  <a:pt x="2379" y="306"/>
                </a:lnTo>
                <a:lnTo>
                  <a:pt x="2425" y="306"/>
                </a:lnTo>
                <a:lnTo>
                  <a:pt x="2425" y="497"/>
                </a:lnTo>
                <a:lnTo>
                  <a:pt x="2425" y="497"/>
                </a:lnTo>
                <a:lnTo>
                  <a:pt x="2393" y="492"/>
                </a:lnTo>
                <a:lnTo>
                  <a:pt x="2362" y="480"/>
                </a:lnTo>
                <a:lnTo>
                  <a:pt x="2333" y="464"/>
                </a:lnTo>
                <a:lnTo>
                  <a:pt x="2309" y="445"/>
                </a:lnTo>
                <a:lnTo>
                  <a:pt x="2273" y="480"/>
                </a:lnTo>
                <a:close/>
                <a:moveTo>
                  <a:pt x="2175" y="270"/>
                </a:moveTo>
                <a:lnTo>
                  <a:pt x="2175" y="270"/>
                </a:lnTo>
                <a:lnTo>
                  <a:pt x="2177" y="244"/>
                </a:lnTo>
                <a:lnTo>
                  <a:pt x="2182" y="215"/>
                </a:lnTo>
                <a:lnTo>
                  <a:pt x="2187" y="191"/>
                </a:lnTo>
                <a:lnTo>
                  <a:pt x="2196" y="165"/>
                </a:lnTo>
                <a:lnTo>
                  <a:pt x="2208" y="141"/>
                </a:lnTo>
                <a:lnTo>
                  <a:pt x="2223" y="120"/>
                </a:lnTo>
                <a:lnTo>
                  <a:pt x="2237" y="98"/>
                </a:lnTo>
                <a:lnTo>
                  <a:pt x="2256" y="79"/>
                </a:lnTo>
                <a:lnTo>
                  <a:pt x="2276" y="62"/>
                </a:lnTo>
                <a:lnTo>
                  <a:pt x="2297" y="48"/>
                </a:lnTo>
                <a:lnTo>
                  <a:pt x="2319" y="33"/>
                </a:lnTo>
                <a:lnTo>
                  <a:pt x="2343" y="22"/>
                </a:lnTo>
                <a:lnTo>
                  <a:pt x="2369" y="12"/>
                </a:lnTo>
                <a:lnTo>
                  <a:pt x="2396" y="7"/>
                </a:lnTo>
                <a:lnTo>
                  <a:pt x="2422" y="2"/>
                </a:lnTo>
                <a:lnTo>
                  <a:pt x="2451" y="0"/>
                </a:lnTo>
                <a:lnTo>
                  <a:pt x="2451" y="0"/>
                </a:lnTo>
                <a:lnTo>
                  <a:pt x="2477" y="2"/>
                </a:lnTo>
                <a:lnTo>
                  <a:pt x="2506" y="7"/>
                </a:lnTo>
                <a:lnTo>
                  <a:pt x="2530" y="12"/>
                </a:lnTo>
                <a:lnTo>
                  <a:pt x="2557" y="22"/>
                </a:lnTo>
                <a:lnTo>
                  <a:pt x="2581" y="33"/>
                </a:lnTo>
                <a:lnTo>
                  <a:pt x="2602" y="48"/>
                </a:lnTo>
                <a:lnTo>
                  <a:pt x="2624" y="62"/>
                </a:lnTo>
                <a:lnTo>
                  <a:pt x="2643" y="79"/>
                </a:lnTo>
                <a:lnTo>
                  <a:pt x="2663" y="98"/>
                </a:lnTo>
                <a:lnTo>
                  <a:pt x="2677" y="120"/>
                </a:lnTo>
                <a:lnTo>
                  <a:pt x="2691" y="141"/>
                </a:lnTo>
                <a:lnTo>
                  <a:pt x="2703" y="165"/>
                </a:lnTo>
                <a:lnTo>
                  <a:pt x="2713" y="191"/>
                </a:lnTo>
                <a:lnTo>
                  <a:pt x="2720" y="215"/>
                </a:lnTo>
                <a:lnTo>
                  <a:pt x="2723" y="244"/>
                </a:lnTo>
                <a:lnTo>
                  <a:pt x="2725" y="270"/>
                </a:lnTo>
                <a:lnTo>
                  <a:pt x="2725" y="270"/>
                </a:lnTo>
                <a:lnTo>
                  <a:pt x="2723" y="296"/>
                </a:lnTo>
                <a:lnTo>
                  <a:pt x="2720" y="320"/>
                </a:lnTo>
                <a:lnTo>
                  <a:pt x="2715" y="344"/>
                </a:lnTo>
                <a:lnTo>
                  <a:pt x="2706" y="366"/>
                </a:lnTo>
                <a:lnTo>
                  <a:pt x="2699" y="390"/>
                </a:lnTo>
                <a:lnTo>
                  <a:pt x="2687" y="409"/>
                </a:lnTo>
                <a:lnTo>
                  <a:pt x="2672" y="430"/>
                </a:lnTo>
                <a:lnTo>
                  <a:pt x="2658" y="449"/>
                </a:lnTo>
                <a:lnTo>
                  <a:pt x="2622" y="414"/>
                </a:lnTo>
                <a:lnTo>
                  <a:pt x="2622" y="414"/>
                </a:lnTo>
                <a:lnTo>
                  <a:pt x="2634" y="397"/>
                </a:lnTo>
                <a:lnTo>
                  <a:pt x="2643" y="380"/>
                </a:lnTo>
                <a:lnTo>
                  <a:pt x="2653" y="363"/>
                </a:lnTo>
                <a:lnTo>
                  <a:pt x="2660" y="347"/>
                </a:lnTo>
                <a:lnTo>
                  <a:pt x="2665" y="327"/>
                </a:lnTo>
                <a:lnTo>
                  <a:pt x="2670" y="308"/>
                </a:lnTo>
                <a:lnTo>
                  <a:pt x="2672" y="289"/>
                </a:lnTo>
                <a:lnTo>
                  <a:pt x="2675" y="270"/>
                </a:lnTo>
                <a:lnTo>
                  <a:pt x="2675" y="270"/>
                </a:lnTo>
                <a:lnTo>
                  <a:pt x="2672" y="249"/>
                </a:lnTo>
                <a:lnTo>
                  <a:pt x="2670" y="227"/>
                </a:lnTo>
                <a:lnTo>
                  <a:pt x="2663" y="206"/>
                </a:lnTo>
                <a:lnTo>
                  <a:pt x="2655" y="184"/>
                </a:lnTo>
                <a:lnTo>
                  <a:pt x="2646" y="165"/>
                </a:lnTo>
                <a:lnTo>
                  <a:pt x="2636" y="146"/>
                </a:lnTo>
                <a:lnTo>
                  <a:pt x="2622" y="129"/>
                </a:lnTo>
                <a:lnTo>
                  <a:pt x="2607" y="112"/>
                </a:lnTo>
                <a:lnTo>
                  <a:pt x="2593" y="98"/>
                </a:lnTo>
                <a:lnTo>
                  <a:pt x="2574" y="86"/>
                </a:lnTo>
                <a:lnTo>
                  <a:pt x="2557" y="74"/>
                </a:lnTo>
                <a:lnTo>
                  <a:pt x="2538" y="65"/>
                </a:lnTo>
                <a:lnTo>
                  <a:pt x="2516" y="57"/>
                </a:lnTo>
                <a:lnTo>
                  <a:pt x="2494" y="53"/>
                </a:lnTo>
                <a:lnTo>
                  <a:pt x="2473" y="48"/>
                </a:lnTo>
                <a:lnTo>
                  <a:pt x="2451" y="48"/>
                </a:lnTo>
                <a:lnTo>
                  <a:pt x="2451" y="48"/>
                </a:lnTo>
                <a:lnTo>
                  <a:pt x="2427" y="48"/>
                </a:lnTo>
                <a:lnTo>
                  <a:pt x="2405" y="53"/>
                </a:lnTo>
                <a:lnTo>
                  <a:pt x="2384" y="57"/>
                </a:lnTo>
                <a:lnTo>
                  <a:pt x="2362" y="65"/>
                </a:lnTo>
                <a:lnTo>
                  <a:pt x="2343" y="74"/>
                </a:lnTo>
                <a:lnTo>
                  <a:pt x="2326" y="86"/>
                </a:lnTo>
                <a:lnTo>
                  <a:pt x="2309" y="98"/>
                </a:lnTo>
                <a:lnTo>
                  <a:pt x="2292" y="112"/>
                </a:lnTo>
                <a:lnTo>
                  <a:pt x="2278" y="129"/>
                </a:lnTo>
                <a:lnTo>
                  <a:pt x="2266" y="146"/>
                </a:lnTo>
                <a:lnTo>
                  <a:pt x="2254" y="165"/>
                </a:lnTo>
                <a:lnTo>
                  <a:pt x="2244" y="184"/>
                </a:lnTo>
                <a:lnTo>
                  <a:pt x="2237" y="206"/>
                </a:lnTo>
                <a:lnTo>
                  <a:pt x="2230" y="227"/>
                </a:lnTo>
                <a:lnTo>
                  <a:pt x="2228" y="249"/>
                </a:lnTo>
                <a:lnTo>
                  <a:pt x="2228" y="270"/>
                </a:lnTo>
                <a:lnTo>
                  <a:pt x="2228" y="270"/>
                </a:lnTo>
                <a:lnTo>
                  <a:pt x="2228" y="289"/>
                </a:lnTo>
                <a:lnTo>
                  <a:pt x="2230" y="308"/>
                </a:lnTo>
                <a:lnTo>
                  <a:pt x="2235" y="327"/>
                </a:lnTo>
                <a:lnTo>
                  <a:pt x="2240" y="347"/>
                </a:lnTo>
                <a:lnTo>
                  <a:pt x="2247" y="363"/>
                </a:lnTo>
                <a:lnTo>
                  <a:pt x="2256" y="380"/>
                </a:lnTo>
                <a:lnTo>
                  <a:pt x="2266" y="397"/>
                </a:lnTo>
                <a:lnTo>
                  <a:pt x="2278" y="414"/>
                </a:lnTo>
                <a:lnTo>
                  <a:pt x="2242" y="449"/>
                </a:lnTo>
                <a:lnTo>
                  <a:pt x="2242" y="449"/>
                </a:lnTo>
                <a:lnTo>
                  <a:pt x="2228" y="430"/>
                </a:lnTo>
                <a:lnTo>
                  <a:pt x="2213" y="409"/>
                </a:lnTo>
                <a:lnTo>
                  <a:pt x="2204" y="390"/>
                </a:lnTo>
                <a:lnTo>
                  <a:pt x="2194" y="366"/>
                </a:lnTo>
                <a:lnTo>
                  <a:pt x="2184" y="344"/>
                </a:lnTo>
                <a:lnTo>
                  <a:pt x="2180" y="320"/>
                </a:lnTo>
                <a:lnTo>
                  <a:pt x="2177" y="296"/>
                </a:lnTo>
                <a:lnTo>
                  <a:pt x="2175" y="270"/>
                </a:lnTo>
                <a:lnTo>
                  <a:pt x="2175" y="270"/>
                </a:lnTo>
                <a:close/>
                <a:moveTo>
                  <a:pt x="1939" y="356"/>
                </a:moveTo>
                <a:lnTo>
                  <a:pt x="1939" y="186"/>
                </a:lnTo>
                <a:lnTo>
                  <a:pt x="1985" y="186"/>
                </a:lnTo>
                <a:lnTo>
                  <a:pt x="1985" y="318"/>
                </a:lnTo>
                <a:lnTo>
                  <a:pt x="2062" y="318"/>
                </a:lnTo>
                <a:lnTo>
                  <a:pt x="2062" y="356"/>
                </a:lnTo>
                <a:lnTo>
                  <a:pt x="1939" y="356"/>
                </a:lnTo>
                <a:close/>
                <a:moveTo>
                  <a:pt x="1781" y="356"/>
                </a:moveTo>
                <a:lnTo>
                  <a:pt x="1906" y="356"/>
                </a:lnTo>
                <a:lnTo>
                  <a:pt x="1906" y="318"/>
                </a:lnTo>
                <a:lnTo>
                  <a:pt x="1824" y="318"/>
                </a:lnTo>
                <a:lnTo>
                  <a:pt x="1824" y="289"/>
                </a:lnTo>
                <a:lnTo>
                  <a:pt x="1891" y="289"/>
                </a:lnTo>
                <a:lnTo>
                  <a:pt x="1891" y="253"/>
                </a:lnTo>
                <a:lnTo>
                  <a:pt x="1824" y="253"/>
                </a:lnTo>
                <a:lnTo>
                  <a:pt x="1824" y="225"/>
                </a:lnTo>
                <a:lnTo>
                  <a:pt x="1903" y="225"/>
                </a:lnTo>
                <a:lnTo>
                  <a:pt x="1903" y="186"/>
                </a:lnTo>
                <a:lnTo>
                  <a:pt x="1781" y="186"/>
                </a:lnTo>
                <a:lnTo>
                  <a:pt x="1781" y="356"/>
                </a:lnTo>
                <a:close/>
                <a:moveTo>
                  <a:pt x="1586" y="273"/>
                </a:moveTo>
                <a:lnTo>
                  <a:pt x="1586" y="273"/>
                </a:lnTo>
                <a:lnTo>
                  <a:pt x="1588" y="253"/>
                </a:lnTo>
                <a:lnTo>
                  <a:pt x="1593" y="237"/>
                </a:lnTo>
                <a:lnTo>
                  <a:pt x="1600" y="220"/>
                </a:lnTo>
                <a:lnTo>
                  <a:pt x="1610" y="208"/>
                </a:lnTo>
                <a:lnTo>
                  <a:pt x="1622" y="196"/>
                </a:lnTo>
                <a:lnTo>
                  <a:pt x="1636" y="189"/>
                </a:lnTo>
                <a:lnTo>
                  <a:pt x="1651" y="184"/>
                </a:lnTo>
                <a:lnTo>
                  <a:pt x="1670" y="182"/>
                </a:lnTo>
                <a:lnTo>
                  <a:pt x="1670" y="182"/>
                </a:lnTo>
                <a:lnTo>
                  <a:pt x="1685" y="184"/>
                </a:lnTo>
                <a:lnTo>
                  <a:pt x="1697" y="186"/>
                </a:lnTo>
                <a:lnTo>
                  <a:pt x="1709" y="191"/>
                </a:lnTo>
                <a:lnTo>
                  <a:pt x="1718" y="196"/>
                </a:lnTo>
                <a:lnTo>
                  <a:pt x="1728" y="206"/>
                </a:lnTo>
                <a:lnTo>
                  <a:pt x="1735" y="215"/>
                </a:lnTo>
                <a:lnTo>
                  <a:pt x="1742" y="227"/>
                </a:lnTo>
                <a:lnTo>
                  <a:pt x="1745" y="241"/>
                </a:lnTo>
                <a:lnTo>
                  <a:pt x="1699" y="241"/>
                </a:lnTo>
                <a:lnTo>
                  <a:pt x="1699" y="241"/>
                </a:lnTo>
                <a:lnTo>
                  <a:pt x="1694" y="229"/>
                </a:lnTo>
                <a:lnTo>
                  <a:pt x="1689" y="225"/>
                </a:lnTo>
                <a:lnTo>
                  <a:pt x="1680" y="220"/>
                </a:lnTo>
                <a:lnTo>
                  <a:pt x="1670" y="220"/>
                </a:lnTo>
                <a:lnTo>
                  <a:pt x="1670" y="220"/>
                </a:lnTo>
                <a:lnTo>
                  <a:pt x="1663" y="220"/>
                </a:lnTo>
                <a:lnTo>
                  <a:pt x="1653" y="225"/>
                </a:lnTo>
                <a:lnTo>
                  <a:pt x="1648" y="229"/>
                </a:lnTo>
                <a:lnTo>
                  <a:pt x="1641" y="234"/>
                </a:lnTo>
                <a:lnTo>
                  <a:pt x="1639" y="241"/>
                </a:lnTo>
                <a:lnTo>
                  <a:pt x="1634" y="251"/>
                </a:lnTo>
                <a:lnTo>
                  <a:pt x="1632" y="273"/>
                </a:lnTo>
                <a:lnTo>
                  <a:pt x="1632" y="273"/>
                </a:lnTo>
                <a:lnTo>
                  <a:pt x="1634" y="294"/>
                </a:lnTo>
                <a:lnTo>
                  <a:pt x="1639" y="301"/>
                </a:lnTo>
                <a:lnTo>
                  <a:pt x="1644" y="311"/>
                </a:lnTo>
                <a:lnTo>
                  <a:pt x="1648" y="316"/>
                </a:lnTo>
                <a:lnTo>
                  <a:pt x="1656" y="320"/>
                </a:lnTo>
                <a:lnTo>
                  <a:pt x="1663" y="325"/>
                </a:lnTo>
                <a:lnTo>
                  <a:pt x="1672" y="325"/>
                </a:lnTo>
                <a:lnTo>
                  <a:pt x="1672" y="325"/>
                </a:lnTo>
                <a:lnTo>
                  <a:pt x="1689" y="323"/>
                </a:lnTo>
                <a:lnTo>
                  <a:pt x="1701" y="318"/>
                </a:lnTo>
                <a:lnTo>
                  <a:pt x="1701" y="294"/>
                </a:lnTo>
                <a:lnTo>
                  <a:pt x="1672" y="294"/>
                </a:lnTo>
                <a:lnTo>
                  <a:pt x="1672" y="263"/>
                </a:lnTo>
                <a:lnTo>
                  <a:pt x="1745" y="263"/>
                </a:lnTo>
                <a:lnTo>
                  <a:pt x="1745" y="337"/>
                </a:lnTo>
                <a:lnTo>
                  <a:pt x="1745" y="337"/>
                </a:lnTo>
                <a:lnTo>
                  <a:pt x="1728" y="349"/>
                </a:lnTo>
                <a:lnTo>
                  <a:pt x="1711" y="356"/>
                </a:lnTo>
                <a:lnTo>
                  <a:pt x="1692" y="361"/>
                </a:lnTo>
                <a:lnTo>
                  <a:pt x="1677" y="363"/>
                </a:lnTo>
                <a:lnTo>
                  <a:pt x="1677" y="363"/>
                </a:lnTo>
                <a:lnTo>
                  <a:pt x="1656" y="361"/>
                </a:lnTo>
                <a:lnTo>
                  <a:pt x="1639" y="356"/>
                </a:lnTo>
                <a:lnTo>
                  <a:pt x="1622" y="349"/>
                </a:lnTo>
                <a:lnTo>
                  <a:pt x="1610" y="339"/>
                </a:lnTo>
                <a:lnTo>
                  <a:pt x="1600" y="325"/>
                </a:lnTo>
                <a:lnTo>
                  <a:pt x="1593" y="311"/>
                </a:lnTo>
                <a:lnTo>
                  <a:pt x="1588" y="292"/>
                </a:lnTo>
                <a:lnTo>
                  <a:pt x="1586" y="273"/>
                </a:lnTo>
                <a:lnTo>
                  <a:pt x="1586" y="273"/>
                </a:lnTo>
                <a:close/>
                <a:moveTo>
                  <a:pt x="1468" y="296"/>
                </a:moveTo>
                <a:lnTo>
                  <a:pt x="1490" y="232"/>
                </a:lnTo>
                <a:lnTo>
                  <a:pt x="1511" y="296"/>
                </a:lnTo>
                <a:lnTo>
                  <a:pt x="1468" y="296"/>
                </a:lnTo>
                <a:close/>
                <a:moveTo>
                  <a:pt x="1401" y="356"/>
                </a:moveTo>
                <a:lnTo>
                  <a:pt x="1449" y="356"/>
                </a:lnTo>
                <a:lnTo>
                  <a:pt x="1456" y="330"/>
                </a:lnTo>
                <a:lnTo>
                  <a:pt x="1524" y="330"/>
                </a:lnTo>
                <a:lnTo>
                  <a:pt x="1533" y="356"/>
                </a:lnTo>
                <a:lnTo>
                  <a:pt x="1579" y="356"/>
                </a:lnTo>
                <a:lnTo>
                  <a:pt x="1514" y="186"/>
                </a:lnTo>
                <a:lnTo>
                  <a:pt x="1466" y="186"/>
                </a:lnTo>
                <a:lnTo>
                  <a:pt x="1401" y="356"/>
                </a:lnTo>
                <a:close/>
                <a:moveTo>
                  <a:pt x="1233" y="356"/>
                </a:moveTo>
                <a:lnTo>
                  <a:pt x="1274" y="356"/>
                </a:lnTo>
                <a:lnTo>
                  <a:pt x="1274" y="256"/>
                </a:lnTo>
                <a:lnTo>
                  <a:pt x="1334" y="356"/>
                </a:lnTo>
                <a:lnTo>
                  <a:pt x="1382" y="356"/>
                </a:lnTo>
                <a:lnTo>
                  <a:pt x="1382" y="186"/>
                </a:lnTo>
                <a:lnTo>
                  <a:pt x="1338" y="186"/>
                </a:lnTo>
                <a:lnTo>
                  <a:pt x="1338" y="287"/>
                </a:lnTo>
                <a:lnTo>
                  <a:pt x="1278" y="186"/>
                </a:lnTo>
                <a:lnTo>
                  <a:pt x="1233" y="186"/>
                </a:lnTo>
                <a:lnTo>
                  <a:pt x="1233" y="356"/>
                </a:lnTo>
                <a:close/>
                <a:moveTo>
                  <a:pt x="1040" y="289"/>
                </a:moveTo>
                <a:lnTo>
                  <a:pt x="1040" y="268"/>
                </a:lnTo>
                <a:lnTo>
                  <a:pt x="1108" y="268"/>
                </a:lnTo>
                <a:lnTo>
                  <a:pt x="1108" y="198"/>
                </a:lnTo>
                <a:lnTo>
                  <a:pt x="1134" y="198"/>
                </a:lnTo>
                <a:lnTo>
                  <a:pt x="1134" y="268"/>
                </a:lnTo>
                <a:lnTo>
                  <a:pt x="1201" y="268"/>
                </a:lnTo>
                <a:lnTo>
                  <a:pt x="1201" y="289"/>
                </a:lnTo>
                <a:lnTo>
                  <a:pt x="1134" y="289"/>
                </a:lnTo>
                <a:lnTo>
                  <a:pt x="1134" y="356"/>
                </a:lnTo>
                <a:lnTo>
                  <a:pt x="1108" y="356"/>
                </a:lnTo>
                <a:lnTo>
                  <a:pt x="1108" y="289"/>
                </a:lnTo>
                <a:lnTo>
                  <a:pt x="1040" y="289"/>
                </a:lnTo>
                <a:close/>
                <a:moveTo>
                  <a:pt x="894" y="356"/>
                </a:moveTo>
                <a:lnTo>
                  <a:pt x="1021" y="356"/>
                </a:lnTo>
                <a:lnTo>
                  <a:pt x="1021" y="318"/>
                </a:lnTo>
                <a:lnTo>
                  <a:pt x="937" y="318"/>
                </a:lnTo>
                <a:lnTo>
                  <a:pt x="937" y="289"/>
                </a:lnTo>
                <a:lnTo>
                  <a:pt x="1007" y="289"/>
                </a:lnTo>
                <a:lnTo>
                  <a:pt x="1007" y="253"/>
                </a:lnTo>
                <a:lnTo>
                  <a:pt x="937" y="253"/>
                </a:lnTo>
                <a:lnTo>
                  <a:pt x="937" y="225"/>
                </a:lnTo>
                <a:lnTo>
                  <a:pt x="1016" y="225"/>
                </a:lnTo>
                <a:lnTo>
                  <a:pt x="1016" y="186"/>
                </a:lnTo>
                <a:lnTo>
                  <a:pt x="894" y="186"/>
                </a:lnTo>
                <a:lnTo>
                  <a:pt x="894" y="356"/>
                </a:lnTo>
                <a:close/>
                <a:moveTo>
                  <a:pt x="704" y="356"/>
                </a:moveTo>
                <a:lnTo>
                  <a:pt x="747" y="356"/>
                </a:lnTo>
                <a:lnTo>
                  <a:pt x="747" y="256"/>
                </a:lnTo>
                <a:lnTo>
                  <a:pt x="807" y="356"/>
                </a:lnTo>
                <a:lnTo>
                  <a:pt x="853" y="356"/>
                </a:lnTo>
                <a:lnTo>
                  <a:pt x="853" y="186"/>
                </a:lnTo>
                <a:lnTo>
                  <a:pt x="812" y="186"/>
                </a:lnTo>
                <a:lnTo>
                  <a:pt x="812" y="287"/>
                </a:lnTo>
                <a:lnTo>
                  <a:pt x="750" y="186"/>
                </a:lnTo>
                <a:lnTo>
                  <a:pt x="704" y="186"/>
                </a:lnTo>
                <a:lnTo>
                  <a:pt x="704" y="356"/>
                </a:lnTo>
                <a:close/>
                <a:moveTo>
                  <a:pt x="514" y="356"/>
                </a:moveTo>
                <a:lnTo>
                  <a:pt x="560" y="356"/>
                </a:lnTo>
                <a:lnTo>
                  <a:pt x="560" y="292"/>
                </a:lnTo>
                <a:lnTo>
                  <a:pt x="620" y="292"/>
                </a:lnTo>
                <a:lnTo>
                  <a:pt x="620" y="356"/>
                </a:lnTo>
                <a:lnTo>
                  <a:pt x="666" y="356"/>
                </a:lnTo>
                <a:lnTo>
                  <a:pt x="666" y="186"/>
                </a:lnTo>
                <a:lnTo>
                  <a:pt x="620" y="186"/>
                </a:lnTo>
                <a:lnTo>
                  <a:pt x="620" y="251"/>
                </a:lnTo>
                <a:lnTo>
                  <a:pt x="560" y="251"/>
                </a:lnTo>
                <a:lnTo>
                  <a:pt x="560" y="186"/>
                </a:lnTo>
                <a:lnTo>
                  <a:pt x="514" y="186"/>
                </a:lnTo>
                <a:lnTo>
                  <a:pt x="514" y="356"/>
                </a:lnTo>
                <a:close/>
                <a:moveTo>
                  <a:pt x="353" y="356"/>
                </a:moveTo>
                <a:lnTo>
                  <a:pt x="481" y="356"/>
                </a:lnTo>
                <a:lnTo>
                  <a:pt x="481" y="318"/>
                </a:lnTo>
                <a:lnTo>
                  <a:pt x="396" y="318"/>
                </a:lnTo>
                <a:lnTo>
                  <a:pt x="396" y="289"/>
                </a:lnTo>
                <a:lnTo>
                  <a:pt x="466" y="289"/>
                </a:lnTo>
                <a:lnTo>
                  <a:pt x="466" y="253"/>
                </a:lnTo>
                <a:lnTo>
                  <a:pt x="396" y="253"/>
                </a:lnTo>
                <a:lnTo>
                  <a:pt x="396" y="225"/>
                </a:lnTo>
                <a:lnTo>
                  <a:pt x="476" y="225"/>
                </a:lnTo>
                <a:lnTo>
                  <a:pt x="476" y="186"/>
                </a:lnTo>
                <a:lnTo>
                  <a:pt x="353" y="186"/>
                </a:lnTo>
                <a:lnTo>
                  <a:pt x="353" y="356"/>
                </a:lnTo>
                <a:close/>
                <a:moveTo>
                  <a:pt x="168" y="287"/>
                </a:moveTo>
                <a:lnTo>
                  <a:pt x="168" y="287"/>
                </a:lnTo>
                <a:lnTo>
                  <a:pt x="168" y="306"/>
                </a:lnTo>
                <a:lnTo>
                  <a:pt x="173" y="323"/>
                </a:lnTo>
                <a:lnTo>
                  <a:pt x="180" y="335"/>
                </a:lnTo>
                <a:lnTo>
                  <a:pt x="190" y="344"/>
                </a:lnTo>
                <a:lnTo>
                  <a:pt x="202" y="354"/>
                </a:lnTo>
                <a:lnTo>
                  <a:pt x="214" y="359"/>
                </a:lnTo>
                <a:lnTo>
                  <a:pt x="226" y="361"/>
                </a:lnTo>
                <a:lnTo>
                  <a:pt x="243" y="363"/>
                </a:lnTo>
                <a:lnTo>
                  <a:pt x="243" y="363"/>
                </a:lnTo>
                <a:lnTo>
                  <a:pt x="257" y="361"/>
                </a:lnTo>
                <a:lnTo>
                  <a:pt x="269" y="359"/>
                </a:lnTo>
                <a:lnTo>
                  <a:pt x="284" y="354"/>
                </a:lnTo>
                <a:lnTo>
                  <a:pt x="293" y="344"/>
                </a:lnTo>
                <a:lnTo>
                  <a:pt x="303" y="335"/>
                </a:lnTo>
                <a:lnTo>
                  <a:pt x="310" y="323"/>
                </a:lnTo>
                <a:lnTo>
                  <a:pt x="315" y="306"/>
                </a:lnTo>
                <a:lnTo>
                  <a:pt x="315" y="287"/>
                </a:lnTo>
                <a:lnTo>
                  <a:pt x="315" y="186"/>
                </a:lnTo>
                <a:lnTo>
                  <a:pt x="269" y="186"/>
                </a:lnTo>
                <a:lnTo>
                  <a:pt x="269" y="294"/>
                </a:lnTo>
                <a:lnTo>
                  <a:pt x="269" y="294"/>
                </a:lnTo>
                <a:lnTo>
                  <a:pt x="267" y="306"/>
                </a:lnTo>
                <a:lnTo>
                  <a:pt x="262" y="316"/>
                </a:lnTo>
                <a:lnTo>
                  <a:pt x="255" y="323"/>
                </a:lnTo>
                <a:lnTo>
                  <a:pt x="243" y="323"/>
                </a:lnTo>
                <a:lnTo>
                  <a:pt x="243" y="323"/>
                </a:lnTo>
                <a:lnTo>
                  <a:pt x="228" y="323"/>
                </a:lnTo>
                <a:lnTo>
                  <a:pt x="221" y="316"/>
                </a:lnTo>
                <a:lnTo>
                  <a:pt x="214" y="306"/>
                </a:lnTo>
                <a:lnTo>
                  <a:pt x="214" y="294"/>
                </a:lnTo>
                <a:lnTo>
                  <a:pt x="214" y="186"/>
                </a:lnTo>
                <a:lnTo>
                  <a:pt x="168" y="186"/>
                </a:lnTo>
                <a:lnTo>
                  <a:pt x="168" y="287"/>
                </a:lnTo>
                <a:close/>
                <a:moveTo>
                  <a:pt x="0" y="356"/>
                </a:moveTo>
                <a:lnTo>
                  <a:pt x="46" y="356"/>
                </a:lnTo>
                <a:lnTo>
                  <a:pt x="46" y="308"/>
                </a:lnTo>
                <a:lnTo>
                  <a:pt x="60" y="289"/>
                </a:lnTo>
                <a:lnTo>
                  <a:pt x="99" y="356"/>
                </a:lnTo>
                <a:lnTo>
                  <a:pt x="151" y="356"/>
                </a:lnTo>
                <a:lnTo>
                  <a:pt x="91" y="256"/>
                </a:lnTo>
                <a:lnTo>
                  <a:pt x="144" y="186"/>
                </a:lnTo>
                <a:lnTo>
                  <a:pt x="91" y="186"/>
                </a:lnTo>
                <a:lnTo>
                  <a:pt x="46" y="249"/>
                </a:lnTo>
                <a:lnTo>
                  <a:pt x="46" y="186"/>
                </a:lnTo>
                <a:lnTo>
                  <a:pt x="0" y="18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F52375E-B56B-469F-8222-E43636937DC3}"/>
              </a:ext>
            </a:extLst>
          </p:cNvPr>
          <p:cNvSpPr txBox="1">
            <a:spLocks/>
          </p:cNvSpPr>
          <p:nvPr/>
        </p:nvSpPr>
        <p:spPr>
          <a:xfrm>
            <a:off x="1006078" y="3145959"/>
            <a:ext cx="3234929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100">
                <a:solidFill>
                  <a:schemeClr val="bg1"/>
                </a:solidFill>
              </a:rPr>
              <a:t>Inspire. Empower. Deliver.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5FCCFC4-361D-2EB8-3ABB-F2B4E8ACB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ACD070C9-30FD-4CFC-95B5-5639DFECCCE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55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tags" Target="../tags/tag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463B09-5042-4E71-B45B-08D0E46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Click to enter slide title 24pt [do not stretch over logo]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77AC2-D2F1-4798-B6EE-9A91136CB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694A53DD-4F8B-48A9-80C7-6A73D2AE1E08}"/>
              </a:ext>
            </a:extLst>
          </p:cNvPr>
          <p:cNvSpPr>
            <a:spLocks noEditPoints="1"/>
          </p:cNvSpPr>
          <p:nvPr/>
        </p:nvSpPr>
        <p:spPr bwMode="auto">
          <a:xfrm>
            <a:off x="7291386" y="563563"/>
            <a:ext cx="1431000" cy="378000"/>
          </a:xfrm>
          <a:custGeom>
            <a:avLst/>
            <a:gdLst>
              <a:gd name="T0" fmla="*/ 3141 w 3494"/>
              <a:gd name="T1" fmla="*/ 205 h 700"/>
              <a:gd name="T2" fmla="*/ 3176 w 3494"/>
              <a:gd name="T3" fmla="*/ 239 h 700"/>
              <a:gd name="T4" fmla="*/ 3134 w 3494"/>
              <a:gd name="T5" fmla="*/ 274 h 700"/>
              <a:gd name="T6" fmla="*/ 2916 w 3494"/>
              <a:gd name="T7" fmla="*/ 617 h 700"/>
              <a:gd name="T8" fmla="*/ 3049 w 3494"/>
              <a:gd name="T9" fmla="*/ 687 h 700"/>
              <a:gd name="T10" fmla="*/ 3188 w 3494"/>
              <a:gd name="T11" fmla="*/ 697 h 700"/>
              <a:gd name="T12" fmla="*/ 3331 w 3494"/>
              <a:gd name="T13" fmla="*/ 644 h 700"/>
              <a:gd name="T14" fmla="*/ 3235 w 3494"/>
              <a:gd name="T15" fmla="*/ 625 h 700"/>
              <a:gd name="T16" fmla="*/ 3184 w 3494"/>
              <a:gd name="T17" fmla="*/ 306 h 700"/>
              <a:gd name="T18" fmla="*/ 3220 w 3494"/>
              <a:gd name="T19" fmla="*/ 224 h 700"/>
              <a:gd name="T20" fmla="*/ 3173 w 3494"/>
              <a:gd name="T21" fmla="*/ 167 h 700"/>
              <a:gd name="T22" fmla="*/ 3103 w 3494"/>
              <a:gd name="T23" fmla="*/ 171 h 700"/>
              <a:gd name="T24" fmla="*/ 3061 w 3494"/>
              <a:gd name="T25" fmla="*/ 232 h 700"/>
              <a:gd name="T26" fmla="*/ 3111 w 3494"/>
              <a:gd name="T27" fmla="*/ 310 h 700"/>
              <a:gd name="T28" fmla="*/ 3029 w 3494"/>
              <a:gd name="T29" fmla="*/ 617 h 700"/>
              <a:gd name="T30" fmla="*/ 2794 w 3494"/>
              <a:gd name="T31" fmla="*/ 294 h 700"/>
              <a:gd name="T32" fmla="*/ 2859 w 3494"/>
              <a:gd name="T33" fmla="*/ 140 h 700"/>
              <a:gd name="T34" fmla="*/ 2989 w 3494"/>
              <a:gd name="T35" fmla="*/ 34 h 700"/>
              <a:gd name="T36" fmla="*/ 3142 w 3494"/>
              <a:gd name="T37" fmla="*/ 0 h 700"/>
              <a:gd name="T38" fmla="*/ 3309 w 3494"/>
              <a:gd name="T39" fmla="*/ 42 h 700"/>
              <a:gd name="T40" fmla="*/ 3434 w 3494"/>
              <a:gd name="T41" fmla="*/ 152 h 700"/>
              <a:gd name="T42" fmla="*/ 3492 w 3494"/>
              <a:gd name="T43" fmla="*/ 311 h 700"/>
              <a:gd name="T44" fmla="*/ 3477 w 3494"/>
              <a:gd name="T45" fmla="*/ 456 h 700"/>
              <a:gd name="T46" fmla="*/ 3363 w 3494"/>
              <a:gd name="T47" fmla="*/ 530 h 700"/>
              <a:gd name="T48" fmla="*/ 3428 w 3494"/>
              <a:gd name="T49" fmla="*/ 347 h 700"/>
              <a:gd name="T50" fmla="*/ 3393 w 3494"/>
              <a:gd name="T51" fmla="*/ 210 h 700"/>
              <a:gd name="T52" fmla="*/ 3302 w 3494"/>
              <a:gd name="T53" fmla="*/ 108 h 700"/>
              <a:gd name="T54" fmla="*/ 3171 w 3494"/>
              <a:gd name="T55" fmla="*/ 61 h 700"/>
              <a:gd name="T56" fmla="*/ 3044 w 3494"/>
              <a:gd name="T57" fmla="*/ 77 h 700"/>
              <a:gd name="T58" fmla="*/ 2930 w 3494"/>
              <a:gd name="T59" fmla="*/ 155 h 700"/>
              <a:gd name="T60" fmla="*/ 2865 w 3494"/>
              <a:gd name="T61" fmla="*/ 276 h 700"/>
              <a:gd name="T62" fmla="*/ 2872 w 3494"/>
              <a:gd name="T63" fmla="*/ 444 h 700"/>
              <a:gd name="T64" fmla="*/ 2839 w 3494"/>
              <a:gd name="T65" fmla="*/ 526 h 700"/>
              <a:gd name="T66" fmla="*/ 2790 w 3494"/>
              <a:gd name="T67" fmla="*/ 380 h 700"/>
              <a:gd name="T68" fmla="*/ 2488 w 3494"/>
              <a:gd name="T69" fmla="*/ 457 h 700"/>
              <a:gd name="T70" fmla="*/ 2439 w 3494"/>
              <a:gd name="T71" fmla="*/ 288 h 700"/>
              <a:gd name="T72" fmla="*/ 2047 w 3494"/>
              <a:gd name="T73" fmla="*/ 292 h 700"/>
              <a:gd name="T74" fmla="*/ 2130 w 3494"/>
              <a:gd name="T75" fmla="*/ 234 h 700"/>
              <a:gd name="T76" fmla="*/ 2210 w 3494"/>
              <a:gd name="T77" fmla="*/ 258 h 700"/>
              <a:gd name="T78" fmla="*/ 2177 w 3494"/>
              <a:gd name="T79" fmla="*/ 301 h 700"/>
              <a:gd name="T80" fmla="*/ 2131 w 3494"/>
              <a:gd name="T81" fmla="*/ 283 h 700"/>
              <a:gd name="T82" fmla="*/ 2093 w 3494"/>
              <a:gd name="T83" fmla="*/ 349 h 700"/>
              <a:gd name="T84" fmla="*/ 2140 w 3494"/>
              <a:gd name="T85" fmla="*/ 417 h 700"/>
              <a:gd name="T86" fmla="*/ 2237 w 3494"/>
              <a:gd name="T87" fmla="*/ 336 h 700"/>
              <a:gd name="T88" fmla="*/ 2149 w 3494"/>
              <a:gd name="T89" fmla="*/ 465 h 700"/>
              <a:gd name="T90" fmla="*/ 2058 w 3494"/>
              <a:gd name="T91" fmla="*/ 426 h 700"/>
              <a:gd name="T92" fmla="*/ 1911 w 3494"/>
              <a:gd name="T93" fmla="*/ 297 h 700"/>
              <a:gd name="T94" fmla="*/ 1880 w 3494"/>
              <a:gd name="T95" fmla="*/ 240 h 700"/>
              <a:gd name="T96" fmla="*/ 1638 w 3494"/>
              <a:gd name="T97" fmla="*/ 240 h 700"/>
              <a:gd name="T98" fmla="*/ 1541 w 3494"/>
              <a:gd name="T99" fmla="*/ 370 h 700"/>
              <a:gd name="T100" fmla="*/ 1202 w 3494"/>
              <a:gd name="T101" fmla="*/ 370 h 700"/>
              <a:gd name="T102" fmla="*/ 958 w 3494"/>
              <a:gd name="T103" fmla="*/ 457 h 700"/>
              <a:gd name="T104" fmla="*/ 659 w 3494"/>
              <a:gd name="T105" fmla="*/ 457 h 700"/>
              <a:gd name="T106" fmla="*/ 716 w 3494"/>
              <a:gd name="T107" fmla="*/ 240 h 700"/>
              <a:gd name="T108" fmla="*/ 509 w 3494"/>
              <a:gd name="T109" fmla="*/ 325 h 700"/>
              <a:gd name="T110" fmla="*/ 219 w 3494"/>
              <a:gd name="T111" fmla="*/ 404 h 700"/>
              <a:gd name="T112" fmla="*/ 282 w 3494"/>
              <a:gd name="T113" fmla="*/ 463 h 700"/>
              <a:gd name="T114" fmla="*/ 362 w 3494"/>
              <a:gd name="T115" fmla="*/ 453 h 700"/>
              <a:gd name="T116" fmla="*/ 405 w 3494"/>
              <a:gd name="T117" fmla="*/ 368 h 700"/>
              <a:gd name="T118" fmla="*/ 325 w 3494"/>
              <a:gd name="T119" fmla="*/ 413 h 700"/>
              <a:gd name="T120" fmla="*/ 274 w 3494"/>
              <a:gd name="T121" fmla="*/ 385 h 700"/>
              <a:gd name="T122" fmla="*/ 194 w 3494"/>
              <a:gd name="T123" fmla="*/ 45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494" h="700">
                <a:moveTo>
                  <a:pt x="3106" y="239"/>
                </a:moveTo>
                <a:lnTo>
                  <a:pt x="3106" y="239"/>
                </a:lnTo>
                <a:lnTo>
                  <a:pt x="3107" y="232"/>
                </a:lnTo>
                <a:lnTo>
                  <a:pt x="3109" y="225"/>
                </a:lnTo>
                <a:lnTo>
                  <a:pt x="3113" y="220"/>
                </a:lnTo>
                <a:lnTo>
                  <a:pt x="3117" y="215"/>
                </a:lnTo>
                <a:lnTo>
                  <a:pt x="3122" y="210"/>
                </a:lnTo>
                <a:lnTo>
                  <a:pt x="3128" y="207"/>
                </a:lnTo>
                <a:lnTo>
                  <a:pt x="3134" y="205"/>
                </a:lnTo>
                <a:lnTo>
                  <a:pt x="3141" y="205"/>
                </a:lnTo>
                <a:lnTo>
                  <a:pt x="3141" y="205"/>
                </a:lnTo>
                <a:lnTo>
                  <a:pt x="3148" y="205"/>
                </a:lnTo>
                <a:lnTo>
                  <a:pt x="3155" y="207"/>
                </a:lnTo>
                <a:lnTo>
                  <a:pt x="3161" y="210"/>
                </a:lnTo>
                <a:lnTo>
                  <a:pt x="3166" y="215"/>
                </a:lnTo>
                <a:lnTo>
                  <a:pt x="3171" y="220"/>
                </a:lnTo>
                <a:lnTo>
                  <a:pt x="3174" y="225"/>
                </a:lnTo>
                <a:lnTo>
                  <a:pt x="3176" y="232"/>
                </a:lnTo>
                <a:lnTo>
                  <a:pt x="3176" y="239"/>
                </a:lnTo>
                <a:lnTo>
                  <a:pt x="3176" y="239"/>
                </a:lnTo>
                <a:lnTo>
                  <a:pt x="3176" y="247"/>
                </a:lnTo>
                <a:lnTo>
                  <a:pt x="3174" y="253"/>
                </a:lnTo>
                <a:lnTo>
                  <a:pt x="3171" y="260"/>
                </a:lnTo>
                <a:lnTo>
                  <a:pt x="3166" y="264"/>
                </a:lnTo>
                <a:lnTo>
                  <a:pt x="3161" y="268"/>
                </a:lnTo>
                <a:lnTo>
                  <a:pt x="3155" y="272"/>
                </a:lnTo>
                <a:lnTo>
                  <a:pt x="3148" y="274"/>
                </a:lnTo>
                <a:lnTo>
                  <a:pt x="3141" y="275"/>
                </a:lnTo>
                <a:lnTo>
                  <a:pt x="3141" y="275"/>
                </a:lnTo>
                <a:lnTo>
                  <a:pt x="3134" y="274"/>
                </a:lnTo>
                <a:lnTo>
                  <a:pt x="3128" y="272"/>
                </a:lnTo>
                <a:lnTo>
                  <a:pt x="3122" y="268"/>
                </a:lnTo>
                <a:lnTo>
                  <a:pt x="3117" y="264"/>
                </a:lnTo>
                <a:lnTo>
                  <a:pt x="3113" y="260"/>
                </a:lnTo>
                <a:lnTo>
                  <a:pt x="3109" y="253"/>
                </a:lnTo>
                <a:lnTo>
                  <a:pt x="3107" y="247"/>
                </a:lnTo>
                <a:lnTo>
                  <a:pt x="3106" y="239"/>
                </a:lnTo>
                <a:lnTo>
                  <a:pt x="3106" y="239"/>
                </a:lnTo>
                <a:close/>
                <a:moveTo>
                  <a:pt x="2916" y="617"/>
                </a:moveTo>
                <a:lnTo>
                  <a:pt x="2916" y="617"/>
                </a:lnTo>
                <a:lnTo>
                  <a:pt x="2928" y="627"/>
                </a:lnTo>
                <a:lnTo>
                  <a:pt x="2940" y="636"/>
                </a:lnTo>
                <a:lnTo>
                  <a:pt x="2953" y="644"/>
                </a:lnTo>
                <a:lnTo>
                  <a:pt x="2966" y="653"/>
                </a:lnTo>
                <a:lnTo>
                  <a:pt x="2978" y="660"/>
                </a:lnTo>
                <a:lnTo>
                  <a:pt x="2992" y="667"/>
                </a:lnTo>
                <a:lnTo>
                  <a:pt x="3006" y="673"/>
                </a:lnTo>
                <a:lnTo>
                  <a:pt x="3020" y="679"/>
                </a:lnTo>
                <a:lnTo>
                  <a:pt x="3034" y="683"/>
                </a:lnTo>
                <a:lnTo>
                  <a:pt x="3049" y="687"/>
                </a:lnTo>
                <a:lnTo>
                  <a:pt x="3064" y="691"/>
                </a:lnTo>
                <a:lnTo>
                  <a:pt x="3079" y="695"/>
                </a:lnTo>
                <a:lnTo>
                  <a:pt x="3094" y="697"/>
                </a:lnTo>
                <a:lnTo>
                  <a:pt x="3111" y="698"/>
                </a:lnTo>
                <a:lnTo>
                  <a:pt x="3126" y="699"/>
                </a:lnTo>
                <a:lnTo>
                  <a:pt x="3142" y="700"/>
                </a:lnTo>
                <a:lnTo>
                  <a:pt x="3142" y="700"/>
                </a:lnTo>
                <a:lnTo>
                  <a:pt x="3157" y="699"/>
                </a:lnTo>
                <a:lnTo>
                  <a:pt x="3173" y="698"/>
                </a:lnTo>
                <a:lnTo>
                  <a:pt x="3188" y="697"/>
                </a:lnTo>
                <a:lnTo>
                  <a:pt x="3204" y="695"/>
                </a:lnTo>
                <a:lnTo>
                  <a:pt x="3219" y="691"/>
                </a:lnTo>
                <a:lnTo>
                  <a:pt x="3234" y="687"/>
                </a:lnTo>
                <a:lnTo>
                  <a:pt x="3248" y="683"/>
                </a:lnTo>
                <a:lnTo>
                  <a:pt x="3263" y="679"/>
                </a:lnTo>
                <a:lnTo>
                  <a:pt x="3277" y="673"/>
                </a:lnTo>
                <a:lnTo>
                  <a:pt x="3291" y="667"/>
                </a:lnTo>
                <a:lnTo>
                  <a:pt x="3305" y="660"/>
                </a:lnTo>
                <a:lnTo>
                  <a:pt x="3318" y="653"/>
                </a:lnTo>
                <a:lnTo>
                  <a:pt x="3331" y="644"/>
                </a:lnTo>
                <a:lnTo>
                  <a:pt x="3344" y="636"/>
                </a:lnTo>
                <a:lnTo>
                  <a:pt x="3355" y="627"/>
                </a:lnTo>
                <a:lnTo>
                  <a:pt x="3366" y="617"/>
                </a:lnTo>
                <a:lnTo>
                  <a:pt x="3323" y="571"/>
                </a:lnTo>
                <a:lnTo>
                  <a:pt x="3323" y="571"/>
                </a:lnTo>
                <a:lnTo>
                  <a:pt x="3307" y="585"/>
                </a:lnTo>
                <a:lnTo>
                  <a:pt x="3290" y="597"/>
                </a:lnTo>
                <a:lnTo>
                  <a:pt x="3273" y="608"/>
                </a:lnTo>
                <a:lnTo>
                  <a:pt x="3254" y="617"/>
                </a:lnTo>
                <a:lnTo>
                  <a:pt x="3235" y="625"/>
                </a:lnTo>
                <a:lnTo>
                  <a:pt x="3215" y="631"/>
                </a:lnTo>
                <a:lnTo>
                  <a:pt x="3194" y="637"/>
                </a:lnTo>
                <a:lnTo>
                  <a:pt x="3173" y="639"/>
                </a:lnTo>
                <a:lnTo>
                  <a:pt x="3173" y="393"/>
                </a:lnTo>
                <a:lnTo>
                  <a:pt x="3233" y="393"/>
                </a:lnTo>
                <a:lnTo>
                  <a:pt x="3233" y="347"/>
                </a:lnTo>
                <a:lnTo>
                  <a:pt x="3173" y="347"/>
                </a:lnTo>
                <a:lnTo>
                  <a:pt x="3173" y="310"/>
                </a:lnTo>
                <a:lnTo>
                  <a:pt x="3173" y="310"/>
                </a:lnTo>
                <a:lnTo>
                  <a:pt x="3184" y="306"/>
                </a:lnTo>
                <a:lnTo>
                  <a:pt x="3192" y="300"/>
                </a:lnTo>
                <a:lnTo>
                  <a:pt x="3201" y="292"/>
                </a:lnTo>
                <a:lnTo>
                  <a:pt x="3208" y="283"/>
                </a:lnTo>
                <a:lnTo>
                  <a:pt x="3214" y="275"/>
                </a:lnTo>
                <a:lnTo>
                  <a:pt x="3218" y="264"/>
                </a:lnTo>
                <a:lnTo>
                  <a:pt x="3221" y="252"/>
                </a:lnTo>
                <a:lnTo>
                  <a:pt x="3222" y="240"/>
                </a:lnTo>
                <a:lnTo>
                  <a:pt x="3222" y="240"/>
                </a:lnTo>
                <a:lnTo>
                  <a:pt x="3221" y="232"/>
                </a:lnTo>
                <a:lnTo>
                  <a:pt x="3220" y="224"/>
                </a:lnTo>
                <a:lnTo>
                  <a:pt x="3218" y="217"/>
                </a:lnTo>
                <a:lnTo>
                  <a:pt x="3216" y="209"/>
                </a:lnTo>
                <a:lnTo>
                  <a:pt x="3213" y="202"/>
                </a:lnTo>
                <a:lnTo>
                  <a:pt x="3208" y="195"/>
                </a:lnTo>
                <a:lnTo>
                  <a:pt x="3204" y="189"/>
                </a:lnTo>
                <a:lnTo>
                  <a:pt x="3199" y="184"/>
                </a:lnTo>
                <a:lnTo>
                  <a:pt x="3193" y="179"/>
                </a:lnTo>
                <a:lnTo>
                  <a:pt x="3187" y="174"/>
                </a:lnTo>
                <a:lnTo>
                  <a:pt x="3180" y="171"/>
                </a:lnTo>
                <a:lnTo>
                  <a:pt x="3173" y="167"/>
                </a:lnTo>
                <a:lnTo>
                  <a:pt x="3165" y="164"/>
                </a:lnTo>
                <a:lnTo>
                  <a:pt x="3158" y="162"/>
                </a:lnTo>
                <a:lnTo>
                  <a:pt x="3150" y="161"/>
                </a:lnTo>
                <a:lnTo>
                  <a:pt x="3142" y="161"/>
                </a:lnTo>
                <a:lnTo>
                  <a:pt x="3142" y="161"/>
                </a:lnTo>
                <a:lnTo>
                  <a:pt x="3133" y="161"/>
                </a:lnTo>
                <a:lnTo>
                  <a:pt x="3126" y="162"/>
                </a:lnTo>
                <a:lnTo>
                  <a:pt x="3118" y="164"/>
                </a:lnTo>
                <a:lnTo>
                  <a:pt x="3111" y="167"/>
                </a:lnTo>
                <a:lnTo>
                  <a:pt x="3103" y="171"/>
                </a:lnTo>
                <a:lnTo>
                  <a:pt x="3097" y="174"/>
                </a:lnTo>
                <a:lnTo>
                  <a:pt x="3090" y="179"/>
                </a:lnTo>
                <a:lnTo>
                  <a:pt x="3085" y="184"/>
                </a:lnTo>
                <a:lnTo>
                  <a:pt x="3079" y="189"/>
                </a:lnTo>
                <a:lnTo>
                  <a:pt x="3075" y="195"/>
                </a:lnTo>
                <a:lnTo>
                  <a:pt x="3071" y="202"/>
                </a:lnTo>
                <a:lnTo>
                  <a:pt x="3068" y="209"/>
                </a:lnTo>
                <a:lnTo>
                  <a:pt x="3064" y="217"/>
                </a:lnTo>
                <a:lnTo>
                  <a:pt x="3062" y="224"/>
                </a:lnTo>
                <a:lnTo>
                  <a:pt x="3061" y="232"/>
                </a:lnTo>
                <a:lnTo>
                  <a:pt x="3061" y="240"/>
                </a:lnTo>
                <a:lnTo>
                  <a:pt x="3061" y="240"/>
                </a:lnTo>
                <a:lnTo>
                  <a:pt x="3062" y="252"/>
                </a:lnTo>
                <a:lnTo>
                  <a:pt x="3064" y="264"/>
                </a:lnTo>
                <a:lnTo>
                  <a:pt x="3069" y="275"/>
                </a:lnTo>
                <a:lnTo>
                  <a:pt x="3075" y="283"/>
                </a:lnTo>
                <a:lnTo>
                  <a:pt x="3082" y="292"/>
                </a:lnTo>
                <a:lnTo>
                  <a:pt x="3090" y="300"/>
                </a:lnTo>
                <a:lnTo>
                  <a:pt x="3100" y="306"/>
                </a:lnTo>
                <a:lnTo>
                  <a:pt x="3111" y="310"/>
                </a:lnTo>
                <a:lnTo>
                  <a:pt x="3111" y="347"/>
                </a:lnTo>
                <a:lnTo>
                  <a:pt x="3050" y="347"/>
                </a:lnTo>
                <a:lnTo>
                  <a:pt x="3050" y="393"/>
                </a:lnTo>
                <a:lnTo>
                  <a:pt x="3111" y="393"/>
                </a:lnTo>
                <a:lnTo>
                  <a:pt x="3111" y="639"/>
                </a:lnTo>
                <a:lnTo>
                  <a:pt x="3111" y="639"/>
                </a:lnTo>
                <a:lnTo>
                  <a:pt x="3089" y="637"/>
                </a:lnTo>
                <a:lnTo>
                  <a:pt x="3069" y="631"/>
                </a:lnTo>
                <a:lnTo>
                  <a:pt x="3048" y="625"/>
                </a:lnTo>
                <a:lnTo>
                  <a:pt x="3029" y="617"/>
                </a:lnTo>
                <a:lnTo>
                  <a:pt x="3011" y="608"/>
                </a:lnTo>
                <a:lnTo>
                  <a:pt x="2992" y="597"/>
                </a:lnTo>
                <a:lnTo>
                  <a:pt x="2976" y="585"/>
                </a:lnTo>
                <a:lnTo>
                  <a:pt x="2960" y="571"/>
                </a:lnTo>
                <a:lnTo>
                  <a:pt x="2916" y="617"/>
                </a:lnTo>
                <a:close/>
                <a:moveTo>
                  <a:pt x="2789" y="347"/>
                </a:moveTo>
                <a:lnTo>
                  <a:pt x="2789" y="347"/>
                </a:lnTo>
                <a:lnTo>
                  <a:pt x="2789" y="330"/>
                </a:lnTo>
                <a:lnTo>
                  <a:pt x="2792" y="311"/>
                </a:lnTo>
                <a:lnTo>
                  <a:pt x="2794" y="294"/>
                </a:lnTo>
                <a:lnTo>
                  <a:pt x="2797" y="277"/>
                </a:lnTo>
                <a:lnTo>
                  <a:pt x="2800" y="261"/>
                </a:lnTo>
                <a:lnTo>
                  <a:pt x="2806" y="244"/>
                </a:lnTo>
                <a:lnTo>
                  <a:pt x="2811" y="228"/>
                </a:lnTo>
                <a:lnTo>
                  <a:pt x="2817" y="212"/>
                </a:lnTo>
                <a:lnTo>
                  <a:pt x="2824" y="196"/>
                </a:lnTo>
                <a:lnTo>
                  <a:pt x="2832" y="181"/>
                </a:lnTo>
                <a:lnTo>
                  <a:pt x="2840" y="167"/>
                </a:lnTo>
                <a:lnTo>
                  <a:pt x="2850" y="152"/>
                </a:lnTo>
                <a:lnTo>
                  <a:pt x="2859" y="140"/>
                </a:lnTo>
                <a:lnTo>
                  <a:pt x="2870" y="127"/>
                </a:lnTo>
                <a:lnTo>
                  <a:pt x="2881" y="114"/>
                </a:lnTo>
                <a:lnTo>
                  <a:pt x="2893" y="101"/>
                </a:lnTo>
                <a:lnTo>
                  <a:pt x="2905" y="90"/>
                </a:lnTo>
                <a:lnTo>
                  <a:pt x="2917" y="79"/>
                </a:lnTo>
                <a:lnTo>
                  <a:pt x="2931" y="69"/>
                </a:lnTo>
                <a:lnTo>
                  <a:pt x="2945" y="59"/>
                </a:lnTo>
                <a:lnTo>
                  <a:pt x="2959" y="49"/>
                </a:lnTo>
                <a:lnTo>
                  <a:pt x="2974" y="42"/>
                </a:lnTo>
                <a:lnTo>
                  <a:pt x="2989" y="34"/>
                </a:lnTo>
                <a:lnTo>
                  <a:pt x="3004" y="27"/>
                </a:lnTo>
                <a:lnTo>
                  <a:pt x="3020" y="20"/>
                </a:lnTo>
                <a:lnTo>
                  <a:pt x="3038" y="15"/>
                </a:lnTo>
                <a:lnTo>
                  <a:pt x="3054" y="11"/>
                </a:lnTo>
                <a:lnTo>
                  <a:pt x="3071" y="6"/>
                </a:lnTo>
                <a:lnTo>
                  <a:pt x="3088" y="3"/>
                </a:lnTo>
                <a:lnTo>
                  <a:pt x="3105" y="1"/>
                </a:lnTo>
                <a:lnTo>
                  <a:pt x="3123" y="0"/>
                </a:lnTo>
                <a:lnTo>
                  <a:pt x="3142" y="0"/>
                </a:lnTo>
                <a:lnTo>
                  <a:pt x="3142" y="0"/>
                </a:lnTo>
                <a:lnTo>
                  <a:pt x="3160" y="0"/>
                </a:lnTo>
                <a:lnTo>
                  <a:pt x="3177" y="1"/>
                </a:lnTo>
                <a:lnTo>
                  <a:pt x="3195" y="3"/>
                </a:lnTo>
                <a:lnTo>
                  <a:pt x="3213" y="6"/>
                </a:lnTo>
                <a:lnTo>
                  <a:pt x="3230" y="11"/>
                </a:lnTo>
                <a:lnTo>
                  <a:pt x="3246" y="15"/>
                </a:lnTo>
                <a:lnTo>
                  <a:pt x="3262" y="20"/>
                </a:lnTo>
                <a:lnTo>
                  <a:pt x="3278" y="27"/>
                </a:lnTo>
                <a:lnTo>
                  <a:pt x="3294" y="34"/>
                </a:lnTo>
                <a:lnTo>
                  <a:pt x="3309" y="42"/>
                </a:lnTo>
                <a:lnTo>
                  <a:pt x="3324" y="49"/>
                </a:lnTo>
                <a:lnTo>
                  <a:pt x="3338" y="59"/>
                </a:lnTo>
                <a:lnTo>
                  <a:pt x="3352" y="69"/>
                </a:lnTo>
                <a:lnTo>
                  <a:pt x="3365" y="79"/>
                </a:lnTo>
                <a:lnTo>
                  <a:pt x="3378" y="90"/>
                </a:lnTo>
                <a:lnTo>
                  <a:pt x="3391" y="101"/>
                </a:lnTo>
                <a:lnTo>
                  <a:pt x="3403" y="114"/>
                </a:lnTo>
                <a:lnTo>
                  <a:pt x="3413" y="127"/>
                </a:lnTo>
                <a:lnTo>
                  <a:pt x="3424" y="140"/>
                </a:lnTo>
                <a:lnTo>
                  <a:pt x="3434" y="152"/>
                </a:lnTo>
                <a:lnTo>
                  <a:pt x="3442" y="167"/>
                </a:lnTo>
                <a:lnTo>
                  <a:pt x="3451" y="181"/>
                </a:lnTo>
                <a:lnTo>
                  <a:pt x="3459" y="196"/>
                </a:lnTo>
                <a:lnTo>
                  <a:pt x="3466" y="212"/>
                </a:lnTo>
                <a:lnTo>
                  <a:pt x="3473" y="228"/>
                </a:lnTo>
                <a:lnTo>
                  <a:pt x="3478" y="244"/>
                </a:lnTo>
                <a:lnTo>
                  <a:pt x="3483" y="261"/>
                </a:lnTo>
                <a:lnTo>
                  <a:pt x="3486" y="277"/>
                </a:lnTo>
                <a:lnTo>
                  <a:pt x="3490" y="294"/>
                </a:lnTo>
                <a:lnTo>
                  <a:pt x="3492" y="311"/>
                </a:lnTo>
                <a:lnTo>
                  <a:pt x="3493" y="330"/>
                </a:lnTo>
                <a:lnTo>
                  <a:pt x="3494" y="347"/>
                </a:lnTo>
                <a:lnTo>
                  <a:pt x="3494" y="347"/>
                </a:lnTo>
                <a:lnTo>
                  <a:pt x="3494" y="364"/>
                </a:lnTo>
                <a:lnTo>
                  <a:pt x="3493" y="380"/>
                </a:lnTo>
                <a:lnTo>
                  <a:pt x="3491" y="395"/>
                </a:lnTo>
                <a:lnTo>
                  <a:pt x="3488" y="411"/>
                </a:lnTo>
                <a:lnTo>
                  <a:pt x="3484" y="426"/>
                </a:lnTo>
                <a:lnTo>
                  <a:pt x="3481" y="441"/>
                </a:lnTo>
                <a:lnTo>
                  <a:pt x="3477" y="456"/>
                </a:lnTo>
                <a:lnTo>
                  <a:pt x="3471" y="471"/>
                </a:lnTo>
                <a:lnTo>
                  <a:pt x="3465" y="485"/>
                </a:lnTo>
                <a:lnTo>
                  <a:pt x="3459" y="499"/>
                </a:lnTo>
                <a:lnTo>
                  <a:pt x="3452" y="513"/>
                </a:lnTo>
                <a:lnTo>
                  <a:pt x="3445" y="526"/>
                </a:lnTo>
                <a:lnTo>
                  <a:pt x="3436" y="539"/>
                </a:lnTo>
                <a:lnTo>
                  <a:pt x="3427" y="552"/>
                </a:lnTo>
                <a:lnTo>
                  <a:pt x="3419" y="565"/>
                </a:lnTo>
                <a:lnTo>
                  <a:pt x="3408" y="577"/>
                </a:lnTo>
                <a:lnTo>
                  <a:pt x="3363" y="530"/>
                </a:lnTo>
                <a:lnTo>
                  <a:pt x="3363" y="530"/>
                </a:lnTo>
                <a:lnTo>
                  <a:pt x="3378" y="511"/>
                </a:lnTo>
                <a:lnTo>
                  <a:pt x="3391" y="490"/>
                </a:lnTo>
                <a:lnTo>
                  <a:pt x="3402" y="468"/>
                </a:lnTo>
                <a:lnTo>
                  <a:pt x="3411" y="444"/>
                </a:lnTo>
                <a:lnTo>
                  <a:pt x="3419" y="421"/>
                </a:lnTo>
                <a:lnTo>
                  <a:pt x="3424" y="397"/>
                </a:lnTo>
                <a:lnTo>
                  <a:pt x="3427" y="373"/>
                </a:lnTo>
                <a:lnTo>
                  <a:pt x="3428" y="347"/>
                </a:lnTo>
                <a:lnTo>
                  <a:pt x="3428" y="347"/>
                </a:lnTo>
                <a:lnTo>
                  <a:pt x="3427" y="333"/>
                </a:lnTo>
                <a:lnTo>
                  <a:pt x="3426" y="318"/>
                </a:lnTo>
                <a:lnTo>
                  <a:pt x="3425" y="304"/>
                </a:lnTo>
                <a:lnTo>
                  <a:pt x="3422" y="290"/>
                </a:lnTo>
                <a:lnTo>
                  <a:pt x="3419" y="276"/>
                </a:lnTo>
                <a:lnTo>
                  <a:pt x="3416" y="262"/>
                </a:lnTo>
                <a:lnTo>
                  <a:pt x="3410" y="249"/>
                </a:lnTo>
                <a:lnTo>
                  <a:pt x="3406" y="236"/>
                </a:lnTo>
                <a:lnTo>
                  <a:pt x="3399" y="223"/>
                </a:lnTo>
                <a:lnTo>
                  <a:pt x="3393" y="210"/>
                </a:lnTo>
                <a:lnTo>
                  <a:pt x="3387" y="199"/>
                </a:lnTo>
                <a:lnTo>
                  <a:pt x="3379" y="187"/>
                </a:lnTo>
                <a:lnTo>
                  <a:pt x="3370" y="176"/>
                </a:lnTo>
                <a:lnTo>
                  <a:pt x="3362" y="164"/>
                </a:lnTo>
                <a:lnTo>
                  <a:pt x="3353" y="155"/>
                </a:lnTo>
                <a:lnTo>
                  <a:pt x="3344" y="144"/>
                </a:lnTo>
                <a:lnTo>
                  <a:pt x="3334" y="134"/>
                </a:lnTo>
                <a:lnTo>
                  <a:pt x="3323" y="126"/>
                </a:lnTo>
                <a:lnTo>
                  <a:pt x="3312" y="117"/>
                </a:lnTo>
                <a:lnTo>
                  <a:pt x="3302" y="108"/>
                </a:lnTo>
                <a:lnTo>
                  <a:pt x="3290" y="101"/>
                </a:lnTo>
                <a:lnTo>
                  <a:pt x="3278" y="94"/>
                </a:lnTo>
                <a:lnTo>
                  <a:pt x="3265" y="88"/>
                </a:lnTo>
                <a:lnTo>
                  <a:pt x="3252" y="82"/>
                </a:lnTo>
                <a:lnTo>
                  <a:pt x="3239" y="77"/>
                </a:lnTo>
                <a:lnTo>
                  <a:pt x="3227" y="72"/>
                </a:lnTo>
                <a:lnTo>
                  <a:pt x="3213" y="69"/>
                </a:lnTo>
                <a:lnTo>
                  <a:pt x="3199" y="65"/>
                </a:lnTo>
                <a:lnTo>
                  <a:pt x="3185" y="62"/>
                </a:lnTo>
                <a:lnTo>
                  <a:pt x="3171" y="61"/>
                </a:lnTo>
                <a:lnTo>
                  <a:pt x="3157" y="60"/>
                </a:lnTo>
                <a:lnTo>
                  <a:pt x="3142" y="59"/>
                </a:lnTo>
                <a:lnTo>
                  <a:pt x="3142" y="59"/>
                </a:lnTo>
                <a:lnTo>
                  <a:pt x="3127" y="60"/>
                </a:lnTo>
                <a:lnTo>
                  <a:pt x="3113" y="61"/>
                </a:lnTo>
                <a:lnTo>
                  <a:pt x="3099" y="62"/>
                </a:lnTo>
                <a:lnTo>
                  <a:pt x="3084" y="65"/>
                </a:lnTo>
                <a:lnTo>
                  <a:pt x="3071" y="69"/>
                </a:lnTo>
                <a:lnTo>
                  <a:pt x="3057" y="72"/>
                </a:lnTo>
                <a:lnTo>
                  <a:pt x="3044" y="77"/>
                </a:lnTo>
                <a:lnTo>
                  <a:pt x="3030" y="82"/>
                </a:lnTo>
                <a:lnTo>
                  <a:pt x="3018" y="88"/>
                </a:lnTo>
                <a:lnTo>
                  <a:pt x="3005" y="94"/>
                </a:lnTo>
                <a:lnTo>
                  <a:pt x="2993" y="101"/>
                </a:lnTo>
                <a:lnTo>
                  <a:pt x="2982" y="108"/>
                </a:lnTo>
                <a:lnTo>
                  <a:pt x="2971" y="117"/>
                </a:lnTo>
                <a:lnTo>
                  <a:pt x="2960" y="126"/>
                </a:lnTo>
                <a:lnTo>
                  <a:pt x="2949" y="134"/>
                </a:lnTo>
                <a:lnTo>
                  <a:pt x="2940" y="144"/>
                </a:lnTo>
                <a:lnTo>
                  <a:pt x="2930" y="155"/>
                </a:lnTo>
                <a:lnTo>
                  <a:pt x="2920" y="164"/>
                </a:lnTo>
                <a:lnTo>
                  <a:pt x="2912" y="176"/>
                </a:lnTo>
                <a:lnTo>
                  <a:pt x="2904" y="187"/>
                </a:lnTo>
                <a:lnTo>
                  <a:pt x="2897" y="199"/>
                </a:lnTo>
                <a:lnTo>
                  <a:pt x="2890" y="210"/>
                </a:lnTo>
                <a:lnTo>
                  <a:pt x="2884" y="223"/>
                </a:lnTo>
                <a:lnTo>
                  <a:pt x="2877" y="236"/>
                </a:lnTo>
                <a:lnTo>
                  <a:pt x="2872" y="249"/>
                </a:lnTo>
                <a:lnTo>
                  <a:pt x="2868" y="262"/>
                </a:lnTo>
                <a:lnTo>
                  <a:pt x="2865" y="276"/>
                </a:lnTo>
                <a:lnTo>
                  <a:pt x="2861" y="290"/>
                </a:lnTo>
                <a:lnTo>
                  <a:pt x="2858" y="304"/>
                </a:lnTo>
                <a:lnTo>
                  <a:pt x="2857" y="318"/>
                </a:lnTo>
                <a:lnTo>
                  <a:pt x="2855" y="333"/>
                </a:lnTo>
                <a:lnTo>
                  <a:pt x="2855" y="347"/>
                </a:lnTo>
                <a:lnTo>
                  <a:pt x="2855" y="347"/>
                </a:lnTo>
                <a:lnTo>
                  <a:pt x="2856" y="373"/>
                </a:lnTo>
                <a:lnTo>
                  <a:pt x="2859" y="397"/>
                </a:lnTo>
                <a:lnTo>
                  <a:pt x="2865" y="421"/>
                </a:lnTo>
                <a:lnTo>
                  <a:pt x="2872" y="444"/>
                </a:lnTo>
                <a:lnTo>
                  <a:pt x="2881" y="468"/>
                </a:lnTo>
                <a:lnTo>
                  <a:pt x="2893" y="490"/>
                </a:lnTo>
                <a:lnTo>
                  <a:pt x="2905" y="511"/>
                </a:lnTo>
                <a:lnTo>
                  <a:pt x="2920" y="530"/>
                </a:lnTo>
                <a:lnTo>
                  <a:pt x="2874" y="577"/>
                </a:lnTo>
                <a:lnTo>
                  <a:pt x="2874" y="577"/>
                </a:lnTo>
                <a:lnTo>
                  <a:pt x="2865" y="565"/>
                </a:lnTo>
                <a:lnTo>
                  <a:pt x="2856" y="552"/>
                </a:lnTo>
                <a:lnTo>
                  <a:pt x="2847" y="539"/>
                </a:lnTo>
                <a:lnTo>
                  <a:pt x="2839" y="526"/>
                </a:lnTo>
                <a:lnTo>
                  <a:pt x="2831" y="513"/>
                </a:lnTo>
                <a:lnTo>
                  <a:pt x="2824" y="499"/>
                </a:lnTo>
                <a:lnTo>
                  <a:pt x="2817" y="485"/>
                </a:lnTo>
                <a:lnTo>
                  <a:pt x="2812" y="471"/>
                </a:lnTo>
                <a:lnTo>
                  <a:pt x="2807" y="456"/>
                </a:lnTo>
                <a:lnTo>
                  <a:pt x="2802" y="441"/>
                </a:lnTo>
                <a:lnTo>
                  <a:pt x="2798" y="426"/>
                </a:lnTo>
                <a:lnTo>
                  <a:pt x="2795" y="411"/>
                </a:lnTo>
                <a:lnTo>
                  <a:pt x="2793" y="395"/>
                </a:lnTo>
                <a:lnTo>
                  <a:pt x="2790" y="380"/>
                </a:lnTo>
                <a:lnTo>
                  <a:pt x="2789" y="364"/>
                </a:lnTo>
                <a:lnTo>
                  <a:pt x="2789" y="347"/>
                </a:lnTo>
                <a:lnTo>
                  <a:pt x="2789" y="347"/>
                </a:lnTo>
                <a:close/>
                <a:moveTo>
                  <a:pt x="2488" y="457"/>
                </a:moveTo>
                <a:lnTo>
                  <a:pt x="2488" y="240"/>
                </a:lnTo>
                <a:lnTo>
                  <a:pt x="2547" y="240"/>
                </a:lnTo>
                <a:lnTo>
                  <a:pt x="2547" y="408"/>
                </a:lnTo>
                <a:lnTo>
                  <a:pt x="2645" y="408"/>
                </a:lnTo>
                <a:lnTo>
                  <a:pt x="2645" y="457"/>
                </a:lnTo>
                <a:lnTo>
                  <a:pt x="2488" y="457"/>
                </a:lnTo>
                <a:close/>
                <a:moveTo>
                  <a:pt x="2284" y="457"/>
                </a:moveTo>
                <a:lnTo>
                  <a:pt x="2445" y="457"/>
                </a:lnTo>
                <a:lnTo>
                  <a:pt x="2445" y="408"/>
                </a:lnTo>
                <a:lnTo>
                  <a:pt x="2338" y="408"/>
                </a:lnTo>
                <a:lnTo>
                  <a:pt x="2338" y="370"/>
                </a:lnTo>
                <a:lnTo>
                  <a:pt x="2426" y="370"/>
                </a:lnTo>
                <a:lnTo>
                  <a:pt x="2426" y="325"/>
                </a:lnTo>
                <a:lnTo>
                  <a:pt x="2338" y="325"/>
                </a:lnTo>
                <a:lnTo>
                  <a:pt x="2338" y="288"/>
                </a:lnTo>
                <a:lnTo>
                  <a:pt x="2439" y="288"/>
                </a:lnTo>
                <a:lnTo>
                  <a:pt x="2439" y="240"/>
                </a:lnTo>
                <a:lnTo>
                  <a:pt x="2284" y="240"/>
                </a:lnTo>
                <a:lnTo>
                  <a:pt x="2284" y="457"/>
                </a:lnTo>
                <a:close/>
                <a:moveTo>
                  <a:pt x="2035" y="349"/>
                </a:moveTo>
                <a:lnTo>
                  <a:pt x="2035" y="349"/>
                </a:lnTo>
                <a:lnTo>
                  <a:pt x="2035" y="336"/>
                </a:lnTo>
                <a:lnTo>
                  <a:pt x="2038" y="324"/>
                </a:lnTo>
                <a:lnTo>
                  <a:pt x="2040" y="313"/>
                </a:lnTo>
                <a:lnTo>
                  <a:pt x="2043" y="303"/>
                </a:lnTo>
                <a:lnTo>
                  <a:pt x="2047" y="292"/>
                </a:lnTo>
                <a:lnTo>
                  <a:pt x="2052" y="282"/>
                </a:lnTo>
                <a:lnTo>
                  <a:pt x="2057" y="274"/>
                </a:lnTo>
                <a:lnTo>
                  <a:pt x="2064" y="266"/>
                </a:lnTo>
                <a:lnTo>
                  <a:pt x="2071" y="259"/>
                </a:lnTo>
                <a:lnTo>
                  <a:pt x="2079" y="252"/>
                </a:lnTo>
                <a:lnTo>
                  <a:pt x="2088" y="247"/>
                </a:lnTo>
                <a:lnTo>
                  <a:pt x="2098" y="243"/>
                </a:lnTo>
                <a:lnTo>
                  <a:pt x="2107" y="238"/>
                </a:lnTo>
                <a:lnTo>
                  <a:pt x="2118" y="236"/>
                </a:lnTo>
                <a:lnTo>
                  <a:pt x="2130" y="234"/>
                </a:lnTo>
                <a:lnTo>
                  <a:pt x="2142" y="234"/>
                </a:lnTo>
                <a:lnTo>
                  <a:pt x="2142" y="234"/>
                </a:lnTo>
                <a:lnTo>
                  <a:pt x="2160" y="235"/>
                </a:lnTo>
                <a:lnTo>
                  <a:pt x="2168" y="236"/>
                </a:lnTo>
                <a:lnTo>
                  <a:pt x="2176" y="238"/>
                </a:lnTo>
                <a:lnTo>
                  <a:pt x="2184" y="242"/>
                </a:lnTo>
                <a:lnTo>
                  <a:pt x="2191" y="245"/>
                </a:lnTo>
                <a:lnTo>
                  <a:pt x="2199" y="248"/>
                </a:lnTo>
                <a:lnTo>
                  <a:pt x="2205" y="252"/>
                </a:lnTo>
                <a:lnTo>
                  <a:pt x="2210" y="258"/>
                </a:lnTo>
                <a:lnTo>
                  <a:pt x="2216" y="263"/>
                </a:lnTo>
                <a:lnTo>
                  <a:pt x="2221" y="269"/>
                </a:lnTo>
                <a:lnTo>
                  <a:pt x="2226" y="276"/>
                </a:lnTo>
                <a:lnTo>
                  <a:pt x="2230" y="283"/>
                </a:lnTo>
                <a:lnTo>
                  <a:pt x="2233" y="291"/>
                </a:lnTo>
                <a:lnTo>
                  <a:pt x="2235" y="300"/>
                </a:lnTo>
                <a:lnTo>
                  <a:pt x="2237" y="308"/>
                </a:lnTo>
                <a:lnTo>
                  <a:pt x="2179" y="308"/>
                </a:lnTo>
                <a:lnTo>
                  <a:pt x="2179" y="308"/>
                </a:lnTo>
                <a:lnTo>
                  <a:pt x="2177" y="301"/>
                </a:lnTo>
                <a:lnTo>
                  <a:pt x="2174" y="295"/>
                </a:lnTo>
                <a:lnTo>
                  <a:pt x="2170" y="291"/>
                </a:lnTo>
                <a:lnTo>
                  <a:pt x="2165" y="287"/>
                </a:lnTo>
                <a:lnTo>
                  <a:pt x="2160" y="285"/>
                </a:lnTo>
                <a:lnTo>
                  <a:pt x="2155" y="282"/>
                </a:lnTo>
                <a:lnTo>
                  <a:pt x="2149" y="282"/>
                </a:lnTo>
                <a:lnTo>
                  <a:pt x="2143" y="281"/>
                </a:lnTo>
                <a:lnTo>
                  <a:pt x="2143" y="281"/>
                </a:lnTo>
                <a:lnTo>
                  <a:pt x="2136" y="282"/>
                </a:lnTo>
                <a:lnTo>
                  <a:pt x="2131" y="283"/>
                </a:lnTo>
                <a:lnTo>
                  <a:pt x="2126" y="285"/>
                </a:lnTo>
                <a:lnTo>
                  <a:pt x="2121" y="287"/>
                </a:lnTo>
                <a:lnTo>
                  <a:pt x="2117" y="290"/>
                </a:lnTo>
                <a:lnTo>
                  <a:pt x="2113" y="293"/>
                </a:lnTo>
                <a:lnTo>
                  <a:pt x="2105" y="302"/>
                </a:lnTo>
                <a:lnTo>
                  <a:pt x="2100" y="311"/>
                </a:lnTo>
                <a:lnTo>
                  <a:pt x="2097" y="322"/>
                </a:lnTo>
                <a:lnTo>
                  <a:pt x="2094" y="335"/>
                </a:lnTo>
                <a:lnTo>
                  <a:pt x="2093" y="349"/>
                </a:lnTo>
                <a:lnTo>
                  <a:pt x="2093" y="349"/>
                </a:lnTo>
                <a:lnTo>
                  <a:pt x="2094" y="363"/>
                </a:lnTo>
                <a:lnTo>
                  <a:pt x="2097" y="376"/>
                </a:lnTo>
                <a:lnTo>
                  <a:pt x="2101" y="388"/>
                </a:lnTo>
                <a:lnTo>
                  <a:pt x="2106" y="397"/>
                </a:lnTo>
                <a:lnTo>
                  <a:pt x="2114" y="406"/>
                </a:lnTo>
                <a:lnTo>
                  <a:pt x="2118" y="409"/>
                </a:lnTo>
                <a:lnTo>
                  <a:pt x="2122" y="412"/>
                </a:lnTo>
                <a:lnTo>
                  <a:pt x="2128" y="414"/>
                </a:lnTo>
                <a:lnTo>
                  <a:pt x="2133" y="417"/>
                </a:lnTo>
                <a:lnTo>
                  <a:pt x="2140" y="417"/>
                </a:lnTo>
                <a:lnTo>
                  <a:pt x="2146" y="418"/>
                </a:lnTo>
                <a:lnTo>
                  <a:pt x="2146" y="418"/>
                </a:lnTo>
                <a:lnTo>
                  <a:pt x="2157" y="417"/>
                </a:lnTo>
                <a:lnTo>
                  <a:pt x="2166" y="414"/>
                </a:lnTo>
                <a:lnTo>
                  <a:pt x="2175" y="411"/>
                </a:lnTo>
                <a:lnTo>
                  <a:pt x="2183" y="407"/>
                </a:lnTo>
                <a:lnTo>
                  <a:pt x="2183" y="379"/>
                </a:lnTo>
                <a:lnTo>
                  <a:pt x="2144" y="379"/>
                </a:lnTo>
                <a:lnTo>
                  <a:pt x="2144" y="336"/>
                </a:lnTo>
                <a:lnTo>
                  <a:pt x="2237" y="336"/>
                </a:lnTo>
                <a:lnTo>
                  <a:pt x="2237" y="434"/>
                </a:lnTo>
                <a:lnTo>
                  <a:pt x="2237" y="434"/>
                </a:lnTo>
                <a:lnTo>
                  <a:pt x="2227" y="441"/>
                </a:lnTo>
                <a:lnTo>
                  <a:pt x="2216" y="448"/>
                </a:lnTo>
                <a:lnTo>
                  <a:pt x="2204" y="453"/>
                </a:lnTo>
                <a:lnTo>
                  <a:pt x="2192" y="457"/>
                </a:lnTo>
                <a:lnTo>
                  <a:pt x="2181" y="461"/>
                </a:lnTo>
                <a:lnTo>
                  <a:pt x="2170" y="464"/>
                </a:lnTo>
                <a:lnTo>
                  <a:pt x="2159" y="465"/>
                </a:lnTo>
                <a:lnTo>
                  <a:pt x="2149" y="465"/>
                </a:lnTo>
                <a:lnTo>
                  <a:pt x="2149" y="465"/>
                </a:lnTo>
                <a:lnTo>
                  <a:pt x="2136" y="465"/>
                </a:lnTo>
                <a:lnTo>
                  <a:pt x="2123" y="463"/>
                </a:lnTo>
                <a:lnTo>
                  <a:pt x="2112" y="461"/>
                </a:lnTo>
                <a:lnTo>
                  <a:pt x="2101" y="457"/>
                </a:lnTo>
                <a:lnTo>
                  <a:pt x="2090" y="453"/>
                </a:lnTo>
                <a:lnTo>
                  <a:pt x="2082" y="448"/>
                </a:lnTo>
                <a:lnTo>
                  <a:pt x="2073" y="441"/>
                </a:lnTo>
                <a:lnTo>
                  <a:pt x="2064" y="435"/>
                </a:lnTo>
                <a:lnTo>
                  <a:pt x="2058" y="426"/>
                </a:lnTo>
                <a:lnTo>
                  <a:pt x="2052" y="418"/>
                </a:lnTo>
                <a:lnTo>
                  <a:pt x="2047" y="408"/>
                </a:lnTo>
                <a:lnTo>
                  <a:pt x="2043" y="398"/>
                </a:lnTo>
                <a:lnTo>
                  <a:pt x="2040" y="387"/>
                </a:lnTo>
                <a:lnTo>
                  <a:pt x="2038" y="375"/>
                </a:lnTo>
                <a:lnTo>
                  <a:pt x="2035" y="362"/>
                </a:lnTo>
                <a:lnTo>
                  <a:pt x="2035" y="349"/>
                </a:lnTo>
                <a:lnTo>
                  <a:pt x="2035" y="349"/>
                </a:lnTo>
                <a:close/>
                <a:moveTo>
                  <a:pt x="1883" y="380"/>
                </a:moveTo>
                <a:lnTo>
                  <a:pt x="1911" y="297"/>
                </a:lnTo>
                <a:lnTo>
                  <a:pt x="1940" y="380"/>
                </a:lnTo>
                <a:lnTo>
                  <a:pt x="1883" y="380"/>
                </a:lnTo>
                <a:close/>
                <a:moveTo>
                  <a:pt x="1798" y="457"/>
                </a:moveTo>
                <a:lnTo>
                  <a:pt x="1857" y="457"/>
                </a:lnTo>
                <a:lnTo>
                  <a:pt x="1868" y="425"/>
                </a:lnTo>
                <a:lnTo>
                  <a:pt x="1955" y="425"/>
                </a:lnTo>
                <a:lnTo>
                  <a:pt x="1966" y="457"/>
                </a:lnTo>
                <a:lnTo>
                  <a:pt x="2025" y="457"/>
                </a:lnTo>
                <a:lnTo>
                  <a:pt x="1942" y="240"/>
                </a:lnTo>
                <a:lnTo>
                  <a:pt x="1880" y="240"/>
                </a:lnTo>
                <a:lnTo>
                  <a:pt x="1798" y="457"/>
                </a:lnTo>
                <a:close/>
                <a:moveTo>
                  <a:pt x="1580" y="457"/>
                </a:moveTo>
                <a:lnTo>
                  <a:pt x="1634" y="457"/>
                </a:lnTo>
                <a:lnTo>
                  <a:pt x="1634" y="327"/>
                </a:lnTo>
                <a:lnTo>
                  <a:pt x="1710" y="457"/>
                </a:lnTo>
                <a:lnTo>
                  <a:pt x="1770" y="457"/>
                </a:lnTo>
                <a:lnTo>
                  <a:pt x="1770" y="240"/>
                </a:lnTo>
                <a:lnTo>
                  <a:pt x="1716" y="240"/>
                </a:lnTo>
                <a:lnTo>
                  <a:pt x="1716" y="368"/>
                </a:lnTo>
                <a:lnTo>
                  <a:pt x="1638" y="240"/>
                </a:lnTo>
                <a:lnTo>
                  <a:pt x="1580" y="240"/>
                </a:lnTo>
                <a:lnTo>
                  <a:pt x="1580" y="457"/>
                </a:lnTo>
                <a:close/>
                <a:moveTo>
                  <a:pt x="1334" y="370"/>
                </a:moveTo>
                <a:lnTo>
                  <a:pt x="1334" y="342"/>
                </a:lnTo>
                <a:lnTo>
                  <a:pt x="1421" y="342"/>
                </a:lnTo>
                <a:lnTo>
                  <a:pt x="1421" y="254"/>
                </a:lnTo>
                <a:lnTo>
                  <a:pt x="1453" y="254"/>
                </a:lnTo>
                <a:lnTo>
                  <a:pt x="1453" y="342"/>
                </a:lnTo>
                <a:lnTo>
                  <a:pt x="1541" y="342"/>
                </a:lnTo>
                <a:lnTo>
                  <a:pt x="1541" y="370"/>
                </a:lnTo>
                <a:lnTo>
                  <a:pt x="1453" y="370"/>
                </a:lnTo>
                <a:lnTo>
                  <a:pt x="1453" y="457"/>
                </a:lnTo>
                <a:lnTo>
                  <a:pt x="1421" y="457"/>
                </a:lnTo>
                <a:lnTo>
                  <a:pt x="1421" y="370"/>
                </a:lnTo>
                <a:lnTo>
                  <a:pt x="1334" y="370"/>
                </a:lnTo>
                <a:close/>
                <a:moveTo>
                  <a:pt x="1147" y="457"/>
                </a:moveTo>
                <a:lnTo>
                  <a:pt x="1308" y="457"/>
                </a:lnTo>
                <a:lnTo>
                  <a:pt x="1308" y="408"/>
                </a:lnTo>
                <a:lnTo>
                  <a:pt x="1202" y="408"/>
                </a:lnTo>
                <a:lnTo>
                  <a:pt x="1202" y="370"/>
                </a:lnTo>
                <a:lnTo>
                  <a:pt x="1290" y="370"/>
                </a:lnTo>
                <a:lnTo>
                  <a:pt x="1290" y="325"/>
                </a:lnTo>
                <a:lnTo>
                  <a:pt x="1202" y="325"/>
                </a:lnTo>
                <a:lnTo>
                  <a:pt x="1202" y="288"/>
                </a:lnTo>
                <a:lnTo>
                  <a:pt x="1303" y="288"/>
                </a:lnTo>
                <a:lnTo>
                  <a:pt x="1303" y="240"/>
                </a:lnTo>
                <a:lnTo>
                  <a:pt x="1147" y="240"/>
                </a:lnTo>
                <a:lnTo>
                  <a:pt x="1147" y="457"/>
                </a:lnTo>
                <a:close/>
                <a:moveTo>
                  <a:pt x="904" y="457"/>
                </a:moveTo>
                <a:lnTo>
                  <a:pt x="958" y="457"/>
                </a:lnTo>
                <a:lnTo>
                  <a:pt x="958" y="327"/>
                </a:lnTo>
                <a:lnTo>
                  <a:pt x="1034" y="457"/>
                </a:lnTo>
                <a:lnTo>
                  <a:pt x="1096" y="457"/>
                </a:lnTo>
                <a:lnTo>
                  <a:pt x="1096" y="240"/>
                </a:lnTo>
                <a:lnTo>
                  <a:pt x="1041" y="240"/>
                </a:lnTo>
                <a:lnTo>
                  <a:pt x="1041" y="368"/>
                </a:lnTo>
                <a:lnTo>
                  <a:pt x="963" y="240"/>
                </a:lnTo>
                <a:lnTo>
                  <a:pt x="904" y="240"/>
                </a:lnTo>
                <a:lnTo>
                  <a:pt x="904" y="457"/>
                </a:lnTo>
                <a:close/>
                <a:moveTo>
                  <a:pt x="659" y="457"/>
                </a:moveTo>
                <a:lnTo>
                  <a:pt x="716" y="457"/>
                </a:lnTo>
                <a:lnTo>
                  <a:pt x="716" y="374"/>
                </a:lnTo>
                <a:lnTo>
                  <a:pt x="795" y="374"/>
                </a:lnTo>
                <a:lnTo>
                  <a:pt x="795" y="457"/>
                </a:lnTo>
                <a:lnTo>
                  <a:pt x="853" y="457"/>
                </a:lnTo>
                <a:lnTo>
                  <a:pt x="853" y="240"/>
                </a:lnTo>
                <a:lnTo>
                  <a:pt x="795" y="240"/>
                </a:lnTo>
                <a:lnTo>
                  <a:pt x="795" y="322"/>
                </a:lnTo>
                <a:lnTo>
                  <a:pt x="716" y="322"/>
                </a:lnTo>
                <a:lnTo>
                  <a:pt x="716" y="240"/>
                </a:lnTo>
                <a:lnTo>
                  <a:pt x="659" y="240"/>
                </a:lnTo>
                <a:lnTo>
                  <a:pt x="659" y="457"/>
                </a:lnTo>
                <a:close/>
                <a:moveTo>
                  <a:pt x="454" y="457"/>
                </a:moveTo>
                <a:lnTo>
                  <a:pt x="615" y="457"/>
                </a:lnTo>
                <a:lnTo>
                  <a:pt x="615" y="408"/>
                </a:lnTo>
                <a:lnTo>
                  <a:pt x="509" y="408"/>
                </a:lnTo>
                <a:lnTo>
                  <a:pt x="509" y="370"/>
                </a:lnTo>
                <a:lnTo>
                  <a:pt x="597" y="370"/>
                </a:lnTo>
                <a:lnTo>
                  <a:pt x="597" y="325"/>
                </a:lnTo>
                <a:lnTo>
                  <a:pt x="509" y="325"/>
                </a:lnTo>
                <a:lnTo>
                  <a:pt x="509" y="288"/>
                </a:lnTo>
                <a:lnTo>
                  <a:pt x="610" y="288"/>
                </a:lnTo>
                <a:lnTo>
                  <a:pt x="610" y="240"/>
                </a:lnTo>
                <a:lnTo>
                  <a:pt x="454" y="240"/>
                </a:lnTo>
                <a:lnTo>
                  <a:pt x="454" y="457"/>
                </a:lnTo>
                <a:close/>
                <a:moveTo>
                  <a:pt x="215" y="368"/>
                </a:moveTo>
                <a:lnTo>
                  <a:pt x="215" y="368"/>
                </a:lnTo>
                <a:lnTo>
                  <a:pt x="215" y="381"/>
                </a:lnTo>
                <a:lnTo>
                  <a:pt x="217" y="393"/>
                </a:lnTo>
                <a:lnTo>
                  <a:pt x="219" y="404"/>
                </a:lnTo>
                <a:lnTo>
                  <a:pt x="222" y="413"/>
                </a:lnTo>
                <a:lnTo>
                  <a:pt x="227" y="422"/>
                </a:lnTo>
                <a:lnTo>
                  <a:pt x="231" y="429"/>
                </a:lnTo>
                <a:lnTo>
                  <a:pt x="237" y="437"/>
                </a:lnTo>
                <a:lnTo>
                  <a:pt x="243" y="443"/>
                </a:lnTo>
                <a:lnTo>
                  <a:pt x="250" y="449"/>
                </a:lnTo>
                <a:lnTo>
                  <a:pt x="258" y="453"/>
                </a:lnTo>
                <a:lnTo>
                  <a:pt x="265" y="456"/>
                </a:lnTo>
                <a:lnTo>
                  <a:pt x="274" y="460"/>
                </a:lnTo>
                <a:lnTo>
                  <a:pt x="282" y="463"/>
                </a:lnTo>
                <a:lnTo>
                  <a:pt x="291" y="464"/>
                </a:lnTo>
                <a:lnTo>
                  <a:pt x="301" y="465"/>
                </a:lnTo>
                <a:lnTo>
                  <a:pt x="310" y="465"/>
                </a:lnTo>
                <a:lnTo>
                  <a:pt x="310" y="465"/>
                </a:lnTo>
                <a:lnTo>
                  <a:pt x="319" y="465"/>
                </a:lnTo>
                <a:lnTo>
                  <a:pt x="329" y="464"/>
                </a:lnTo>
                <a:lnTo>
                  <a:pt x="337" y="463"/>
                </a:lnTo>
                <a:lnTo>
                  <a:pt x="346" y="460"/>
                </a:lnTo>
                <a:lnTo>
                  <a:pt x="354" y="456"/>
                </a:lnTo>
                <a:lnTo>
                  <a:pt x="362" y="453"/>
                </a:lnTo>
                <a:lnTo>
                  <a:pt x="369" y="449"/>
                </a:lnTo>
                <a:lnTo>
                  <a:pt x="376" y="443"/>
                </a:lnTo>
                <a:lnTo>
                  <a:pt x="382" y="437"/>
                </a:lnTo>
                <a:lnTo>
                  <a:pt x="388" y="429"/>
                </a:lnTo>
                <a:lnTo>
                  <a:pt x="393" y="422"/>
                </a:lnTo>
                <a:lnTo>
                  <a:pt x="396" y="413"/>
                </a:lnTo>
                <a:lnTo>
                  <a:pt x="401" y="404"/>
                </a:lnTo>
                <a:lnTo>
                  <a:pt x="403" y="393"/>
                </a:lnTo>
                <a:lnTo>
                  <a:pt x="404" y="381"/>
                </a:lnTo>
                <a:lnTo>
                  <a:pt x="405" y="368"/>
                </a:lnTo>
                <a:lnTo>
                  <a:pt x="405" y="240"/>
                </a:lnTo>
                <a:lnTo>
                  <a:pt x="346" y="240"/>
                </a:lnTo>
                <a:lnTo>
                  <a:pt x="346" y="377"/>
                </a:lnTo>
                <a:lnTo>
                  <a:pt x="346" y="377"/>
                </a:lnTo>
                <a:lnTo>
                  <a:pt x="345" y="385"/>
                </a:lnTo>
                <a:lnTo>
                  <a:pt x="344" y="394"/>
                </a:lnTo>
                <a:lnTo>
                  <a:pt x="340" y="400"/>
                </a:lnTo>
                <a:lnTo>
                  <a:pt x="337" y="406"/>
                </a:lnTo>
                <a:lnTo>
                  <a:pt x="332" y="410"/>
                </a:lnTo>
                <a:lnTo>
                  <a:pt x="325" y="413"/>
                </a:lnTo>
                <a:lnTo>
                  <a:pt x="318" y="415"/>
                </a:lnTo>
                <a:lnTo>
                  <a:pt x="310" y="415"/>
                </a:lnTo>
                <a:lnTo>
                  <a:pt x="310" y="415"/>
                </a:lnTo>
                <a:lnTo>
                  <a:pt x="302" y="415"/>
                </a:lnTo>
                <a:lnTo>
                  <a:pt x="294" y="413"/>
                </a:lnTo>
                <a:lnTo>
                  <a:pt x="288" y="410"/>
                </a:lnTo>
                <a:lnTo>
                  <a:pt x="282" y="406"/>
                </a:lnTo>
                <a:lnTo>
                  <a:pt x="278" y="400"/>
                </a:lnTo>
                <a:lnTo>
                  <a:pt x="276" y="394"/>
                </a:lnTo>
                <a:lnTo>
                  <a:pt x="274" y="385"/>
                </a:lnTo>
                <a:lnTo>
                  <a:pt x="274" y="377"/>
                </a:lnTo>
                <a:lnTo>
                  <a:pt x="274" y="240"/>
                </a:lnTo>
                <a:lnTo>
                  <a:pt x="215" y="240"/>
                </a:lnTo>
                <a:lnTo>
                  <a:pt x="215" y="368"/>
                </a:lnTo>
                <a:close/>
                <a:moveTo>
                  <a:pt x="0" y="457"/>
                </a:moveTo>
                <a:lnTo>
                  <a:pt x="58" y="457"/>
                </a:lnTo>
                <a:lnTo>
                  <a:pt x="58" y="396"/>
                </a:lnTo>
                <a:lnTo>
                  <a:pt x="77" y="371"/>
                </a:lnTo>
                <a:lnTo>
                  <a:pt x="127" y="457"/>
                </a:lnTo>
                <a:lnTo>
                  <a:pt x="194" y="457"/>
                </a:lnTo>
                <a:lnTo>
                  <a:pt x="116" y="330"/>
                </a:lnTo>
                <a:lnTo>
                  <a:pt x="186" y="240"/>
                </a:lnTo>
                <a:lnTo>
                  <a:pt x="118" y="240"/>
                </a:lnTo>
                <a:lnTo>
                  <a:pt x="58" y="318"/>
                </a:lnTo>
                <a:lnTo>
                  <a:pt x="58" y="240"/>
                </a:lnTo>
                <a:lnTo>
                  <a:pt x="0" y="240"/>
                </a:lnTo>
                <a:lnTo>
                  <a:pt x="0" y="457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35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3BC96D-1D64-4AFE-B628-DA253953F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47" y="2005012"/>
            <a:ext cx="8317706" cy="4305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enter text</a:t>
            </a:r>
          </a:p>
          <a:p>
            <a:pPr lvl="1"/>
            <a:r>
              <a:rPr lang="en-GB" noProof="0"/>
              <a:t>Level one bullet</a:t>
            </a:r>
          </a:p>
          <a:p>
            <a:pPr lvl="2"/>
            <a:r>
              <a:rPr lang="en-GB" noProof="0"/>
              <a:t>Level two bullet</a:t>
            </a:r>
          </a:p>
          <a:p>
            <a:pPr lvl="3"/>
            <a:r>
              <a:rPr lang="en-GB" noProof="0"/>
              <a:t>Level three bullet</a:t>
            </a:r>
          </a:p>
          <a:p>
            <a:pPr lvl="4"/>
            <a:r>
              <a:rPr lang="en-GB" noProof="0"/>
              <a:t>Level four</a:t>
            </a:r>
          </a:p>
          <a:p>
            <a:pPr lvl="4"/>
            <a:r>
              <a:rPr lang="en-GB" noProof="0"/>
              <a:t>Level five</a:t>
            </a:r>
          </a:p>
          <a:p>
            <a:pPr lvl="4"/>
            <a:r>
              <a:rPr lang="en-GB" noProof="0"/>
              <a:t>Level six</a:t>
            </a:r>
          </a:p>
          <a:p>
            <a:pPr lvl="4"/>
            <a:r>
              <a:rPr lang="en-GB" noProof="0"/>
              <a:t>Level seven</a:t>
            </a:r>
          </a:p>
          <a:p>
            <a:pPr lvl="4"/>
            <a:r>
              <a:rPr lang="en-GB" noProof="0"/>
              <a:t>Level eight</a:t>
            </a:r>
          </a:p>
          <a:p>
            <a:pPr lvl="4"/>
            <a:r>
              <a:rPr lang="en-GB" noProof="0"/>
              <a:t>Level nine </a:t>
            </a:r>
          </a:p>
        </p:txBody>
      </p: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D10F3D34-00BF-41F3-8753-0A09A1925CE1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5439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806" r:id="rId43"/>
    <p:sldLayoutId id="2147483704" r:id="rId44"/>
    <p:sldLayoutId id="2147483705" r:id="rId45"/>
    <p:sldLayoutId id="2147483706" r:id="rId46"/>
    <p:sldLayoutId id="2147483795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783" rtl="0" eaLnBrk="1" latinLnBrk="0" hangingPunct="1">
        <a:lnSpc>
          <a:spcPct val="100000"/>
        </a:lnSpc>
        <a:spcBef>
          <a:spcPct val="0"/>
        </a:spcBef>
        <a:spcAft>
          <a:spcPts val="225"/>
        </a:spcAft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Tx/>
        <a:buNone/>
        <a:defRPr sz="135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13122" indent="-213122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Wingdings" panose="05000000000000000000" pitchFamily="2" charset="2"/>
        <a:buChar char="§"/>
        <a:defRPr sz="135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550069" indent="-213122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3pPr>
      <a:lvl4pPr marL="899100" indent="-213300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899100" indent="-213300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6pPr>
      <a:lvl7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7pPr>
      <a:lvl8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8pPr>
      <a:lvl9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47">
          <p15:clr>
            <a:srgbClr val="F26B43"/>
          </p15:clr>
        </p15:guide>
        <p15:guide id="4" orient="horz" pos="1253">
          <p15:clr>
            <a:srgbClr val="F26B43"/>
          </p15:clr>
        </p15:guide>
        <p15:guide id="5" orient="horz" pos="3067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347">
          <p15:clr>
            <a:srgbClr val="F26B43"/>
          </p15:clr>
        </p15:guide>
        <p15:guide id="8" pos="7333">
          <p15:clr>
            <a:srgbClr val="F26B43"/>
          </p15:clr>
        </p15:guide>
        <p15:guide id="9" pos="2094">
          <p15:clr>
            <a:srgbClr val="F26B43"/>
          </p15:clr>
        </p15:guide>
        <p15:guide id="10" pos="558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463B09-5042-4E71-B45B-08D0E46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Click to enter slide title 24pt [do not stretch over logo]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77AC2-D2F1-4798-B6EE-9A91136CB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D070C9-30FD-4CFC-95B5-5639DFECCCE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694A53DD-4F8B-48A9-80C7-6A73D2AE1E0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291386" y="563563"/>
            <a:ext cx="1431000" cy="378000"/>
          </a:xfrm>
          <a:custGeom>
            <a:avLst/>
            <a:gdLst>
              <a:gd name="T0" fmla="*/ 3141 w 3494"/>
              <a:gd name="T1" fmla="*/ 205 h 700"/>
              <a:gd name="T2" fmla="*/ 3176 w 3494"/>
              <a:gd name="T3" fmla="*/ 239 h 700"/>
              <a:gd name="T4" fmla="*/ 3134 w 3494"/>
              <a:gd name="T5" fmla="*/ 274 h 700"/>
              <a:gd name="T6" fmla="*/ 2916 w 3494"/>
              <a:gd name="T7" fmla="*/ 617 h 700"/>
              <a:gd name="T8" fmla="*/ 3049 w 3494"/>
              <a:gd name="T9" fmla="*/ 687 h 700"/>
              <a:gd name="T10" fmla="*/ 3188 w 3494"/>
              <a:gd name="T11" fmla="*/ 697 h 700"/>
              <a:gd name="T12" fmla="*/ 3331 w 3494"/>
              <a:gd name="T13" fmla="*/ 644 h 700"/>
              <a:gd name="T14" fmla="*/ 3235 w 3494"/>
              <a:gd name="T15" fmla="*/ 625 h 700"/>
              <a:gd name="T16" fmla="*/ 3184 w 3494"/>
              <a:gd name="T17" fmla="*/ 306 h 700"/>
              <a:gd name="T18" fmla="*/ 3220 w 3494"/>
              <a:gd name="T19" fmla="*/ 224 h 700"/>
              <a:gd name="T20" fmla="*/ 3173 w 3494"/>
              <a:gd name="T21" fmla="*/ 167 h 700"/>
              <a:gd name="T22" fmla="*/ 3103 w 3494"/>
              <a:gd name="T23" fmla="*/ 171 h 700"/>
              <a:gd name="T24" fmla="*/ 3061 w 3494"/>
              <a:gd name="T25" fmla="*/ 232 h 700"/>
              <a:gd name="T26" fmla="*/ 3111 w 3494"/>
              <a:gd name="T27" fmla="*/ 310 h 700"/>
              <a:gd name="T28" fmla="*/ 3029 w 3494"/>
              <a:gd name="T29" fmla="*/ 617 h 700"/>
              <a:gd name="T30" fmla="*/ 2794 w 3494"/>
              <a:gd name="T31" fmla="*/ 294 h 700"/>
              <a:gd name="T32" fmla="*/ 2859 w 3494"/>
              <a:gd name="T33" fmla="*/ 140 h 700"/>
              <a:gd name="T34" fmla="*/ 2989 w 3494"/>
              <a:gd name="T35" fmla="*/ 34 h 700"/>
              <a:gd name="T36" fmla="*/ 3142 w 3494"/>
              <a:gd name="T37" fmla="*/ 0 h 700"/>
              <a:gd name="T38" fmla="*/ 3309 w 3494"/>
              <a:gd name="T39" fmla="*/ 42 h 700"/>
              <a:gd name="T40" fmla="*/ 3434 w 3494"/>
              <a:gd name="T41" fmla="*/ 152 h 700"/>
              <a:gd name="T42" fmla="*/ 3492 w 3494"/>
              <a:gd name="T43" fmla="*/ 311 h 700"/>
              <a:gd name="T44" fmla="*/ 3477 w 3494"/>
              <a:gd name="T45" fmla="*/ 456 h 700"/>
              <a:gd name="T46" fmla="*/ 3363 w 3494"/>
              <a:gd name="T47" fmla="*/ 530 h 700"/>
              <a:gd name="T48" fmla="*/ 3428 w 3494"/>
              <a:gd name="T49" fmla="*/ 347 h 700"/>
              <a:gd name="T50" fmla="*/ 3393 w 3494"/>
              <a:gd name="T51" fmla="*/ 210 h 700"/>
              <a:gd name="T52" fmla="*/ 3302 w 3494"/>
              <a:gd name="T53" fmla="*/ 108 h 700"/>
              <a:gd name="T54" fmla="*/ 3171 w 3494"/>
              <a:gd name="T55" fmla="*/ 61 h 700"/>
              <a:gd name="T56" fmla="*/ 3044 w 3494"/>
              <a:gd name="T57" fmla="*/ 77 h 700"/>
              <a:gd name="T58" fmla="*/ 2930 w 3494"/>
              <a:gd name="T59" fmla="*/ 155 h 700"/>
              <a:gd name="T60" fmla="*/ 2865 w 3494"/>
              <a:gd name="T61" fmla="*/ 276 h 700"/>
              <a:gd name="T62" fmla="*/ 2872 w 3494"/>
              <a:gd name="T63" fmla="*/ 444 h 700"/>
              <a:gd name="T64" fmla="*/ 2839 w 3494"/>
              <a:gd name="T65" fmla="*/ 526 h 700"/>
              <a:gd name="T66" fmla="*/ 2790 w 3494"/>
              <a:gd name="T67" fmla="*/ 380 h 700"/>
              <a:gd name="T68" fmla="*/ 2488 w 3494"/>
              <a:gd name="T69" fmla="*/ 457 h 700"/>
              <a:gd name="T70" fmla="*/ 2439 w 3494"/>
              <a:gd name="T71" fmla="*/ 288 h 700"/>
              <a:gd name="T72" fmla="*/ 2047 w 3494"/>
              <a:gd name="T73" fmla="*/ 292 h 700"/>
              <a:gd name="T74" fmla="*/ 2130 w 3494"/>
              <a:gd name="T75" fmla="*/ 234 h 700"/>
              <a:gd name="T76" fmla="*/ 2210 w 3494"/>
              <a:gd name="T77" fmla="*/ 258 h 700"/>
              <a:gd name="T78" fmla="*/ 2177 w 3494"/>
              <a:gd name="T79" fmla="*/ 301 h 700"/>
              <a:gd name="T80" fmla="*/ 2131 w 3494"/>
              <a:gd name="T81" fmla="*/ 283 h 700"/>
              <a:gd name="T82" fmla="*/ 2093 w 3494"/>
              <a:gd name="T83" fmla="*/ 349 h 700"/>
              <a:gd name="T84" fmla="*/ 2140 w 3494"/>
              <a:gd name="T85" fmla="*/ 417 h 700"/>
              <a:gd name="T86" fmla="*/ 2237 w 3494"/>
              <a:gd name="T87" fmla="*/ 336 h 700"/>
              <a:gd name="T88" fmla="*/ 2149 w 3494"/>
              <a:gd name="T89" fmla="*/ 465 h 700"/>
              <a:gd name="T90" fmla="*/ 2058 w 3494"/>
              <a:gd name="T91" fmla="*/ 426 h 700"/>
              <a:gd name="T92" fmla="*/ 1911 w 3494"/>
              <a:gd name="T93" fmla="*/ 297 h 700"/>
              <a:gd name="T94" fmla="*/ 1880 w 3494"/>
              <a:gd name="T95" fmla="*/ 240 h 700"/>
              <a:gd name="T96" fmla="*/ 1638 w 3494"/>
              <a:gd name="T97" fmla="*/ 240 h 700"/>
              <a:gd name="T98" fmla="*/ 1541 w 3494"/>
              <a:gd name="T99" fmla="*/ 370 h 700"/>
              <a:gd name="T100" fmla="*/ 1202 w 3494"/>
              <a:gd name="T101" fmla="*/ 370 h 700"/>
              <a:gd name="T102" fmla="*/ 958 w 3494"/>
              <a:gd name="T103" fmla="*/ 457 h 700"/>
              <a:gd name="T104" fmla="*/ 659 w 3494"/>
              <a:gd name="T105" fmla="*/ 457 h 700"/>
              <a:gd name="T106" fmla="*/ 716 w 3494"/>
              <a:gd name="T107" fmla="*/ 240 h 700"/>
              <a:gd name="T108" fmla="*/ 509 w 3494"/>
              <a:gd name="T109" fmla="*/ 325 h 700"/>
              <a:gd name="T110" fmla="*/ 219 w 3494"/>
              <a:gd name="T111" fmla="*/ 404 h 700"/>
              <a:gd name="T112" fmla="*/ 282 w 3494"/>
              <a:gd name="T113" fmla="*/ 463 h 700"/>
              <a:gd name="T114" fmla="*/ 362 w 3494"/>
              <a:gd name="T115" fmla="*/ 453 h 700"/>
              <a:gd name="T116" fmla="*/ 405 w 3494"/>
              <a:gd name="T117" fmla="*/ 368 h 700"/>
              <a:gd name="T118" fmla="*/ 325 w 3494"/>
              <a:gd name="T119" fmla="*/ 413 h 700"/>
              <a:gd name="T120" fmla="*/ 274 w 3494"/>
              <a:gd name="T121" fmla="*/ 385 h 700"/>
              <a:gd name="T122" fmla="*/ 194 w 3494"/>
              <a:gd name="T123" fmla="*/ 45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494" h="700">
                <a:moveTo>
                  <a:pt x="3106" y="239"/>
                </a:moveTo>
                <a:lnTo>
                  <a:pt x="3106" y="239"/>
                </a:lnTo>
                <a:lnTo>
                  <a:pt x="3107" y="232"/>
                </a:lnTo>
                <a:lnTo>
                  <a:pt x="3109" y="225"/>
                </a:lnTo>
                <a:lnTo>
                  <a:pt x="3113" y="220"/>
                </a:lnTo>
                <a:lnTo>
                  <a:pt x="3117" y="215"/>
                </a:lnTo>
                <a:lnTo>
                  <a:pt x="3122" y="210"/>
                </a:lnTo>
                <a:lnTo>
                  <a:pt x="3128" y="207"/>
                </a:lnTo>
                <a:lnTo>
                  <a:pt x="3134" y="205"/>
                </a:lnTo>
                <a:lnTo>
                  <a:pt x="3141" y="205"/>
                </a:lnTo>
                <a:lnTo>
                  <a:pt x="3141" y="205"/>
                </a:lnTo>
                <a:lnTo>
                  <a:pt x="3148" y="205"/>
                </a:lnTo>
                <a:lnTo>
                  <a:pt x="3155" y="207"/>
                </a:lnTo>
                <a:lnTo>
                  <a:pt x="3161" y="210"/>
                </a:lnTo>
                <a:lnTo>
                  <a:pt x="3166" y="215"/>
                </a:lnTo>
                <a:lnTo>
                  <a:pt x="3171" y="220"/>
                </a:lnTo>
                <a:lnTo>
                  <a:pt x="3174" y="225"/>
                </a:lnTo>
                <a:lnTo>
                  <a:pt x="3176" y="232"/>
                </a:lnTo>
                <a:lnTo>
                  <a:pt x="3176" y="239"/>
                </a:lnTo>
                <a:lnTo>
                  <a:pt x="3176" y="239"/>
                </a:lnTo>
                <a:lnTo>
                  <a:pt x="3176" y="247"/>
                </a:lnTo>
                <a:lnTo>
                  <a:pt x="3174" y="253"/>
                </a:lnTo>
                <a:lnTo>
                  <a:pt x="3171" y="260"/>
                </a:lnTo>
                <a:lnTo>
                  <a:pt x="3166" y="264"/>
                </a:lnTo>
                <a:lnTo>
                  <a:pt x="3161" y="268"/>
                </a:lnTo>
                <a:lnTo>
                  <a:pt x="3155" y="272"/>
                </a:lnTo>
                <a:lnTo>
                  <a:pt x="3148" y="274"/>
                </a:lnTo>
                <a:lnTo>
                  <a:pt x="3141" y="275"/>
                </a:lnTo>
                <a:lnTo>
                  <a:pt x="3141" y="275"/>
                </a:lnTo>
                <a:lnTo>
                  <a:pt x="3134" y="274"/>
                </a:lnTo>
                <a:lnTo>
                  <a:pt x="3128" y="272"/>
                </a:lnTo>
                <a:lnTo>
                  <a:pt x="3122" y="268"/>
                </a:lnTo>
                <a:lnTo>
                  <a:pt x="3117" y="264"/>
                </a:lnTo>
                <a:lnTo>
                  <a:pt x="3113" y="260"/>
                </a:lnTo>
                <a:lnTo>
                  <a:pt x="3109" y="253"/>
                </a:lnTo>
                <a:lnTo>
                  <a:pt x="3107" y="247"/>
                </a:lnTo>
                <a:lnTo>
                  <a:pt x="3106" y="239"/>
                </a:lnTo>
                <a:lnTo>
                  <a:pt x="3106" y="239"/>
                </a:lnTo>
                <a:close/>
                <a:moveTo>
                  <a:pt x="2916" y="617"/>
                </a:moveTo>
                <a:lnTo>
                  <a:pt x="2916" y="617"/>
                </a:lnTo>
                <a:lnTo>
                  <a:pt x="2928" y="627"/>
                </a:lnTo>
                <a:lnTo>
                  <a:pt x="2940" y="636"/>
                </a:lnTo>
                <a:lnTo>
                  <a:pt x="2953" y="644"/>
                </a:lnTo>
                <a:lnTo>
                  <a:pt x="2966" y="653"/>
                </a:lnTo>
                <a:lnTo>
                  <a:pt x="2978" y="660"/>
                </a:lnTo>
                <a:lnTo>
                  <a:pt x="2992" y="667"/>
                </a:lnTo>
                <a:lnTo>
                  <a:pt x="3006" y="673"/>
                </a:lnTo>
                <a:lnTo>
                  <a:pt x="3020" y="679"/>
                </a:lnTo>
                <a:lnTo>
                  <a:pt x="3034" y="683"/>
                </a:lnTo>
                <a:lnTo>
                  <a:pt x="3049" y="687"/>
                </a:lnTo>
                <a:lnTo>
                  <a:pt x="3064" y="691"/>
                </a:lnTo>
                <a:lnTo>
                  <a:pt x="3079" y="695"/>
                </a:lnTo>
                <a:lnTo>
                  <a:pt x="3094" y="697"/>
                </a:lnTo>
                <a:lnTo>
                  <a:pt x="3111" y="698"/>
                </a:lnTo>
                <a:lnTo>
                  <a:pt x="3126" y="699"/>
                </a:lnTo>
                <a:lnTo>
                  <a:pt x="3142" y="700"/>
                </a:lnTo>
                <a:lnTo>
                  <a:pt x="3142" y="700"/>
                </a:lnTo>
                <a:lnTo>
                  <a:pt x="3157" y="699"/>
                </a:lnTo>
                <a:lnTo>
                  <a:pt x="3173" y="698"/>
                </a:lnTo>
                <a:lnTo>
                  <a:pt x="3188" y="697"/>
                </a:lnTo>
                <a:lnTo>
                  <a:pt x="3204" y="695"/>
                </a:lnTo>
                <a:lnTo>
                  <a:pt x="3219" y="691"/>
                </a:lnTo>
                <a:lnTo>
                  <a:pt x="3234" y="687"/>
                </a:lnTo>
                <a:lnTo>
                  <a:pt x="3248" y="683"/>
                </a:lnTo>
                <a:lnTo>
                  <a:pt x="3263" y="679"/>
                </a:lnTo>
                <a:lnTo>
                  <a:pt x="3277" y="673"/>
                </a:lnTo>
                <a:lnTo>
                  <a:pt x="3291" y="667"/>
                </a:lnTo>
                <a:lnTo>
                  <a:pt x="3305" y="660"/>
                </a:lnTo>
                <a:lnTo>
                  <a:pt x="3318" y="653"/>
                </a:lnTo>
                <a:lnTo>
                  <a:pt x="3331" y="644"/>
                </a:lnTo>
                <a:lnTo>
                  <a:pt x="3344" y="636"/>
                </a:lnTo>
                <a:lnTo>
                  <a:pt x="3355" y="627"/>
                </a:lnTo>
                <a:lnTo>
                  <a:pt x="3366" y="617"/>
                </a:lnTo>
                <a:lnTo>
                  <a:pt x="3323" y="571"/>
                </a:lnTo>
                <a:lnTo>
                  <a:pt x="3323" y="571"/>
                </a:lnTo>
                <a:lnTo>
                  <a:pt x="3307" y="585"/>
                </a:lnTo>
                <a:lnTo>
                  <a:pt x="3290" y="597"/>
                </a:lnTo>
                <a:lnTo>
                  <a:pt x="3273" y="608"/>
                </a:lnTo>
                <a:lnTo>
                  <a:pt x="3254" y="617"/>
                </a:lnTo>
                <a:lnTo>
                  <a:pt x="3235" y="625"/>
                </a:lnTo>
                <a:lnTo>
                  <a:pt x="3215" y="631"/>
                </a:lnTo>
                <a:lnTo>
                  <a:pt x="3194" y="637"/>
                </a:lnTo>
                <a:lnTo>
                  <a:pt x="3173" y="639"/>
                </a:lnTo>
                <a:lnTo>
                  <a:pt x="3173" y="393"/>
                </a:lnTo>
                <a:lnTo>
                  <a:pt x="3233" y="393"/>
                </a:lnTo>
                <a:lnTo>
                  <a:pt x="3233" y="347"/>
                </a:lnTo>
                <a:lnTo>
                  <a:pt x="3173" y="347"/>
                </a:lnTo>
                <a:lnTo>
                  <a:pt x="3173" y="310"/>
                </a:lnTo>
                <a:lnTo>
                  <a:pt x="3173" y="310"/>
                </a:lnTo>
                <a:lnTo>
                  <a:pt x="3184" y="306"/>
                </a:lnTo>
                <a:lnTo>
                  <a:pt x="3192" y="300"/>
                </a:lnTo>
                <a:lnTo>
                  <a:pt x="3201" y="292"/>
                </a:lnTo>
                <a:lnTo>
                  <a:pt x="3208" y="283"/>
                </a:lnTo>
                <a:lnTo>
                  <a:pt x="3214" y="275"/>
                </a:lnTo>
                <a:lnTo>
                  <a:pt x="3218" y="264"/>
                </a:lnTo>
                <a:lnTo>
                  <a:pt x="3221" y="252"/>
                </a:lnTo>
                <a:lnTo>
                  <a:pt x="3222" y="240"/>
                </a:lnTo>
                <a:lnTo>
                  <a:pt x="3222" y="240"/>
                </a:lnTo>
                <a:lnTo>
                  <a:pt x="3221" y="232"/>
                </a:lnTo>
                <a:lnTo>
                  <a:pt x="3220" y="224"/>
                </a:lnTo>
                <a:lnTo>
                  <a:pt x="3218" y="217"/>
                </a:lnTo>
                <a:lnTo>
                  <a:pt x="3216" y="209"/>
                </a:lnTo>
                <a:lnTo>
                  <a:pt x="3213" y="202"/>
                </a:lnTo>
                <a:lnTo>
                  <a:pt x="3208" y="195"/>
                </a:lnTo>
                <a:lnTo>
                  <a:pt x="3204" y="189"/>
                </a:lnTo>
                <a:lnTo>
                  <a:pt x="3199" y="184"/>
                </a:lnTo>
                <a:lnTo>
                  <a:pt x="3193" y="179"/>
                </a:lnTo>
                <a:lnTo>
                  <a:pt x="3187" y="174"/>
                </a:lnTo>
                <a:lnTo>
                  <a:pt x="3180" y="171"/>
                </a:lnTo>
                <a:lnTo>
                  <a:pt x="3173" y="167"/>
                </a:lnTo>
                <a:lnTo>
                  <a:pt x="3165" y="164"/>
                </a:lnTo>
                <a:lnTo>
                  <a:pt x="3158" y="162"/>
                </a:lnTo>
                <a:lnTo>
                  <a:pt x="3150" y="161"/>
                </a:lnTo>
                <a:lnTo>
                  <a:pt x="3142" y="161"/>
                </a:lnTo>
                <a:lnTo>
                  <a:pt x="3142" y="161"/>
                </a:lnTo>
                <a:lnTo>
                  <a:pt x="3133" y="161"/>
                </a:lnTo>
                <a:lnTo>
                  <a:pt x="3126" y="162"/>
                </a:lnTo>
                <a:lnTo>
                  <a:pt x="3118" y="164"/>
                </a:lnTo>
                <a:lnTo>
                  <a:pt x="3111" y="167"/>
                </a:lnTo>
                <a:lnTo>
                  <a:pt x="3103" y="171"/>
                </a:lnTo>
                <a:lnTo>
                  <a:pt x="3097" y="174"/>
                </a:lnTo>
                <a:lnTo>
                  <a:pt x="3090" y="179"/>
                </a:lnTo>
                <a:lnTo>
                  <a:pt x="3085" y="184"/>
                </a:lnTo>
                <a:lnTo>
                  <a:pt x="3079" y="189"/>
                </a:lnTo>
                <a:lnTo>
                  <a:pt x="3075" y="195"/>
                </a:lnTo>
                <a:lnTo>
                  <a:pt x="3071" y="202"/>
                </a:lnTo>
                <a:lnTo>
                  <a:pt x="3068" y="209"/>
                </a:lnTo>
                <a:lnTo>
                  <a:pt x="3064" y="217"/>
                </a:lnTo>
                <a:lnTo>
                  <a:pt x="3062" y="224"/>
                </a:lnTo>
                <a:lnTo>
                  <a:pt x="3061" y="232"/>
                </a:lnTo>
                <a:lnTo>
                  <a:pt x="3061" y="240"/>
                </a:lnTo>
                <a:lnTo>
                  <a:pt x="3061" y="240"/>
                </a:lnTo>
                <a:lnTo>
                  <a:pt x="3062" y="252"/>
                </a:lnTo>
                <a:lnTo>
                  <a:pt x="3064" y="264"/>
                </a:lnTo>
                <a:lnTo>
                  <a:pt x="3069" y="275"/>
                </a:lnTo>
                <a:lnTo>
                  <a:pt x="3075" y="283"/>
                </a:lnTo>
                <a:lnTo>
                  <a:pt x="3082" y="292"/>
                </a:lnTo>
                <a:lnTo>
                  <a:pt x="3090" y="300"/>
                </a:lnTo>
                <a:lnTo>
                  <a:pt x="3100" y="306"/>
                </a:lnTo>
                <a:lnTo>
                  <a:pt x="3111" y="310"/>
                </a:lnTo>
                <a:lnTo>
                  <a:pt x="3111" y="347"/>
                </a:lnTo>
                <a:lnTo>
                  <a:pt x="3050" y="347"/>
                </a:lnTo>
                <a:lnTo>
                  <a:pt x="3050" y="393"/>
                </a:lnTo>
                <a:lnTo>
                  <a:pt x="3111" y="393"/>
                </a:lnTo>
                <a:lnTo>
                  <a:pt x="3111" y="639"/>
                </a:lnTo>
                <a:lnTo>
                  <a:pt x="3111" y="639"/>
                </a:lnTo>
                <a:lnTo>
                  <a:pt x="3089" y="637"/>
                </a:lnTo>
                <a:lnTo>
                  <a:pt x="3069" y="631"/>
                </a:lnTo>
                <a:lnTo>
                  <a:pt x="3048" y="625"/>
                </a:lnTo>
                <a:lnTo>
                  <a:pt x="3029" y="617"/>
                </a:lnTo>
                <a:lnTo>
                  <a:pt x="3011" y="608"/>
                </a:lnTo>
                <a:lnTo>
                  <a:pt x="2992" y="597"/>
                </a:lnTo>
                <a:lnTo>
                  <a:pt x="2976" y="585"/>
                </a:lnTo>
                <a:lnTo>
                  <a:pt x="2960" y="571"/>
                </a:lnTo>
                <a:lnTo>
                  <a:pt x="2916" y="617"/>
                </a:lnTo>
                <a:close/>
                <a:moveTo>
                  <a:pt x="2789" y="347"/>
                </a:moveTo>
                <a:lnTo>
                  <a:pt x="2789" y="347"/>
                </a:lnTo>
                <a:lnTo>
                  <a:pt x="2789" y="330"/>
                </a:lnTo>
                <a:lnTo>
                  <a:pt x="2792" y="311"/>
                </a:lnTo>
                <a:lnTo>
                  <a:pt x="2794" y="294"/>
                </a:lnTo>
                <a:lnTo>
                  <a:pt x="2797" y="277"/>
                </a:lnTo>
                <a:lnTo>
                  <a:pt x="2800" y="261"/>
                </a:lnTo>
                <a:lnTo>
                  <a:pt x="2806" y="244"/>
                </a:lnTo>
                <a:lnTo>
                  <a:pt x="2811" y="228"/>
                </a:lnTo>
                <a:lnTo>
                  <a:pt x="2817" y="212"/>
                </a:lnTo>
                <a:lnTo>
                  <a:pt x="2824" y="196"/>
                </a:lnTo>
                <a:lnTo>
                  <a:pt x="2832" y="181"/>
                </a:lnTo>
                <a:lnTo>
                  <a:pt x="2840" y="167"/>
                </a:lnTo>
                <a:lnTo>
                  <a:pt x="2850" y="152"/>
                </a:lnTo>
                <a:lnTo>
                  <a:pt x="2859" y="140"/>
                </a:lnTo>
                <a:lnTo>
                  <a:pt x="2870" y="127"/>
                </a:lnTo>
                <a:lnTo>
                  <a:pt x="2881" y="114"/>
                </a:lnTo>
                <a:lnTo>
                  <a:pt x="2893" y="101"/>
                </a:lnTo>
                <a:lnTo>
                  <a:pt x="2905" y="90"/>
                </a:lnTo>
                <a:lnTo>
                  <a:pt x="2917" y="79"/>
                </a:lnTo>
                <a:lnTo>
                  <a:pt x="2931" y="69"/>
                </a:lnTo>
                <a:lnTo>
                  <a:pt x="2945" y="59"/>
                </a:lnTo>
                <a:lnTo>
                  <a:pt x="2959" y="49"/>
                </a:lnTo>
                <a:lnTo>
                  <a:pt x="2974" y="42"/>
                </a:lnTo>
                <a:lnTo>
                  <a:pt x="2989" y="34"/>
                </a:lnTo>
                <a:lnTo>
                  <a:pt x="3004" y="27"/>
                </a:lnTo>
                <a:lnTo>
                  <a:pt x="3020" y="20"/>
                </a:lnTo>
                <a:lnTo>
                  <a:pt x="3038" y="15"/>
                </a:lnTo>
                <a:lnTo>
                  <a:pt x="3054" y="11"/>
                </a:lnTo>
                <a:lnTo>
                  <a:pt x="3071" y="6"/>
                </a:lnTo>
                <a:lnTo>
                  <a:pt x="3088" y="3"/>
                </a:lnTo>
                <a:lnTo>
                  <a:pt x="3105" y="1"/>
                </a:lnTo>
                <a:lnTo>
                  <a:pt x="3123" y="0"/>
                </a:lnTo>
                <a:lnTo>
                  <a:pt x="3142" y="0"/>
                </a:lnTo>
                <a:lnTo>
                  <a:pt x="3142" y="0"/>
                </a:lnTo>
                <a:lnTo>
                  <a:pt x="3160" y="0"/>
                </a:lnTo>
                <a:lnTo>
                  <a:pt x="3177" y="1"/>
                </a:lnTo>
                <a:lnTo>
                  <a:pt x="3195" y="3"/>
                </a:lnTo>
                <a:lnTo>
                  <a:pt x="3213" y="6"/>
                </a:lnTo>
                <a:lnTo>
                  <a:pt x="3230" y="11"/>
                </a:lnTo>
                <a:lnTo>
                  <a:pt x="3246" y="15"/>
                </a:lnTo>
                <a:lnTo>
                  <a:pt x="3262" y="20"/>
                </a:lnTo>
                <a:lnTo>
                  <a:pt x="3278" y="27"/>
                </a:lnTo>
                <a:lnTo>
                  <a:pt x="3294" y="34"/>
                </a:lnTo>
                <a:lnTo>
                  <a:pt x="3309" y="42"/>
                </a:lnTo>
                <a:lnTo>
                  <a:pt x="3324" y="49"/>
                </a:lnTo>
                <a:lnTo>
                  <a:pt x="3338" y="59"/>
                </a:lnTo>
                <a:lnTo>
                  <a:pt x="3352" y="69"/>
                </a:lnTo>
                <a:lnTo>
                  <a:pt x="3365" y="79"/>
                </a:lnTo>
                <a:lnTo>
                  <a:pt x="3378" y="90"/>
                </a:lnTo>
                <a:lnTo>
                  <a:pt x="3391" y="101"/>
                </a:lnTo>
                <a:lnTo>
                  <a:pt x="3403" y="114"/>
                </a:lnTo>
                <a:lnTo>
                  <a:pt x="3413" y="127"/>
                </a:lnTo>
                <a:lnTo>
                  <a:pt x="3424" y="140"/>
                </a:lnTo>
                <a:lnTo>
                  <a:pt x="3434" y="152"/>
                </a:lnTo>
                <a:lnTo>
                  <a:pt x="3442" y="167"/>
                </a:lnTo>
                <a:lnTo>
                  <a:pt x="3451" y="181"/>
                </a:lnTo>
                <a:lnTo>
                  <a:pt x="3459" y="196"/>
                </a:lnTo>
                <a:lnTo>
                  <a:pt x="3466" y="212"/>
                </a:lnTo>
                <a:lnTo>
                  <a:pt x="3473" y="228"/>
                </a:lnTo>
                <a:lnTo>
                  <a:pt x="3478" y="244"/>
                </a:lnTo>
                <a:lnTo>
                  <a:pt x="3483" y="261"/>
                </a:lnTo>
                <a:lnTo>
                  <a:pt x="3486" y="277"/>
                </a:lnTo>
                <a:lnTo>
                  <a:pt x="3490" y="294"/>
                </a:lnTo>
                <a:lnTo>
                  <a:pt x="3492" y="311"/>
                </a:lnTo>
                <a:lnTo>
                  <a:pt x="3493" y="330"/>
                </a:lnTo>
                <a:lnTo>
                  <a:pt x="3494" y="347"/>
                </a:lnTo>
                <a:lnTo>
                  <a:pt x="3494" y="347"/>
                </a:lnTo>
                <a:lnTo>
                  <a:pt x="3494" y="364"/>
                </a:lnTo>
                <a:lnTo>
                  <a:pt x="3493" y="380"/>
                </a:lnTo>
                <a:lnTo>
                  <a:pt x="3491" y="395"/>
                </a:lnTo>
                <a:lnTo>
                  <a:pt x="3488" y="411"/>
                </a:lnTo>
                <a:lnTo>
                  <a:pt x="3484" y="426"/>
                </a:lnTo>
                <a:lnTo>
                  <a:pt x="3481" y="441"/>
                </a:lnTo>
                <a:lnTo>
                  <a:pt x="3477" y="456"/>
                </a:lnTo>
                <a:lnTo>
                  <a:pt x="3471" y="471"/>
                </a:lnTo>
                <a:lnTo>
                  <a:pt x="3465" y="485"/>
                </a:lnTo>
                <a:lnTo>
                  <a:pt x="3459" y="499"/>
                </a:lnTo>
                <a:lnTo>
                  <a:pt x="3452" y="513"/>
                </a:lnTo>
                <a:lnTo>
                  <a:pt x="3445" y="526"/>
                </a:lnTo>
                <a:lnTo>
                  <a:pt x="3436" y="539"/>
                </a:lnTo>
                <a:lnTo>
                  <a:pt x="3427" y="552"/>
                </a:lnTo>
                <a:lnTo>
                  <a:pt x="3419" y="565"/>
                </a:lnTo>
                <a:lnTo>
                  <a:pt x="3408" y="577"/>
                </a:lnTo>
                <a:lnTo>
                  <a:pt x="3363" y="530"/>
                </a:lnTo>
                <a:lnTo>
                  <a:pt x="3363" y="530"/>
                </a:lnTo>
                <a:lnTo>
                  <a:pt x="3378" y="511"/>
                </a:lnTo>
                <a:lnTo>
                  <a:pt x="3391" y="490"/>
                </a:lnTo>
                <a:lnTo>
                  <a:pt x="3402" y="468"/>
                </a:lnTo>
                <a:lnTo>
                  <a:pt x="3411" y="444"/>
                </a:lnTo>
                <a:lnTo>
                  <a:pt x="3419" y="421"/>
                </a:lnTo>
                <a:lnTo>
                  <a:pt x="3424" y="397"/>
                </a:lnTo>
                <a:lnTo>
                  <a:pt x="3427" y="373"/>
                </a:lnTo>
                <a:lnTo>
                  <a:pt x="3428" y="347"/>
                </a:lnTo>
                <a:lnTo>
                  <a:pt x="3428" y="347"/>
                </a:lnTo>
                <a:lnTo>
                  <a:pt x="3427" y="333"/>
                </a:lnTo>
                <a:lnTo>
                  <a:pt x="3426" y="318"/>
                </a:lnTo>
                <a:lnTo>
                  <a:pt x="3425" y="304"/>
                </a:lnTo>
                <a:lnTo>
                  <a:pt x="3422" y="290"/>
                </a:lnTo>
                <a:lnTo>
                  <a:pt x="3419" y="276"/>
                </a:lnTo>
                <a:lnTo>
                  <a:pt x="3416" y="262"/>
                </a:lnTo>
                <a:lnTo>
                  <a:pt x="3410" y="249"/>
                </a:lnTo>
                <a:lnTo>
                  <a:pt x="3406" y="236"/>
                </a:lnTo>
                <a:lnTo>
                  <a:pt x="3399" y="223"/>
                </a:lnTo>
                <a:lnTo>
                  <a:pt x="3393" y="210"/>
                </a:lnTo>
                <a:lnTo>
                  <a:pt x="3387" y="199"/>
                </a:lnTo>
                <a:lnTo>
                  <a:pt x="3379" y="187"/>
                </a:lnTo>
                <a:lnTo>
                  <a:pt x="3370" y="176"/>
                </a:lnTo>
                <a:lnTo>
                  <a:pt x="3362" y="164"/>
                </a:lnTo>
                <a:lnTo>
                  <a:pt x="3353" y="155"/>
                </a:lnTo>
                <a:lnTo>
                  <a:pt x="3344" y="144"/>
                </a:lnTo>
                <a:lnTo>
                  <a:pt x="3334" y="134"/>
                </a:lnTo>
                <a:lnTo>
                  <a:pt x="3323" y="126"/>
                </a:lnTo>
                <a:lnTo>
                  <a:pt x="3312" y="117"/>
                </a:lnTo>
                <a:lnTo>
                  <a:pt x="3302" y="108"/>
                </a:lnTo>
                <a:lnTo>
                  <a:pt x="3290" y="101"/>
                </a:lnTo>
                <a:lnTo>
                  <a:pt x="3278" y="94"/>
                </a:lnTo>
                <a:lnTo>
                  <a:pt x="3265" y="88"/>
                </a:lnTo>
                <a:lnTo>
                  <a:pt x="3252" y="82"/>
                </a:lnTo>
                <a:lnTo>
                  <a:pt x="3239" y="77"/>
                </a:lnTo>
                <a:lnTo>
                  <a:pt x="3227" y="72"/>
                </a:lnTo>
                <a:lnTo>
                  <a:pt x="3213" y="69"/>
                </a:lnTo>
                <a:lnTo>
                  <a:pt x="3199" y="65"/>
                </a:lnTo>
                <a:lnTo>
                  <a:pt x="3185" y="62"/>
                </a:lnTo>
                <a:lnTo>
                  <a:pt x="3171" y="61"/>
                </a:lnTo>
                <a:lnTo>
                  <a:pt x="3157" y="60"/>
                </a:lnTo>
                <a:lnTo>
                  <a:pt x="3142" y="59"/>
                </a:lnTo>
                <a:lnTo>
                  <a:pt x="3142" y="59"/>
                </a:lnTo>
                <a:lnTo>
                  <a:pt x="3127" y="60"/>
                </a:lnTo>
                <a:lnTo>
                  <a:pt x="3113" y="61"/>
                </a:lnTo>
                <a:lnTo>
                  <a:pt x="3099" y="62"/>
                </a:lnTo>
                <a:lnTo>
                  <a:pt x="3084" y="65"/>
                </a:lnTo>
                <a:lnTo>
                  <a:pt x="3071" y="69"/>
                </a:lnTo>
                <a:lnTo>
                  <a:pt x="3057" y="72"/>
                </a:lnTo>
                <a:lnTo>
                  <a:pt x="3044" y="77"/>
                </a:lnTo>
                <a:lnTo>
                  <a:pt x="3030" y="82"/>
                </a:lnTo>
                <a:lnTo>
                  <a:pt x="3018" y="88"/>
                </a:lnTo>
                <a:lnTo>
                  <a:pt x="3005" y="94"/>
                </a:lnTo>
                <a:lnTo>
                  <a:pt x="2993" y="101"/>
                </a:lnTo>
                <a:lnTo>
                  <a:pt x="2982" y="108"/>
                </a:lnTo>
                <a:lnTo>
                  <a:pt x="2971" y="117"/>
                </a:lnTo>
                <a:lnTo>
                  <a:pt x="2960" y="126"/>
                </a:lnTo>
                <a:lnTo>
                  <a:pt x="2949" y="134"/>
                </a:lnTo>
                <a:lnTo>
                  <a:pt x="2940" y="144"/>
                </a:lnTo>
                <a:lnTo>
                  <a:pt x="2930" y="155"/>
                </a:lnTo>
                <a:lnTo>
                  <a:pt x="2920" y="164"/>
                </a:lnTo>
                <a:lnTo>
                  <a:pt x="2912" y="176"/>
                </a:lnTo>
                <a:lnTo>
                  <a:pt x="2904" y="187"/>
                </a:lnTo>
                <a:lnTo>
                  <a:pt x="2897" y="199"/>
                </a:lnTo>
                <a:lnTo>
                  <a:pt x="2890" y="210"/>
                </a:lnTo>
                <a:lnTo>
                  <a:pt x="2884" y="223"/>
                </a:lnTo>
                <a:lnTo>
                  <a:pt x="2877" y="236"/>
                </a:lnTo>
                <a:lnTo>
                  <a:pt x="2872" y="249"/>
                </a:lnTo>
                <a:lnTo>
                  <a:pt x="2868" y="262"/>
                </a:lnTo>
                <a:lnTo>
                  <a:pt x="2865" y="276"/>
                </a:lnTo>
                <a:lnTo>
                  <a:pt x="2861" y="290"/>
                </a:lnTo>
                <a:lnTo>
                  <a:pt x="2858" y="304"/>
                </a:lnTo>
                <a:lnTo>
                  <a:pt x="2857" y="318"/>
                </a:lnTo>
                <a:lnTo>
                  <a:pt x="2855" y="333"/>
                </a:lnTo>
                <a:lnTo>
                  <a:pt x="2855" y="347"/>
                </a:lnTo>
                <a:lnTo>
                  <a:pt x="2855" y="347"/>
                </a:lnTo>
                <a:lnTo>
                  <a:pt x="2856" y="373"/>
                </a:lnTo>
                <a:lnTo>
                  <a:pt x="2859" y="397"/>
                </a:lnTo>
                <a:lnTo>
                  <a:pt x="2865" y="421"/>
                </a:lnTo>
                <a:lnTo>
                  <a:pt x="2872" y="444"/>
                </a:lnTo>
                <a:lnTo>
                  <a:pt x="2881" y="468"/>
                </a:lnTo>
                <a:lnTo>
                  <a:pt x="2893" y="490"/>
                </a:lnTo>
                <a:lnTo>
                  <a:pt x="2905" y="511"/>
                </a:lnTo>
                <a:lnTo>
                  <a:pt x="2920" y="530"/>
                </a:lnTo>
                <a:lnTo>
                  <a:pt x="2874" y="577"/>
                </a:lnTo>
                <a:lnTo>
                  <a:pt x="2874" y="577"/>
                </a:lnTo>
                <a:lnTo>
                  <a:pt x="2865" y="565"/>
                </a:lnTo>
                <a:lnTo>
                  <a:pt x="2856" y="552"/>
                </a:lnTo>
                <a:lnTo>
                  <a:pt x="2847" y="539"/>
                </a:lnTo>
                <a:lnTo>
                  <a:pt x="2839" y="526"/>
                </a:lnTo>
                <a:lnTo>
                  <a:pt x="2831" y="513"/>
                </a:lnTo>
                <a:lnTo>
                  <a:pt x="2824" y="499"/>
                </a:lnTo>
                <a:lnTo>
                  <a:pt x="2817" y="485"/>
                </a:lnTo>
                <a:lnTo>
                  <a:pt x="2812" y="471"/>
                </a:lnTo>
                <a:lnTo>
                  <a:pt x="2807" y="456"/>
                </a:lnTo>
                <a:lnTo>
                  <a:pt x="2802" y="441"/>
                </a:lnTo>
                <a:lnTo>
                  <a:pt x="2798" y="426"/>
                </a:lnTo>
                <a:lnTo>
                  <a:pt x="2795" y="411"/>
                </a:lnTo>
                <a:lnTo>
                  <a:pt x="2793" y="395"/>
                </a:lnTo>
                <a:lnTo>
                  <a:pt x="2790" y="380"/>
                </a:lnTo>
                <a:lnTo>
                  <a:pt x="2789" y="364"/>
                </a:lnTo>
                <a:lnTo>
                  <a:pt x="2789" y="347"/>
                </a:lnTo>
                <a:lnTo>
                  <a:pt x="2789" y="347"/>
                </a:lnTo>
                <a:close/>
                <a:moveTo>
                  <a:pt x="2488" y="457"/>
                </a:moveTo>
                <a:lnTo>
                  <a:pt x="2488" y="240"/>
                </a:lnTo>
                <a:lnTo>
                  <a:pt x="2547" y="240"/>
                </a:lnTo>
                <a:lnTo>
                  <a:pt x="2547" y="408"/>
                </a:lnTo>
                <a:lnTo>
                  <a:pt x="2645" y="408"/>
                </a:lnTo>
                <a:lnTo>
                  <a:pt x="2645" y="457"/>
                </a:lnTo>
                <a:lnTo>
                  <a:pt x="2488" y="457"/>
                </a:lnTo>
                <a:close/>
                <a:moveTo>
                  <a:pt x="2284" y="457"/>
                </a:moveTo>
                <a:lnTo>
                  <a:pt x="2445" y="457"/>
                </a:lnTo>
                <a:lnTo>
                  <a:pt x="2445" y="408"/>
                </a:lnTo>
                <a:lnTo>
                  <a:pt x="2338" y="408"/>
                </a:lnTo>
                <a:lnTo>
                  <a:pt x="2338" y="370"/>
                </a:lnTo>
                <a:lnTo>
                  <a:pt x="2426" y="370"/>
                </a:lnTo>
                <a:lnTo>
                  <a:pt x="2426" y="325"/>
                </a:lnTo>
                <a:lnTo>
                  <a:pt x="2338" y="325"/>
                </a:lnTo>
                <a:lnTo>
                  <a:pt x="2338" y="288"/>
                </a:lnTo>
                <a:lnTo>
                  <a:pt x="2439" y="288"/>
                </a:lnTo>
                <a:lnTo>
                  <a:pt x="2439" y="240"/>
                </a:lnTo>
                <a:lnTo>
                  <a:pt x="2284" y="240"/>
                </a:lnTo>
                <a:lnTo>
                  <a:pt x="2284" y="457"/>
                </a:lnTo>
                <a:close/>
                <a:moveTo>
                  <a:pt x="2035" y="349"/>
                </a:moveTo>
                <a:lnTo>
                  <a:pt x="2035" y="349"/>
                </a:lnTo>
                <a:lnTo>
                  <a:pt x="2035" y="336"/>
                </a:lnTo>
                <a:lnTo>
                  <a:pt x="2038" y="324"/>
                </a:lnTo>
                <a:lnTo>
                  <a:pt x="2040" y="313"/>
                </a:lnTo>
                <a:lnTo>
                  <a:pt x="2043" y="303"/>
                </a:lnTo>
                <a:lnTo>
                  <a:pt x="2047" y="292"/>
                </a:lnTo>
                <a:lnTo>
                  <a:pt x="2052" y="282"/>
                </a:lnTo>
                <a:lnTo>
                  <a:pt x="2057" y="274"/>
                </a:lnTo>
                <a:lnTo>
                  <a:pt x="2064" y="266"/>
                </a:lnTo>
                <a:lnTo>
                  <a:pt x="2071" y="259"/>
                </a:lnTo>
                <a:lnTo>
                  <a:pt x="2079" y="252"/>
                </a:lnTo>
                <a:lnTo>
                  <a:pt x="2088" y="247"/>
                </a:lnTo>
                <a:lnTo>
                  <a:pt x="2098" y="243"/>
                </a:lnTo>
                <a:lnTo>
                  <a:pt x="2107" y="238"/>
                </a:lnTo>
                <a:lnTo>
                  <a:pt x="2118" y="236"/>
                </a:lnTo>
                <a:lnTo>
                  <a:pt x="2130" y="234"/>
                </a:lnTo>
                <a:lnTo>
                  <a:pt x="2142" y="234"/>
                </a:lnTo>
                <a:lnTo>
                  <a:pt x="2142" y="234"/>
                </a:lnTo>
                <a:lnTo>
                  <a:pt x="2160" y="235"/>
                </a:lnTo>
                <a:lnTo>
                  <a:pt x="2168" y="236"/>
                </a:lnTo>
                <a:lnTo>
                  <a:pt x="2176" y="238"/>
                </a:lnTo>
                <a:lnTo>
                  <a:pt x="2184" y="242"/>
                </a:lnTo>
                <a:lnTo>
                  <a:pt x="2191" y="245"/>
                </a:lnTo>
                <a:lnTo>
                  <a:pt x="2199" y="248"/>
                </a:lnTo>
                <a:lnTo>
                  <a:pt x="2205" y="252"/>
                </a:lnTo>
                <a:lnTo>
                  <a:pt x="2210" y="258"/>
                </a:lnTo>
                <a:lnTo>
                  <a:pt x="2216" y="263"/>
                </a:lnTo>
                <a:lnTo>
                  <a:pt x="2221" y="269"/>
                </a:lnTo>
                <a:lnTo>
                  <a:pt x="2226" y="276"/>
                </a:lnTo>
                <a:lnTo>
                  <a:pt x="2230" y="283"/>
                </a:lnTo>
                <a:lnTo>
                  <a:pt x="2233" y="291"/>
                </a:lnTo>
                <a:lnTo>
                  <a:pt x="2235" y="300"/>
                </a:lnTo>
                <a:lnTo>
                  <a:pt x="2237" y="308"/>
                </a:lnTo>
                <a:lnTo>
                  <a:pt x="2179" y="308"/>
                </a:lnTo>
                <a:lnTo>
                  <a:pt x="2179" y="308"/>
                </a:lnTo>
                <a:lnTo>
                  <a:pt x="2177" y="301"/>
                </a:lnTo>
                <a:lnTo>
                  <a:pt x="2174" y="295"/>
                </a:lnTo>
                <a:lnTo>
                  <a:pt x="2170" y="291"/>
                </a:lnTo>
                <a:lnTo>
                  <a:pt x="2165" y="287"/>
                </a:lnTo>
                <a:lnTo>
                  <a:pt x="2160" y="285"/>
                </a:lnTo>
                <a:lnTo>
                  <a:pt x="2155" y="282"/>
                </a:lnTo>
                <a:lnTo>
                  <a:pt x="2149" y="282"/>
                </a:lnTo>
                <a:lnTo>
                  <a:pt x="2143" y="281"/>
                </a:lnTo>
                <a:lnTo>
                  <a:pt x="2143" y="281"/>
                </a:lnTo>
                <a:lnTo>
                  <a:pt x="2136" y="282"/>
                </a:lnTo>
                <a:lnTo>
                  <a:pt x="2131" y="283"/>
                </a:lnTo>
                <a:lnTo>
                  <a:pt x="2126" y="285"/>
                </a:lnTo>
                <a:lnTo>
                  <a:pt x="2121" y="287"/>
                </a:lnTo>
                <a:lnTo>
                  <a:pt x="2117" y="290"/>
                </a:lnTo>
                <a:lnTo>
                  <a:pt x="2113" y="293"/>
                </a:lnTo>
                <a:lnTo>
                  <a:pt x="2105" y="302"/>
                </a:lnTo>
                <a:lnTo>
                  <a:pt x="2100" y="311"/>
                </a:lnTo>
                <a:lnTo>
                  <a:pt x="2097" y="322"/>
                </a:lnTo>
                <a:lnTo>
                  <a:pt x="2094" y="335"/>
                </a:lnTo>
                <a:lnTo>
                  <a:pt x="2093" y="349"/>
                </a:lnTo>
                <a:lnTo>
                  <a:pt x="2093" y="349"/>
                </a:lnTo>
                <a:lnTo>
                  <a:pt x="2094" y="363"/>
                </a:lnTo>
                <a:lnTo>
                  <a:pt x="2097" y="376"/>
                </a:lnTo>
                <a:lnTo>
                  <a:pt x="2101" y="388"/>
                </a:lnTo>
                <a:lnTo>
                  <a:pt x="2106" y="397"/>
                </a:lnTo>
                <a:lnTo>
                  <a:pt x="2114" y="406"/>
                </a:lnTo>
                <a:lnTo>
                  <a:pt x="2118" y="409"/>
                </a:lnTo>
                <a:lnTo>
                  <a:pt x="2122" y="412"/>
                </a:lnTo>
                <a:lnTo>
                  <a:pt x="2128" y="414"/>
                </a:lnTo>
                <a:lnTo>
                  <a:pt x="2133" y="417"/>
                </a:lnTo>
                <a:lnTo>
                  <a:pt x="2140" y="417"/>
                </a:lnTo>
                <a:lnTo>
                  <a:pt x="2146" y="418"/>
                </a:lnTo>
                <a:lnTo>
                  <a:pt x="2146" y="418"/>
                </a:lnTo>
                <a:lnTo>
                  <a:pt x="2157" y="417"/>
                </a:lnTo>
                <a:lnTo>
                  <a:pt x="2166" y="414"/>
                </a:lnTo>
                <a:lnTo>
                  <a:pt x="2175" y="411"/>
                </a:lnTo>
                <a:lnTo>
                  <a:pt x="2183" y="407"/>
                </a:lnTo>
                <a:lnTo>
                  <a:pt x="2183" y="379"/>
                </a:lnTo>
                <a:lnTo>
                  <a:pt x="2144" y="379"/>
                </a:lnTo>
                <a:lnTo>
                  <a:pt x="2144" y="336"/>
                </a:lnTo>
                <a:lnTo>
                  <a:pt x="2237" y="336"/>
                </a:lnTo>
                <a:lnTo>
                  <a:pt x="2237" y="434"/>
                </a:lnTo>
                <a:lnTo>
                  <a:pt x="2237" y="434"/>
                </a:lnTo>
                <a:lnTo>
                  <a:pt x="2227" y="441"/>
                </a:lnTo>
                <a:lnTo>
                  <a:pt x="2216" y="448"/>
                </a:lnTo>
                <a:lnTo>
                  <a:pt x="2204" y="453"/>
                </a:lnTo>
                <a:lnTo>
                  <a:pt x="2192" y="457"/>
                </a:lnTo>
                <a:lnTo>
                  <a:pt x="2181" y="461"/>
                </a:lnTo>
                <a:lnTo>
                  <a:pt x="2170" y="464"/>
                </a:lnTo>
                <a:lnTo>
                  <a:pt x="2159" y="465"/>
                </a:lnTo>
                <a:lnTo>
                  <a:pt x="2149" y="465"/>
                </a:lnTo>
                <a:lnTo>
                  <a:pt x="2149" y="465"/>
                </a:lnTo>
                <a:lnTo>
                  <a:pt x="2136" y="465"/>
                </a:lnTo>
                <a:lnTo>
                  <a:pt x="2123" y="463"/>
                </a:lnTo>
                <a:lnTo>
                  <a:pt x="2112" y="461"/>
                </a:lnTo>
                <a:lnTo>
                  <a:pt x="2101" y="457"/>
                </a:lnTo>
                <a:lnTo>
                  <a:pt x="2090" y="453"/>
                </a:lnTo>
                <a:lnTo>
                  <a:pt x="2082" y="448"/>
                </a:lnTo>
                <a:lnTo>
                  <a:pt x="2073" y="441"/>
                </a:lnTo>
                <a:lnTo>
                  <a:pt x="2064" y="435"/>
                </a:lnTo>
                <a:lnTo>
                  <a:pt x="2058" y="426"/>
                </a:lnTo>
                <a:lnTo>
                  <a:pt x="2052" y="418"/>
                </a:lnTo>
                <a:lnTo>
                  <a:pt x="2047" y="408"/>
                </a:lnTo>
                <a:lnTo>
                  <a:pt x="2043" y="398"/>
                </a:lnTo>
                <a:lnTo>
                  <a:pt x="2040" y="387"/>
                </a:lnTo>
                <a:lnTo>
                  <a:pt x="2038" y="375"/>
                </a:lnTo>
                <a:lnTo>
                  <a:pt x="2035" y="362"/>
                </a:lnTo>
                <a:lnTo>
                  <a:pt x="2035" y="349"/>
                </a:lnTo>
                <a:lnTo>
                  <a:pt x="2035" y="349"/>
                </a:lnTo>
                <a:close/>
                <a:moveTo>
                  <a:pt x="1883" y="380"/>
                </a:moveTo>
                <a:lnTo>
                  <a:pt x="1911" y="297"/>
                </a:lnTo>
                <a:lnTo>
                  <a:pt x="1940" y="380"/>
                </a:lnTo>
                <a:lnTo>
                  <a:pt x="1883" y="380"/>
                </a:lnTo>
                <a:close/>
                <a:moveTo>
                  <a:pt x="1798" y="457"/>
                </a:moveTo>
                <a:lnTo>
                  <a:pt x="1857" y="457"/>
                </a:lnTo>
                <a:lnTo>
                  <a:pt x="1868" y="425"/>
                </a:lnTo>
                <a:lnTo>
                  <a:pt x="1955" y="425"/>
                </a:lnTo>
                <a:lnTo>
                  <a:pt x="1966" y="457"/>
                </a:lnTo>
                <a:lnTo>
                  <a:pt x="2025" y="457"/>
                </a:lnTo>
                <a:lnTo>
                  <a:pt x="1942" y="240"/>
                </a:lnTo>
                <a:lnTo>
                  <a:pt x="1880" y="240"/>
                </a:lnTo>
                <a:lnTo>
                  <a:pt x="1798" y="457"/>
                </a:lnTo>
                <a:close/>
                <a:moveTo>
                  <a:pt x="1580" y="457"/>
                </a:moveTo>
                <a:lnTo>
                  <a:pt x="1634" y="457"/>
                </a:lnTo>
                <a:lnTo>
                  <a:pt x="1634" y="327"/>
                </a:lnTo>
                <a:lnTo>
                  <a:pt x="1710" y="457"/>
                </a:lnTo>
                <a:lnTo>
                  <a:pt x="1770" y="457"/>
                </a:lnTo>
                <a:lnTo>
                  <a:pt x="1770" y="240"/>
                </a:lnTo>
                <a:lnTo>
                  <a:pt x="1716" y="240"/>
                </a:lnTo>
                <a:lnTo>
                  <a:pt x="1716" y="368"/>
                </a:lnTo>
                <a:lnTo>
                  <a:pt x="1638" y="240"/>
                </a:lnTo>
                <a:lnTo>
                  <a:pt x="1580" y="240"/>
                </a:lnTo>
                <a:lnTo>
                  <a:pt x="1580" y="457"/>
                </a:lnTo>
                <a:close/>
                <a:moveTo>
                  <a:pt x="1334" y="370"/>
                </a:moveTo>
                <a:lnTo>
                  <a:pt x="1334" y="342"/>
                </a:lnTo>
                <a:lnTo>
                  <a:pt x="1421" y="342"/>
                </a:lnTo>
                <a:lnTo>
                  <a:pt x="1421" y="254"/>
                </a:lnTo>
                <a:lnTo>
                  <a:pt x="1453" y="254"/>
                </a:lnTo>
                <a:lnTo>
                  <a:pt x="1453" y="342"/>
                </a:lnTo>
                <a:lnTo>
                  <a:pt x="1541" y="342"/>
                </a:lnTo>
                <a:lnTo>
                  <a:pt x="1541" y="370"/>
                </a:lnTo>
                <a:lnTo>
                  <a:pt x="1453" y="370"/>
                </a:lnTo>
                <a:lnTo>
                  <a:pt x="1453" y="457"/>
                </a:lnTo>
                <a:lnTo>
                  <a:pt x="1421" y="457"/>
                </a:lnTo>
                <a:lnTo>
                  <a:pt x="1421" y="370"/>
                </a:lnTo>
                <a:lnTo>
                  <a:pt x="1334" y="370"/>
                </a:lnTo>
                <a:close/>
                <a:moveTo>
                  <a:pt x="1147" y="457"/>
                </a:moveTo>
                <a:lnTo>
                  <a:pt x="1308" y="457"/>
                </a:lnTo>
                <a:lnTo>
                  <a:pt x="1308" y="408"/>
                </a:lnTo>
                <a:lnTo>
                  <a:pt x="1202" y="408"/>
                </a:lnTo>
                <a:lnTo>
                  <a:pt x="1202" y="370"/>
                </a:lnTo>
                <a:lnTo>
                  <a:pt x="1290" y="370"/>
                </a:lnTo>
                <a:lnTo>
                  <a:pt x="1290" y="325"/>
                </a:lnTo>
                <a:lnTo>
                  <a:pt x="1202" y="325"/>
                </a:lnTo>
                <a:lnTo>
                  <a:pt x="1202" y="288"/>
                </a:lnTo>
                <a:lnTo>
                  <a:pt x="1303" y="288"/>
                </a:lnTo>
                <a:lnTo>
                  <a:pt x="1303" y="240"/>
                </a:lnTo>
                <a:lnTo>
                  <a:pt x="1147" y="240"/>
                </a:lnTo>
                <a:lnTo>
                  <a:pt x="1147" y="457"/>
                </a:lnTo>
                <a:close/>
                <a:moveTo>
                  <a:pt x="904" y="457"/>
                </a:moveTo>
                <a:lnTo>
                  <a:pt x="958" y="457"/>
                </a:lnTo>
                <a:lnTo>
                  <a:pt x="958" y="327"/>
                </a:lnTo>
                <a:lnTo>
                  <a:pt x="1034" y="457"/>
                </a:lnTo>
                <a:lnTo>
                  <a:pt x="1096" y="457"/>
                </a:lnTo>
                <a:lnTo>
                  <a:pt x="1096" y="240"/>
                </a:lnTo>
                <a:lnTo>
                  <a:pt x="1041" y="240"/>
                </a:lnTo>
                <a:lnTo>
                  <a:pt x="1041" y="368"/>
                </a:lnTo>
                <a:lnTo>
                  <a:pt x="963" y="240"/>
                </a:lnTo>
                <a:lnTo>
                  <a:pt x="904" y="240"/>
                </a:lnTo>
                <a:lnTo>
                  <a:pt x="904" y="457"/>
                </a:lnTo>
                <a:close/>
                <a:moveTo>
                  <a:pt x="659" y="457"/>
                </a:moveTo>
                <a:lnTo>
                  <a:pt x="716" y="457"/>
                </a:lnTo>
                <a:lnTo>
                  <a:pt x="716" y="374"/>
                </a:lnTo>
                <a:lnTo>
                  <a:pt x="795" y="374"/>
                </a:lnTo>
                <a:lnTo>
                  <a:pt x="795" y="457"/>
                </a:lnTo>
                <a:lnTo>
                  <a:pt x="853" y="457"/>
                </a:lnTo>
                <a:lnTo>
                  <a:pt x="853" y="240"/>
                </a:lnTo>
                <a:lnTo>
                  <a:pt x="795" y="240"/>
                </a:lnTo>
                <a:lnTo>
                  <a:pt x="795" y="322"/>
                </a:lnTo>
                <a:lnTo>
                  <a:pt x="716" y="322"/>
                </a:lnTo>
                <a:lnTo>
                  <a:pt x="716" y="240"/>
                </a:lnTo>
                <a:lnTo>
                  <a:pt x="659" y="240"/>
                </a:lnTo>
                <a:lnTo>
                  <a:pt x="659" y="457"/>
                </a:lnTo>
                <a:close/>
                <a:moveTo>
                  <a:pt x="454" y="457"/>
                </a:moveTo>
                <a:lnTo>
                  <a:pt x="615" y="457"/>
                </a:lnTo>
                <a:lnTo>
                  <a:pt x="615" y="408"/>
                </a:lnTo>
                <a:lnTo>
                  <a:pt x="509" y="408"/>
                </a:lnTo>
                <a:lnTo>
                  <a:pt x="509" y="370"/>
                </a:lnTo>
                <a:lnTo>
                  <a:pt x="597" y="370"/>
                </a:lnTo>
                <a:lnTo>
                  <a:pt x="597" y="325"/>
                </a:lnTo>
                <a:lnTo>
                  <a:pt x="509" y="325"/>
                </a:lnTo>
                <a:lnTo>
                  <a:pt x="509" y="288"/>
                </a:lnTo>
                <a:lnTo>
                  <a:pt x="610" y="288"/>
                </a:lnTo>
                <a:lnTo>
                  <a:pt x="610" y="240"/>
                </a:lnTo>
                <a:lnTo>
                  <a:pt x="454" y="240"/>
                </a:lnTo>
                <a:lnTo>
                  <a:pt x="454" y="457"/>
                </a:lnTo>
                <a:close/>
                <a:moveTo>
                  <a:pt x="215" y="368"/>
                </a:moveTo>
                <a:lnTo>
                  <a:pt x="215" y="368"/>
                </a:lnTo>
                <a:lnTo>
                  <a:pt x="215" y="381"/>
                </a:lnTo>
                <a:lnTo>
                  <a:pt x="217" y="393"/>
                </a:lnTo>
                <a:lnTo>
                  <a:pt x="219" y="404"/>
                </a:lnTo>
                <a:lnTo>
                  <a:pt x="222" y="413"/>
                </a:lnTo>
                <a:lnTo>
                  <a:pt x="227" y="422"/>
                </a:lnTo>
                <a:lnTo>
                  <a:pt x="231" y="429"/>
                </a:lnTo>
                <a:lnTo>
                  <a:pt x="237" y="437"/>
                </a:lnTo>
                <a:lnTo>
                  <a:pt x="243" y="443"/>
                </a:lnTo>
                <a:lnTo>
                  <a:pt x="250" y="449"/>
                </a:lnTo>
                <a:lnTo>
                  <a:pt x="258" y="453"/>
                </a:lnTo>
                <a:lnTo>
                  <a:pt x="265" y="456"/>
                </a:lnTo>
                <a:lnTo>
                  <a:pt x="274" y="460"/>
                </a:lnTo>
                <a:lnTo>
                  <a:pt x="282" y="463"/>
                </a:lnTo>
                <a:lnTo>
                  <a:pt x="291" y="464"/>
                </a:lnTo>
                <a:lnTo>
                  <a:pt x="301" y="465"/>
                </a:lnTo>
                <a:lnTo>
                  <a:pt x="310" y="465"/>
                </a:lnTo>
                <a:lnTo>
                  <a:pt x="310" y="465"/>
                </a:lnTo>
                <a:lnTo>
                  <a:pt x="319" y="465"/>
                </a:lnTo>
                <a:lnTo>
                  <a:pt x="329" y="464"/>
                </a:lnTo>
                <a:lnTo>
                  <a:pt x="337" y="463"/>
                </a:lnTo>
                <a:lnTo>
                  <a:pt x="346" y="460"/>
                </a:lnTo>
                <a:lnTo>
                  <a:pt x="354" y="456"/>
                </a:lnTo>
                <a:lnTo>
                  <a:pt x="362" y="453"/>
                </a:lnTo>
                <a:lnTo>
                  <a:pt x="369" y="449"/>
                </a:lnTo>
                <a:lnTo>
                  <a:pt x="376" y="443"/>
                </a:lnTo>
                <a:lnTo>
                  <a:pt x="382" y="437"/>
                </a:lnTo>
                <a:lnTo>
                  <a:pt x="388" y="429"/>
                </a:lnTo>
                <a:lnTo>
                  <a:pt x="393" y="422"/>
                </a:lnTo>
                <a:lnTo>
                  <a:pt x="396" y="413"/>
                </a:lnTo>
                <a:lnTo>
                  <a:pt x="401" y="404"/>
                </a:lnTo>
                <a:lnTo>
                  <a:pt x="403" y="393"/>
                </a:lnTo>
                <a:lnTo>
                  <a:pt x="404" y="381"/>
                </a:lnTo>
                <a:lnTo>
                  <a:pt x="405" y="368"/>
                </a:lnTo>
                <a:lnTo>
                  <a:pt x="405" y="240"/>
                </a:lnTo>
                <a:lnTo>
                  <a:pt x="346" y="240"/>
                </a:lnTo>
                <a:lnTo>
                  <a:pt x="346" y="377"/>
                </a:lnTo>
                <a:lnTo>
                  <a:pt x="346" y="377"/>
                </a:lnTo>
                <a:lnTo>
                  <a:pt x="345" y="385"/>
                </a:lnTo>
                <a:lnTo>
                  <a:pt x="344" y="394"/>
                </a:lnTo>
                <a:lnTo>
                  <a:pt x="340" y="400"/>
                </a:lnTo>
                <a:lnTo>
                  <a:pt x="337" y="406"/>
                </a:lnTo>
                <a:lnTo>
                  <a:pt x="332" y="410"/>
                </a:lnTo>
                <a:lnTo>
                  <a:pt x="325" y="413"/>
                </a:lnTo>
                <a:lnTo>
                  <a:pt x="318" y="415"/>
                </a:lnTo>
                <a:lnTo>
                  <a:pt x="310" y="415"/>
                </a:lnTo>
                <a:lnTo>
                  <a:pt x="310" y="415"/>
                </a:lnTo>
                <a:lnTo>
                  <a:pt x="302" y="415"/>
                </a:lnTo>
                <a:lnTo>
                  <a:pt x="294" y="413"/>
                </a:lnTo>
                <a:lnTo>
                  <a:pt x="288" y="410"/>
                </a:lnTo>
                <a:lnTo>
                  <a:pt x="282" y="406"/>
                </a:lnTo>
                <a:lnTo>
                  <a:pt x="278" y="400"/>
                </a:lnTo>
                <a:lnTo>
                  <a:pt x="276" y="394"/>
                </a:lnTo>
                <a:lnTo>
                  <a:pt x="274" y="385"/>
                </a:lnTo>
                <a:lnTo>
                  <a:pt x="274" y="377"/>
                </a:lnTo>
                <a:lnTo>
                  <a:pt x="274" y="240"/>
                </a:lnTo>
                <a:lnTo>
                  <a:pt x="215" y="240"/>
                </a:lnTo>
                <a:lnTo>
                  <a:pt x="215" y="368"/>
                </a:lnTo>
                <a:close/>
                <a:moveTo>
                  <a:pt x="0" y="457"/>
                </a:moveTo>
                <a:lnTo>
                  <a:pt x="58" y="457"/>
                </a:lnTo>
                <a:lnTo>
                  <a:pt x="58" y="396"/>
                </a:lnTo>
                <a:lnTo>
                  <a:pt x="77" y="371"/>
                </a:lnTo>
                <a:lnTo>
                  <a:pt x="127" y="457"/>
                </a:lnTo>
                <a:lnTo>
                  <a:pt x="194" y="457"/>
                </a:lnTo>
                <a:lnTo>
                  <a:pt x="116" y="330"/>
                </a:lnTo>
                <a:lnTo>
                  <a:pt x="186" y="240"/>
                </a:lnTo>
                <a:lnTo>
                  <a:pt x="118" y="240"/>
                </a:lnTo>
                <a:lnTo>
                  <a:pt x="58" y="318"/>
                </a:lnTo>
                <a:lnTo>
                  <a:pt x="58" y="240"/>
                </a:lnTo>
                <a:lnTo>
                  <a:pt x="0" y="240"/>
                </a:lnTo>
                <a:lnTo>
                  <a:pt x="0" y="457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35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3BC96D-1D64-4AFE-B628-DA253953F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47" y="2005012"/>
            <a:ext cx="8317706" cy="4305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enter text</a:t>
            </a:r>
          </a:p>
          <a:p>
            <a:pPr lvl="1"/>
            <a:r>
              <a:rPr lang="en-GB" noProof="0"/>
              <a:t>Level one bullet</a:t>
            </a:r>
          </a:p>
          <a:p>
            <a:pPr lvl="2"/>
            <a:r>
              <a:rPr lang="en-GB" noProof="0"/>
              <a:t>Level two bullet</a:t>
            </a:r>
          </a:p>
          <a:p>
            <a:pPr lvl="3"/>
            <a:r>
              <a:rPr lang="en-GB" noProof="0"/>
              <a:t>Level three bullet</a:t>
            </a:r>
          </a:p>
          <a:p>
            <a:pPr lvl="4"/>
            <a:r>
              <a:rPr lang="en-GB" noProof="0"/>
              <a:t>Level four</a:t>
            </a:r>
          </a:p>
          <a:p>
            <a:pPr lvl="4"/>
            <a:r>
              <a:rPr lang="en-GB" noProof="0"/>
              <a:t>Level five</a:t>
            </a:r>
          </a:p>
          <a:p>
            <a:pPr lvl="4"/>
            <a:r>
              <a:rPr lang="en-GB" noProof="0"/>
              <a:t>Level six</a:t>
            </a:r>
          </a:p>
          <a:p>
            <a:pPr lvl="4"/>
            <a:r>
              <a:rPr lang="en-GB" noProof="0"/>
              <a:t>Level seven</a:t>
            </a:r>
          </a:p>
          <a:p>
            <a:pPr lvl="4"/>
            <a:r>
              <a:rPr lang="en-GB" noProof="0"/>
              <a:t>Level eight</a:t>
            </a:r>
          </a:p>
          <a:p>
            <a:pPr lvl="4"/>
            <a:r>
              <a:rPr lang="en-GB" noProof="0"/>
              <a:t>Level nine </a:t>
            </a:r>
          </a:p>
        </p:txBody>
      </p: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D10F3D34-00BF-41F3-8753-0A09A1925CE1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4283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805" r:id="rId2"/>
    <p:sldLayoutId id="2147483707" r:id="rId3"/>
    <p:sldLayoutId id="214748379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300"/>
        </a:spcAft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84163" indent="-2841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733425" indent="-2841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198800" indent="-2844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98800" indent="-2844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8pPr>
      <a:lvl9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347" userDrawn="1">
          <p15:clr>
            <a:srgbClr val="F26B43"/>
          </p15:clr>
        </p15:guide>
        <p15:guide id="4" orient="horz" pos="1253" userDrawn="1">
          <p15:clr>
            <a:srgbClr val="F26B43"/>
          </p15:clr>
        </p15:guide>
        <p15:guide id="5" orient="horz" pos="3067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pos="260" userDrawn="1">
          <p15:clr>
            <a:srgbClr val="F26B43"/>
          </p15:clr>
        </p15:guide>
        <p15:guide id="8" pos="5500" userDrawn="1">
          <p15:clr>
            <a:srgbClr val="F26B43"/>
          </p15:clr>
        </p15:guide>
        <p15:guide id="9" pos="1571" userDrawn="1">
          <p15:clr>
            <a:srgbClr val="F26B43"/>
          </p15:clr>
        </p15:guide>
        <p15:guide id="10" pos="41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DB239B-D67E-AC00-3D74-93E213ABA00A}"/>
              </a:ext>
            </a:extLst>
          </p:cNvPr>
          <p:cNvSpPr txBox="1"/>
          <p:nvPr/>
        </p:nvSpPr>
        <p:spPr>
          <a:xfrm>
            <a:off x="413146" y="3213715"/>
            <a:ext cx="6237686" cy="309659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defTabSz="685783">
              <a:spcAft>
                <a:spcPts val="900"/>
              </a:spcAft>
            </a:pPr>
            <a:r>
              <a:rPr lang="en-GB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ETL pipeline synchronizing PDM (Oracle) employee data to SAP SuccessFactors EC</a:t>
            </a:r>
          </a:p>
          <a:p>
            <a:pPr defTabSz="685783">
              <a:spcAft>
                <a:spcPts val="900"/>
              </a:spcAft>
            </a:pPr>
            <a:endParaRPr lang="en-GB" b="0" kern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8" y="1991893"/>
            <a:ext cx="6237686" cy="1065940"/>
          </a:xfrm>
        </p:spPr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ts val="0"/>
              </a:spcBef>
              <a:spcAft>
                <a:spcPts val="225"/>
              </a:spcAft>
            </a:pPr>
            <a:r>
              <a:rPr lang="en-GB" b="1" kern="1200" baseline="0" dirty="0">
                <a:latin typeface="+mn-lt"/>
                <a:ea typeface="+mn-ea"/>
                <a:cs typeface="+mn-cs"/>
              </a:rPr>
              <a:t>PDM2EC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rPr lang="en-US"/>
              <a:t>Executive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57A50-55A7-4CF8-26EB-9BC7D3C9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10A089-F175-9627-A318-0DEA175DBDE6}"/>
              </a:ext>
            </a:extLst>
          </p:cNvPr>
          <p:cNvCxnSpPr>
            <a:cxnSpLocks/>
            <a:stCxn id="7" idx="4"/>
            <a:endCxn id="14" idx="0"/>
          </p:cNvCxnSpPr>
          <p:nvPr/>
        </p:nvCxnSpPr>
        <p:spPr>
          <a:xfrm>
            <a:off x="4551820" y="2744783"/>
            <a:ext cx="0" cy="9770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ECB585A-0804-D158-970A-12250C859312}"/>
              </a:ext>
            </a:extLst>
          </p:cNvPr>
          <p:cNvGrpSpPr/>
          <p:nvPr/>
        </p:nvGrpSpPr>
        <p:grpSpPr>
          <a:xfrm>
            <a:off x="1366673" y="1299467"/>
            <a:ext cx="6448695" cy="4914875"/>
            <a:chOff x="1366673" y="1299467"/>
            <a:chExt cx="6448695" cy="491487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B48B45E-160A-294A-D869-21DCA717E0B5}"/>
                </a:ext>
              </a:extLst>
            </p:cNvPr>
            <p:cNvSpPr txBox="1"/>
            <p:nvPr/>
          </p:nvSpPr>
          <p:spPr>
            <a:xfrm>
              <a:off x="3501899" y="1299467"/>
              <a:ext cx="2099842" cy="271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425"/>
                </a:lnSpc>
              </a:pPr>
              <a:r>
                <a:rPr lang="en-US" sz="1200" b="1" dirty="0">
                  <a:solidFill>
                    <a:schemeClr val="tx2">
                      <a:lumMod val="85000"/>
                      <a:lumOff val="15000"/>
                    </a:schemeClr>
                  </a:solidFill>
                  <a:effectLst/>
                  <a:latin typeface="Aptos" panose="020B0004020202020204" pitchFamily="34" charset="0"/>
                </a:rPr>
                <a:t>ETL pipeline PDM to SAP EC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3114999-FB5E-6122-02A3-D8F3B2CF03FF}"/>
                </a:ext>
              </a:extLst>
            </p:cNvPr>
            <p:cNvGrpSpPr/>
            <p:nvPr/>
          </p:nvGrpSpPr>
          <p:grpSpPr>
            <a:xfrm>
              <a:off x="1366673" y="1646783"/>
              <a:ext cx="6448695" cy="4567559"/>
              <a:chOff x="1360512" y="1692487"/>
              <a:chExt cx="6448695" cy="4567559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4396511-1142-B514-0A94-BD68F258DB1F}"/>
                  </a:ext>
                </a:extLst>
              </p:cNvPr>
              <p:cNvGrpSpPr/>
              <p:nvPr/>
            </p:nvGrpSpPr>
            <p:grpSpPr>
              <a:xfrm>
                <a:off x="1360512" y="1692487"/>
                <a:ext cx="6448695" cy="4567559"/>
                <a:chOff x="1423562" y="865915"/>
                <a:chExt cx="6448695" cy="4567559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373AD891-8568-68ED-2A1F-A89A3A8DBBC7}"/>
                    </a:ext>
                  </a:extLst>
                </p:cNvPr>
                <p:cNvSpPr/>
                <p:nvPr/>
              </p:nvSpPr>
              <p:spPr>
                <a:xfrm>
                  <a:off x="4059709" y="865915"/>
                  <a:ext cx="1098000" cy="1098000"/>
                </a:xfrm>
                <a:prstGeom prst="ellipse">
                  <a:avLst/>
                </a:prstGeom>
              </p:spPr>
              <p:style>
                <a:lnRef idx="0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2">
                  <a:schemeClr val="accent1"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6340D20-226E-BF50-EEB7-09512A910157}"/>
                    </a:ext>
                  </a:extLst>
                </p:cNvPr>
                <p:cNvGrpSpPr/>
                <p:nvPr/>
              </p:nvGrpSpPr>
              <p:grpSpPr>
                <a:xfrm>
                  <a:off x="1846319" y="2940938"/>
                  <a:ext cx="1098000" cy="1098000"/>
                  <a:chOff x="4023000" y="2880000"/>
                  <a:chExt cx="1098000" cy="1098000"/>
                </a:xfrm>
              </p:grpSpPr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29E84A96-E732-195D-67DA-84C5E189CC69}"/>
                      </a:ext>
                    </a:extLst>
                  </p:cNvPr>
                  <p:cNvSpPr/>
                  <p:nvPr/>
                </p:nvSpPr>
                <p:spPr>
                  <a:xfrm>
                    <a:off x="4023000" y="2880000"/>
                    <a:ext cx="1098000" cy="1098000"/>
                  </a:xfrm>
                  <a:prstGeom prst="ellipse">
                    <a:avLst/>
                  </a:prstGeom>
                </p:spPr>
                <p:style>
                  <a:ln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2">
                    <a:schemeClr val="accent1"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" name="Rectangle 11" descr="Cycle with People">
                    <a:extLst>
                      <a:ext uri="{FF2B5EF4-FFF2-40B4-BE49-F238E27FC236}">
                        <a16:creationId xmlns:a16="http://schemas.microsoft.com/office/drawing/2014/main" id="{655B2B44-3828-ADD0-13D5-8E1541AF3DB0}"/>
                      </a:ext>
                    </a:extLst>
                  </p:cNvPr>
                  <p:cNvSpPr/>
                  <p:nvPr/>
                </p:nvSpPr>
                <p:spPr>
                  <a:xfrm>
                    <a:off x="4233151" y="3131996"/>
                    <a:ext cx="630000" cy="630000"/>
                  </a:xfrm>
                  <a:prstGeom prst="rect">
                    <a:avLst/>
                  </a:prstGeom>
                  <a:blipFill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a:blip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3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DCA061D-E5C4-60ED-F86F-9308B2CF27C1}"/>
                    </a:ext>
                  </a:extLst>
                </p:cNvPr>
                <p:cNvGrpSpPr/>
                <p:nvPr/>
              </p:nvGrpSpPr>
              <p:grpSpPr>
                <a:xfrm>
                  <a:off x="4059709" y="2940938"/>
                  <a:ext cx="1098000" cy="1098000"/>
                  <a:chOff x="5015551" y="5396189"/>
                  <a:chExt cx="1098000" cy="1098000"/>
                </a:xfrm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2760B5F6-1876-F2AC-9483-7818FBB3186D}"/>
                      </a:ext>
                    </a:extLst>
                  </p:cNvPr>
                  <p:cNvSpPr/>
                  <p:nvPr/>
                </p:nvSpPr>
                <p:spPr>
                  <a:xfrm>
                    <a:off x="5015551" y="5396189"/>
                    <a:ext cx="1098000" cy="1098000"/>
                  </a:xfrm>
                  <a:prstGeom prst="ellipse">
                    <a:avLst/>
                  </a:prstGeom>
                </p:spPr>
                <p:style>
                  <a:ln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2">
                    <a:schemeClr val="accent1"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" name="Rectangle 15" descr="Magnifying glass">
                    <a:extLst>
                      <a:ext uri="{FF2B5EF4-FFF2-40B4-BE49-F238E27FC236}">
                        <a16:creationId xmlns:a16="http://schemas.microsoft.com/office/drawing/2014/main" id="{0A634A28-E91A-E1AA-2D6F-37533E9AFDE2}"/>
                      </a:ext>
                    </a:extLst>
                  </p:cNvPr>
                  <p:cNvSpPr/>
                  <p:nvPr/>
                </p:nvSpPr>
                <p:spPr>
                  <a:xfrm>
                    <a:off x="5225702" y="5648185"/>
                    <a:ext cx="630000" cy="630000"/>
                  </a:xfrm>
                  <a:prstGeom prst="rect">
                    <a:avLst/>
                  </a:prstGeom>
                  <a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a:blip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3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6111C6D-418D-50DD-2B5D-851DBC97EFB2}"/>
                    </a:ext>
                  </a:extLst>
                </p:cNvPr>
                <p:cNvGrpSpPr/>
                <p:nvPr/>
              </p:nvGrpSpPr>
              <p:grpSpPr>
                <a:xfrm>
                  <a:off x="6311737" y="2940938"/>
                  <a:ext cx="1098000" cy="1098000"/>
                  <a:chOff x="6893841" y="5396189"/>
                  <a:chExt cx="1098000" cy="1098000"/>
                </a:xfrm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AC40CE8-6EE7-1575-2E31-0E11553B6B55}"/>
                      </a:ext>
                    </a:extLst>
                  </p:cNvPr>
                  <p:cNvSpPr/>
                  <p:nvPr/>
                </p:nvSpPr>
                <p:spPr>
                  <a:xfrm>
                    <a:off x="6893841" y="5396189"/>
                    <a:ext cx="1098000" cy="1098000"/>
                  </a:xfrm>
                  <a:prstGeom prst="ellipse">
                    <a:avLst/>
                  </a:prstGeom>
                </p:spPr>
                <p:style>
                  <a:ln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4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2">
                    <a:schemeClr val="accent1">
                      <a:tint val="4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" name="Rectangle 19" descr="Hierarchy">
                    <a:extLst>
                      <a:ext uri="{FF2B5EF4-FFF2-40B4-BE49-F238E27FC236}">
                        <a16:creationId xmlns:a16="http://schemas.microsoft.com/office/drawing/2014/main" id="{51B920CC-BE9E-3C42-3006-EB354558452C}"/>
                      </a:ext>
                    </a:extLst>
                  </p:cNvPr>
                  <p:cNvSpPr/>
                  <p:nvPr/>
                </p:nvSpPr>
                <p:spPr>
                  <a:xfrm>
                    <a:off x="7127841" y="5630189"/>
                    <a:ext cx="630000" cy="630000"/>
                  </a:xfrm>
                  <a:prstGeom prst="rect">
                    <a:avLst/>
                  </a:prstGeom>
                  <a:blipFill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a:blipFill>
                </p:spPr>
                <p:style>
                  <a:lnRef idx="0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3">
                    <a:scrgbClr r="0" g="0" b="0"/>
                  </a:fillRef>
                  <a:effectRef idx="3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7D55B70-92AE-88BB-1834-DC7EDA5E1C2E}"/>
                    </a:ext>
                  </a:extLst>
                </p:cNvPr>
                <p:cNvSpPr txBox="1"/>
                <p:nvPr/>
              </p:nvSpPr>
              <p:spPr>
                <a:xfrm>
                  <a:off x="3811032" y="4259819"/>
                  <a:ext cx="1697604" cy="11736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200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Aptos" panose="020B0004020202020204" pitchFamily="34" charset="0"/>
                    </a:rPr>
                    <a:t>Automates employee lifecycle: hires, updates, transfers, and terminations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8E1071B-9989-0BD4-9FA5-1A92FAD399E8}"/>
                    </a:ext>
                  </a:extLst>
                </p:cNvPr>
                <p:cNvSpPr txBox="1"/>
                <p:nvPr/>
              </p:nvSpPr>
              <p:spPr>
                <a:xfrm>
                  <a:off x="5912829" y="4277446"/>
                  <a:ext cx="1959428" cy="8966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200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Aptos" panose="020B0004020202020204" pitchFamily="34" charset="0"/>
                    </a:rPr>
                    <a:t>Stateful orchestration with comprehensive audit trails and failure diagnostics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8E1071B-9989-0BD4-9FA5-1A92FAD399E8}"/>
                    </a:ext>
                  </a:extLst>
                </p:cNvPr>
                <p:cNvSpPr txBox="1"/>
                <p:nvPr/>
              </p:nvSpPr>
              <p:spPr>
                <a:xfrm>
                  <a:off x="1423562" y="4259819"/>
                  <a:ext cx="1959428" cy="11736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sz="1200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Aptos" panose="020B0004020202020204" pitchFamily="34" charset="0"/>
                    </a:rPr>
                    <a:t>Built for reliability, observability, and enterprise-scale operations</a:t>
                  </a:r>
                </a:p>
              </p:txBody>
            </p:sp>
            <p:cxnSp>
              <p:nvCxnSpPr>
                <p:cNvPr id="40" name="Connector: Elbow 39">
                  <a:extLst>
                    <a:ext uri="{FF2B5EF4-FFF2-40B4-BE49-F238E27FC236}">
                      <a16:creationId xmlns:a16="http://schemas.microsoft.com/office/drawing/2014/main" id="{4DA598B5-92B9-087A-7804-10E0E7CEE529}"/>
                    </a:ext>
                  </a:extLst>
                </p:cNvPr>
                <p:cNvCxnSpPr>
                  <a:stCxn id="7" idx="2"/>
                  <a:endCxn id="10" idx="0"/>
                </p:cNvCxnSpPr>
                <p:nvPr/>
              </p:nvCxnSpPr>
              <p:spPr>
                <a:xfrm rot="10800000" flipV="1">
                  <a:off x="2395319" y="1414914"/>
                  <a:ext cx="1664390" cy="1526023"/>
                </a:xfrm>
                <a:prstGeom prst="bentConnector2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nector: Elbow 44">
                  <a:extLst>
                    <a:ext uri="{FF2B5EF4-FFF2-40B4-BE49-F238E27FC236}">
                      <a16:creationId xmlns:a16="http://schemas.microsoft.com/office/drawing/2014/main" id="{71137E91-DB6C-23EE-EBD0-DAE6EBEFFDF3}"/>
                    </a:ext>
                  </a:extLst>
                </p:cNvPr>
                <p:cNvCxnSpPr>
                  <a:stCxn id="7" idx="6"/>
                  <a:endCxn id="19" idx="0"/>
                </p:cNvCxnSpPr>
                <p:nvPr/>
              </p:nvCxnSpPr>
              <p:spPr>
                <a:xfrm>
                  <a:off x="5157709" y="1414915"/>
                  <a:ext cx="1703028" cy="1526023"/>
                </a:xfrm>
                <a:prstGeom prst="bentConnector2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Rectangle 7" descr="Ethernet with solid fill">
                <a:extLst>
                  <a:ext uri="{FF2B5EF4-FFF2-40B4-BE49-F238E27FC236}">
                    <a16:creationId xmlns:a16="http://schemas.microsoft.com/office/drawing/2014/main" id="{45CA4262-938C-5246-7186-733D44BF80EE}"/>
                  </a:ext>
                </a:extLst>
              </p:cNvPr>
              <p:cNvSpPr/>
              <p:nvPr/>
            </p:nvSpPr>
            <p:spPr>
              <a:xfrm>
                <a:off x="4230658" y="1926486"/>
                <a:ext cx="630000" cy="630000"/>
              </a:xfrm>
              <a:prstGeom prst="rect">
                <a:avLst/>
              </a:pr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rgbClr r="0" g="0" b="0"/>
              </a:fillRef>
              <a:effectRef idx="3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Development Journey - Phase 1: Foundation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F9AD5-6FD6-B549-52A0-F8F735E5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4ED6B-2E4D-84A5-7FCC-FC8E63F05B5E}"/>
              </a:ext>
            </a:extLst>
          </p:cNvPr>
          <p:cNvSpPr txBox="1"/>
          <p:nvPr/>
        </p:nvSpPr>
        <p:spPr>
          <a:xfrm>
            <a:off x="414990" y="1599558"/>
            <a:ext cx="7838463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Database connectors: PostgreSQL (psycopg2 + SQLAlchemy: Not used) and Oracle (cx_Oracle)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Multi-layer caching system: In-memory cache for:</a:t>
            </a:r>
          </a:p>
          <a:p>
            <a:pPr marL="835819" lvl="2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Postgres Data</a:t>
            </a:r>
          </a:p>
          <a:p>
            <a:pPr marL="835819" lvl="2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Oracle Data</a:t>
            </a:r>
          </a:p>
          <a:p>
            <a:pPr marL="835819" lvl="2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SAP Entities</a:t>
            </a:r>
          </a:p>
          <a:p>
            <a:pPr marL="835819" lvl="2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Employee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Data extractors with classification logic: new, existing, and inactive employees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Configuration management: Credentials, SMTP, country mappings, working hours by country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Development Journey - Phase 2: </a:t>
            </a:r>
            <a:br>
              <a:rPr lang="en-US" dirty="0"/>
            </a:br>
            <a:r>
              <a:rPr lang="en-US" dirty="0"/>
              <a:t>Planning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1C564-33F8-88D4-D1DA-F19BF05C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E3DB8-E5B4-57C5-7024-D1CC6E6AB89C}"/>
              </a:ext>
            </a:extLst>
          </p:cNvPr>
          <p:cNvSpPr txBox="1"/>
          <p:nvPr/>
        </p:nvSpPr>
        <p:spPr>
          <a:xfrm>
            <a:off x="414991" y="1593663"/>
            <a:ext cx="7917976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Dependency resolution: Resolves manager hierarchies and circular dependencies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Data validation framework: Pre-flight checks for required fields and data integrity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User classification engine: Distinguishes SCM, IM, and standard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Field-level change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Development Journey - Phase 3: Orchestration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14305-54EF-37EB-7595-3850FC24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05004-491D-598A-244F-7313CD3E694F}"/>
              </a:ext>
            </a:extLst>
          </p:cNvPr>
          <p:cNvSpPr txBox="1"/>
          <p:nvPr/>
        </p:nvSpPr>
        <p:spPr>
          <a:xfrm>
            <a:off x="414990" y="1512094"/>
            <a:ext cx="7997489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Core Processor: Orchestrates entity creation with strict dependency enforcement and update depending on user type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User Execution Context: Stateful per-user processing with error and warning accumulation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Payload builders: 9 specialized builders for SAP entities (Position, PerPerson, EmpJob, etc.)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Batch processing: </a:t>
            </a:r>
          </a:p>
          <a:p>
            <a:pPr marL="498872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Ordered batches with automatic cache refresh and retry logic</a:t>
            </a:r>
          </a:p>
          <a:p>
            <a:pPr marL="498872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Per entity logic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Development Journey - Phase 4: Reliability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FA9C48-E4CC-8D8A-4C2C-2183053D7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631980"/>
              </p:ext>
            </p:extLst>
          </p:nvPr>
        </p:nvGraphicFramePr>
        <p:xfrm>
          <a:off x="414991" y="1669774"/>
          <a:ext cx="8317706" cy="3837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B7DF7-C1B6-D8AD-F464-83D64159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Development Journey - Phase 5: Observability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0CEB49-28B8-732A-9C5F-EDA260D7168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55345492"/>
              </p:ext>
            </p:extLst>
          </p:nvPr>
        </p:nvGraphicFramePr>
        <p:xfrm>
          <a:off x="1453158" y="1869842"/>
          <a:ext cx="6237684" cy="4305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18FD-64BC-A3A6-7F4D-D0E4AB57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Key Features - Smart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0E237-1461-C148-D364-2F6AF7A9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1095A-2A40-F644-BF8E-0FE2F3BD1F68}"/>
              </a:ext>
            </a:extLst>
          </p:cNvPr>
          <p:cNvSpPr txBox="1"/>
          <p:nvPr/>
        </p:nvSpPr>
        <p:spPr>
          <a:xfrm>
            <a:off x="414991" y="1757312"/>
            <a:ext cx="7788303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Execution Plan: 9-entity processing order enforcing dependencies (Position → PerPerson → EmpEmployment → ...)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Dirty Field Detection: Only updates changed fields, reducing API calls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Email Management: Special handling for insert/delete/promote/demote operations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Manager Resolution: Handles circular dependencies, missing managers, and multi-level hierarchies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Key Features - Performance Optimizations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DCF63-AA5F-7643-71B6-DF6AEB33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7B50B-4933-7F05-DBB0-9BD73B69B2DD}"/>
              </a:ext>
            </a:extLst>
          </p:cNvPr>
          <p:cNvSpPr txBox="1"/>
          <p:nvPr/>
        </p:nvSpPr>
        <p:spPr>
          <a:xfrm>
            <a:off x="414990" y="1606237"/>
            <a:ext cx="7910025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Batch Operations: Processes 800 records per API call (vs 1-by-1)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Smart Caching: Multi-layer cache prevents redundant database/API calls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Parallel Extraction: Database queries run in optimized chunks with timeouts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Selective Updates: Only processes dirty entities based on field changes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Cache Refresh: Automatic position/job cache updates after bulk operations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Key Features - Data Quality &amp; Validation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BCC92-39DD-DA50-33F7-A29798AF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7BE1A-4C1A-AFB2-5DB9-50A7512FDCF9}"/>
              </a:ext>
            </a:extLst>
          </p:cNvPr>
          <p:cNvSpPr txBox="1"/>
          <p:nvPr/>
        </p:nvSpPr>
        <p:spPr>
          <a:xfrm>
            <a:off x="414991" y="1407037"/>
            <a:ext cx="775895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Pre-flight Validation: validator classes check data before building payloads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Required Fields Check: Validates mandatory fields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Business Logic Validation: Enforces SAP business rules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Duplicate Detection: Prevents duplicate records in staging and target systems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Data Transformation: Country mappers, phone formatters, date converters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Monitoring &amp; Observability - Database Tracking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0A99A-6326-65E3-01F0-ACC7F33A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0737" y="6308726"/>
            <a:ext cx="1543050" cy="2746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5274295-17F2-5DDD-6010-894A59283C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474609"/>
              </p:ext>
            </p:extLst>
          </p:nvPr>
        </p:nvGraphicFramePr>
        <p:xfrm>
          <a:off x="413148" y="1901646"/>
          <a:ext cx="8039089" cy="3473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t>Monitoring &amp; Observability - Runtime Tracking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0E66-976B-ED00-961B-D16DFF66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0737" y="6308726"/>
            <a:ext cx="1543050" cy="27463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C1ABF99-F64B-670D-96BC-CB1EE5CD2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995879"/>
              </p:ext>
            </p:extLst>
          </p:nvPr>
        </p:nvGraphicFramePr>
        <p:xfrm>
          <a:off x="413147" y="2005012"/>
          <a:ext cx="8317706" cy="4305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7877B-2732-38B7-B316-EDA939AC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13148" y="1694913"/>
            <a:ext cx="7538156" cy="4305301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sz="1200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Extractors: Data retrieval from Oracle, Postgres, and SAP APIs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Planners: Change detection, dependency resolution, execution ordering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Validators: Pre-flight data quality checks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Builders: SAP payload construction with entity-specific logic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Orchestrator: Stateful processing coordination with error handling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Loaders: Bulk database operations for history and audit trails</a:t>
            </a:r>
            <a:endParaRPr lang="en-US" sz="1400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Cache: Multi-layer in-memory caching (Postgres, Oracle, SAP, Employees, Token)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API: RESTful client with OAuth authentication, batch </a:t>
            </a:r>
            <a:r>
              <a:rPr lang="en-US" sz="140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upsert</a:t>
            </a: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, and retry logic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Config: Centralized configuration for credentials, endpoints, email, country mappings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Mapper: Data transformation and mapping (country codes, phone numbers, field mappings)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r>
              <a:rPr lang="en-US" sz="14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Utils: Shared utilities for logging, date conversion, parameter extraction, formatting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600"/>
            </a:pPr>
            <a:endParaRPr sz="1400" dirty="0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</p:spPr>
        <p:txBody>
          <a:bodyPr anchor="t">
            <a:normAutofit/>
          </a:bodyPr>
          <a:lstStyle/>
          <a:p>
            <a:r>
              <a:rPr dirty="0"/>
              <a:t>Architecture - Separation of Concerns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Achievements &amp; Metrics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DE2B8-8D66-9925-5AD2-E3D3F0181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42" name="Rectangle: Diagonal Corners Rounded 41">
            <a:extLst>
              <a:ext uri="{FF2B5EF4-FFF2-40B4-BE49-F238E27FC236}">
                <a16:creationId xmlns:a16="http://schemas.microsoft.com/office/drawing/2014/main" id="{D073B2A3-9B2C-0CA9-0F8D-FEF69445C56C}"/>
              </a:ext>
            </a:extLst>
          </p:cNvPr>
          <p:cNvSpPr/>
          <p:nvPr/>
        </p:nvSpPr>
        <p:spPr>
          <a:xfrm>
            <a:off x="1281549" y="1500877"/>
            <a:ext cx="990773" cy="990773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1" name="Graphic 10" descr="Puzzle pieces with solid fill">
            <a:extLst>
              <a:ext uri="{FF2B5EF4-FFF2-40B4-BE49-F238E27FC236}">
                <a16:creationId xmlns:a16="http://schemas.microsoft.com/office/drawing/2014/main" id="{A641428C-BF3F-4E18-089B-1314AD152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735" y="1539063"/>
            <a:ext cx="914400" cy="914400"/>
          </a:xfrm>
          <a:prstGeom prst="rect">
            <a:avLst/>
          </a:prstGeom>
        </p:spPr>
      </p:pic>
      <p:sp>
        <p:nvSpPr>
          <p:cNvPr id="44" name="Rectangle: Diagonal Corners Rounded 43">
            <a:extLst>
              <a:ext uri="{FF2B5EF4-FFF2-40B4-BE49-F238E27FC236}">
                <a16:creationId xmlns:a16="http://schemas.microsoft.com/office/drawing/2014/main" id="{6354AF15-FC72-87CF-BA0A-3F8F54F770BB}"/>
              </a:ext>
            </a:extLst>
          </p:cNvPr>
          <p:cNvSpPr/>
          <p:nvPr/>
        </p:nvSpPr>
        <p:spPr>
          <a:xfrm>
            <a:off x="3814151" y="1477363"/>
            <a:ext cx="990773" cy="990773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3" name="Graphic 12" descr="Treasure Map outline">
            <a:extLst>
              <a:ext uri="{FF2B5EF4-FFF2-40B4-BE49-F238E27FC236}">
                <a16:creationId xmlns:a16="http://schemas.microsoft.com/office/drawing/2014/main" id="{C7847209-5574-88E1-948F-E11373A77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1966" y="1554986"/>
            <a:ext cx="807057" cy="807057"/>
          </a:xfrm>
          <a:prstGeom prst="rect">
            <a:avLst/>
          </a:prstGeom>
        </p:spPr>
      </p:pic>
      <p:sp>
        <p:nvSpPr>
          <p:cNvPr id="45" name="Rectangle: Diagonal Corners Rounded 44">
            <a:extLst>
              <a:ext uri="{FF2B5EF4-FFF2-40B4-BE49-F238E27FC236}">
                <a16:creationId xmlns:a16="http://schemas.microsoft.com/office/drawing/2014/main" id="{3D7F74EF-CD9F-16E2-1F30-F4932052A388}"/>
              </a:ext>
            </a:extLst>
          </p:cNvPr>
          <p:cNvSpPr/>
          <p:nvPr/>
        </p:nvSpPr>
        <p:spPr>
          <a:xfrm>
            <a:off x="6336115" y="1479361"/>
            <a:ext cx="990773" cy="990773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5" name="Graphic 14" descr="Transfer with solid fill">
            <a:extLst>
              <a:ext uri="{FF2B5EF4-FFF2-40B4-BE49-F238E27FC236}">
                <a16:creationId xmlns:a16="http://schemas.microsoft.com/office/drawing/2014/main" id="{C9A89E58-E8FD-3F69-8621-C2052ADF13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6309" y="1668899"/>
            <a:ext cx="590384" cy="5903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1BD541-89A7-BD3F-88FF-09F087F7ACFE}"/>
              </a:ext>
            </a:extLst>
          </p:cNvPr>
          <p:cNvSpPr txBox="1"/>
          <p:nvPr/>
        </p:nvSpPr>
        <p:spPr>
          <a:xfrm>
            <a:off x="1243362" y="2577612"/>
            <a:ext cx="176366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spcAft>
                <a:spcPts val="450"/>
              </a:spcAft>
            </a:pPr>
            <a:r>
              <a:rPr lang="en-US" sz="1100" b="0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9 SAP Entity Types: Position, PerPerson, PerPersonal, PerEmail, PerPhone, EmpEmployment, EmpJob, Matrix &amp; Job Relationships</a:t>
            </a:r>
            <a:endParaRPr lang="en-US" sz="1100" dirty="0">
              <a:effectLst/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E85F7C-4CDF-A7A8-172B-EE3899490969}"/>
              </a:ext>
            </a:extLst>
          </p:cNvPr>
          <p:cNvSpPr txBox="1"/>
          <p:nvPr/>
        </p:nvSpPr>
        <p:spPr>
          <a:xfrm>
            <a:off x="3790107" y="2577612"/>
            <a:ext cx="14451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spcAft>
                <a:spcPts val="450"/>
              </a:spcAft>
            </a:pPr>
            <a:r>
              <a:rPr lang="en-US" sz="1100" b="0" kern="12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Field Mappings: Complete field mapping coverage from PDM to SAP</a:t>
            </a:r>
            <a:endParaRPr lang="en-US" sz="1100" dirty="0">
              <a:effectLst/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A16C24-7371-85A7-6BE2-8ABEF3D7C8C0}"/>
              </a:ext>
            </a:extLst>
          </p:cNvPr>
          <p:cNvSpPr txBox="1"/>
          <p:nvPr/>
        </p:nvSpPr>
        <p:spPr>
          <a:xfrm>
            <a:off x="6327670" y="2580504"/>
            <a:ext cx="14451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sz="1100" dirty="0">
                <a:solidFill>
                  <a:schemeClr val="tx2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API Call Reduction: Through dirty field detection and batch processing</a:t>
            </a:r>
          </a:p>
        </p:txBody>
      </p:sp>
      <p:sp>
        <p:nvSpPr>
          <p:cNvPr id="46" name="Rectangle: Diagonal Corners Rounded 45">
            <a:extLst>
              <a:ext uri="{FF2B5EF4-FFF2-40B4-BE49-F238E27FC236}">
                <a16:creationId xmlns:a16="http://schemas.microsoft.com/office/drawing/2014/main" id="{54709987-9E4F-B332-1B1A-B40EF02969BF}"/>
              </a:ext>
            </a:extLst>
          </p:cNvPr>
          <p:cNvSpPr/>
          <p:nvPr/>
        </p:nvSpPr>
        <p:spPr>
          <a:xfrm>
            <a:off x="1243362" y="3984152"/>
            <a:ext cx="990773" cy="990773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25" name="Graphic 24" descr="Packing Box Open outline">
            <a:extLst>
              <a:ext uri="{FF2B5EF4-FFF2-40B4-BE49-F238E27FC236}">
                <a16:creationId xmlns:a16="http://schemas.microsoft.com/office/drawing/2014/main" id="{2CBDA61C-9287-1456-DF2F-24F6D5C882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9324" y="4070114"/>
            <a:ext cx="818850" cy="8188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511D2D2-E356-F3A6-DC02-2C627FCF712B}"/>
              </a:ext>
            </a:extLst>
          </p:cNvPr>
          <p:cNvSpPr txBox="1"/>
          <p:nvPr/>
        </p:nvSpPr>
        <p:spPr>
          <a:xfrm>
            <a:off x="1243362" y="5155262"/>
            <a:ext cx="14451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sz="1100" dirty="0">
                <a:solidFill>
                  <a:schemeClr val="tx2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Records/Batch: High-throughput batch operations</a:t>
            </a:r>
          </a:p>
        </p:txBody>
      </p:sp>
      <p:sp>
        <p:nvSpPr>
          <p:cNvPr id="47" name="Rectangle: Diagonal Corners Rounded 46">
            <a:extLst>
              <a:ext uri="{FF2B5EF4-FFF2-40B4-BE49-F238E27FC236}">
                <a16:creationId xmlns:a16="http://schemas.microsoft.com/office/drawing/2014/main" id="{504817DC-6719-5781-88AA-45E8C077B1D2}"/>
              </a:ext>
            </a:extLst>
          </p:cNvPr>
          <p:cNvSpPr/>
          <p:nvPr/>
        </p:nvSpPr>
        <p:spPr>
          <a:xfrm>
            <a:off x="3790107" y="3984151"/>
            <a:ext cx="990773" cy="990773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29" name="Graphic 28" descr="Security camera with solid fill">
            <a:extLst>
              <a:ext uri="{FF2B5EF4-FFF2-40B4-BE49-F238E27FC236}">
                <a16:creationId xmlns:a16="http://schemas.microsoft.com/office/drawing/2014/main" id="{DADFA3AA-70BA-B081-7663-8CDE325EA0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15071" y="4072575"/>
            <a:ext cx="788934" cy="78893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A9A253A-F192-9A62-0077-E05C50C25385}"/>
              </a:ext>
            </a:extLst>
          </p:cNvPr>
          <p:cNvSpPr txBox="1"/>
          <p:nvPr/>
        </p:nvSpPr>
        <p:spPr>
          <a:xfrm>
            <a:off x="3790107" y="5155262"/>
            <a:ext cx="12225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sz="1100" dirty="0">
                <a:solidFill>
                  <a:schemeClr val="tx2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Audit Coverage: Every operation tracked with full context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3F81B8-B90C-3188-5CDC-7DBB25930B28}"/>
              </a:ext>
            </a:extLst>
          </p:cNvPr>
          <p:cNvSpPr txBox="1"/>
          <p:nvPr/>
        </p:nvSpPr>
        <p:spPr>
          <a:xfrm>
            <a:off x="6327670" y="5155261"/>
            <a:ext cx="14451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sz="1100" dirty="0">
                <a:solidFill>
                  <a:schemeClr val="tx2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Data Loss: Failed records captured with payloads for manual retry</a:t>
            </a:r>
          </a:p>
        </p:txBody>
      </p:sp>
      <p:sp>
        <p:nvSpPr>
          <p:cNvPr id="48" name="Rectangle: Diagonal Corners Rounded 47">
            <a:extLst>
              <a:ext uri="{FF2B5EF4-FFF2-40B4-BE49-F238E27FC236}">
                <a16:creationId xmlns:a16="http://schemas.microsoft.com/office/drawing/2014/main" id="{F3AF14AE-68B9-308A-42A8-611B4D24A8AC}"/>
              </a:ext>
            </a:extLst>
          </p:cNvPr>
          <p:cNvSpPr/>
          <p:nvPr/>
        </p:nvSpPr>
        <p:spPr>
          <a:xfrm>
            <a:off x="6331227" y="3982292"/>
            <a:ext cx="990773" cy="990773"/>
          </a:xfrm>
          <a:prstGeom prst="round2DiagRect">
            <a:avLst>
              <a:gd name="adj1" fmla="val 29727"/>
              <a:gd name="adj2" fmla="val 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1" name="Graphic 40" descr="Arrow circle outline">
            <a:extLst>
              <a:ext uri="{FF2B5EF4-FFF2-40B4-BE49-F238E27FC236}">
                <a16:creationId xmlns:a16="http://schemas.microsoft.com/office/drawing/2014/main" id="{A135F988-077B-ECD4-5499-8385FD8D5C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8919" y="4074989"/>
            <a:ext cx="820349" cy="8203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To Do Tasks</a:t>
            </a:r>
            <a:endParaRPr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7C99-3738-1712-585D-A2AAE045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83EEF5-E335-F338-9239-5B8E840E5B6D}"/>
              </a:ext>
            </a:extLst>
          </p:cNvPr>
          <p:cNvSpPr txBox="1"/>
          <p:nvPr/>
        </p:nvSpPr>
        <p:spPr>
          <a:xfrm>
            <a:off x="279680" y="1551563"/>
            <a:ext cx="8307729" cy="467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Implement Excluded ID Logic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Apply a list of excluded IDs throughout the pipeline.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Retrieve position if exist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Retrieve an existing position by searching based on the following criteria: (Job code, Location, Cost center, Company)</a:t>
            </a:r>
          </a:p>
          <a:p>
            <a:r>
              <a:rPr lang="en-US" sz="1200" dirty="0">
                <a:solidFill>
                  <a:srgbClr val="CC6600"/>
                </a:solidFill>
              </a:rPr>
              <a:t>Ensure that no employee is currently assigned to the identified position before selecting or using it. (Done)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Add Role Upsert Functionality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Implement logic to insert or update role records based on existing data: custom08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Unit Test Suite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Build comprehensive unit tests for all operations.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Create Airflow DAG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Define the DAG structure and task dependencies to orchestrate the workflow.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Local Airflow Testing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Validate pipeline execution in a local Airflow environment to ensure tasks run as expected.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Configure Credentials &amp; Environment Variables</a:t>
            </a:r>
            <a:br>
              <a:rPr lang="en-US" sz="1200" dirty="0">
                <a:solidFill>
                  <a:srgbClr val="002060"/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Set up required credentials and environment variables for local Airflow execution.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</a:rPr>
              <a:t>Performance Metrics Tracking</a:t>
            </a:r>
            <a:b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Add execution time tracking for each pipeline phase to monitor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587648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4"/>
  <p:tag name="MIO_SHOW_DATE" val="False"/>
  <p:tag name="MIO_SHOW_FOOTER" val="False"/>
  <p:tag name="MIO_SHOW_PAGENUMBER" val="True"/>
  <p:tag name="MIO_AVOID_BLANK_LAYOUT" val="True"/>
  <p:tag name="MIO_CD_LAYOUT_VALID_AREA" val="False"/>
  <p:tag name="MIO_HDS" val="True"/>
  <p:tag name="MIO_SKIPVERSION" val="01.01.0001 00:00:00"/>
  <p:tag name="MIO_EKGUID" val="673715e5-dd73-482f-b6ef-8f6a6be9e7f1"/>
  <p:tag name="MIO_UPDATE" val="True"/>
  <p:tag name="MIO_VERSION" val="18.03.2021 11:54:07"/>
  <p:tag name="MIO_DBID" val="0F45B44C-9BC7-4D85-81C4-7155EE70A7B9"/>
  <p:tag name="MIO_LASTDOWNLOADED" val="18.03.2021 12:56:16.030"/>
  <p:tag name="MIO_OBJECTNAME" val="KN Master new"/>
  <p:tag name="MIO_CDID" val="91ee03f4-3f84-4198-8eaa-c47cfb7331b3"/>
  <p:tag name="MIO_EMBED_FONT" val="False"/>
  <p:tag name="MIO_MATCH_COLOR_SCHEME" val="False"/>
  <p:tag name="MIO_NUMBER_OF_VALID_LAYOUTS" val="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4"/>
  <p:tag name="MIO_SHOW_DATE" val="False"/>
  <p:tag name="MIO_SHOW_FOOTER" val="False"/>
  <p:tag name="MIO_SHOW_PAGENUMBER" val="True"/>
  <p:tag name="MIO_AVOID_BLANK_LAYOUT" val="True"/>
  <p:tag name="MIO_CD_LAYOUT_VALID_AREA" val="False"/>
  <p:tag name="MIO_HDS" val="True"/>
  <p:tag name="MIO_SKIPVERSION" val="01.01.0001 00:00:00"/>
  <p:tag name="MIO_EKGUID" val="673715e5-dd73-482f-b6ef-8f6a6be9e7f1"/>
  <p:tag name="MIO_UPDATE" val="True"/>
  <p:tag name="MIO_VERSION" val="18.03.2021 11:54:07"/>
  <p:tag name="MIO_DBID" val="0F45B44C-9BC7-4D85-81C4-7155EE70A7B9"/>
  <p:tag name="MIO_LASTDOWNLOADED" val="18.03.2021 12:56:16.030"/>
  <p:tag name="MIO_OBJECTNAME" val="KN Master new"/>
  <p:tag name="MIO_CDID" val="91ee03f4-3f84-4198-8eaa-c47cfb7331b3"/>
  <p:tag name="MIO_EMBED_FONT" val="False"/>
  <p:tag name="MIO_MATCH_COLOR_SCHEME" val="False"/>
  <p:tag name="MIO_NUMBER_OF_VALID_LAYOUTS" val="65"/>
</p:tagLst>
</file>

<file path=ppt/theme/theme1.xml><?xml version="1.0" encoding="utf-8"?>
<a:theme xmlns:a="http://schemas.openxmlformats.org/drawingml/2006/main" name="Theme1">
  <a:themeElements>
    <a:clrScheme name="KN Colors">
      <a:dk1>
        <a:srgbClr val="003369"/>
      </a:dk1>
      <a:lt1>
        <a:sysClr val="window" lastClr="FFFFFF"/>
      </a:lt1>
      <a:dk2>
        <a:srgbClr val="000000"/>
      </a:dk2>
      <a:lt2>
        <a:srgbClr val="F6F5F0"/>
      </a:lt2>
      <a:accent1>
        <a:srgbClr val="003369"/>
      </a:accent1>
      <a:accent2>
        <a:srgbClr val="0099DA"/>
      </a:accent2>
      <a:accent3>
        <a:srgbClr val="08C792"/>
      </a:accent3>
      <a:accent4>
        <a:srgbClr val="ED2939"/>
      </a:accent4>
      <a:accent5>
        <a:srgbClr val="62635B"/>
      </a:accent5>
      <a:accent6>
        <a:srgbClr val="929288"/>
      </a:accent6>
      <a:hlink>
        <a:srgbClr val="0099DA"/>
      </a:hlink>
      <a:folHlink>
        <a:srgbClr val="929288"/>
      </a:folHlink>
    </a:clrScheme>
    <a:fontScheme name="KN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800" dirty="0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92307A96-D2A6-488D-B47F-E584034B22E5}" vid="{A9E095BC-78C7-4EB6-AFB6-623C97F68162}"/>
    </a:ext>
  </a:extLst>
</a:theme>
</file>

<file path=ppt/theme/theme2.xml><?xml version="1.0" encoding="utf-8"?>
<a:theme xmlns:a="http://schemas.openxmlformats.org/drawingml/2006/main" name="KN Master">
  <a:themeElements>
    <a:clrScheme name="KN Colors">
      <a:dk1>
        <a:srgbClr val="003369"/>
      </a:dk1>
      <a:lt1>
        <a:sysClr val="window" lastClr="FFFFFF"/>
      </a:lt1>
      <a:dk2>
        <a:srgbClr val="000000"/>
      </a:dk2>
      <a:lt2>
        <a:srgbClr val="F6F5F0"/>
      </a:lt2>
      <a:accent1>
        <a:srgbClr val="003369"/>
      </a:accent1>
      <a:accent2>
        <a:srgbClr val="0099DA"/>
      </a:accent2>
      <a:accent3>
        <a:srgbClr val="08C792"/>
      </a:accent3>
      <a:accent4>
        <a:srgbClr val="ED2939"/>
      </a:accent4>
      <a:accent5>
        <a:srgbClr val="62635B"/>
      </a:accent5>
      <a:accent6>
        <a:srgbClr val="929288"/>
      </a:accent6>
      <a:hlink>
        <a:srgbClr val="0099DA"/>
      </a:hlink>
      <a:folHlink>
        <a:srgbClr val="929288"/>
      </a:folHlink>
    </a:clrScheme>
    <a:fontScheme name="KN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800" dirty="0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-11-23_KN_Slide_Library_Template" id="{C2136CF2-ADE8-4B92-BA81-B3BEF230B37A}" vid="{9F7934DE-EB35-485E-9DB3-E501CCA0EA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1311</TotalTime>
  <Words>1186</Words>
  <Application>Microsoft Office PowerPoint</Application>
  <PresentationFormat>On-screen Show (4:3)</PresentationFormat>
  <Paragraphs>125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Symbol</vt:lpstr>
      <vt:lpstr>Wingdings</vt:lpstr>
      <vt:lpstr>Theme1</vt:lpstr>
      <vt:lpstr>KN Master</vt:lpstr>
      <vt:lpstr>PDM2EC</vt:lpstr>
      <vt:lpstr>Executive Overview</vt:lpstr>
      <vt:lpstr>Development Journey - Phase 1: Foundation</vt:lpstr>
      <vt:lpstr>Development Journey - Phase 2:  Planning</vt:lpstr>
      <vt:lpstr>Development Journey - Phase 3: Orchestration</vt:lpstr>
      <vt:lpstr>Development Journey - Phase 4: Reliability</vt:lpstr>
      <vt:lpstr>Development Journey - Phase 5: Observability</vt:lpstr>
      <vt:lpstr>Key Features - Smart Processing</vt:lpstr>
      <vt:lpstr>Key Features - Performance Optimizations</vt:lpstr>
      <vt:lpstr>Key Features - Data Quality &amp; Validation</vt:lpstr>
      <vt:lpstr>Monitoring &amp; Observability - Database Tracking</vt:lpstr>
      <vt:lpstr>Monitoring &amp; Observability - Runtime Tracking</vt:lpstr>
      <vt:lpstr>Architecture - Separation of Concerns</vt:lpstr>
      <vt:lpstr>Achievements &amp; Metrics</vt:lpstr>
      <vt:lpstr>To Do Tasks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Saidi, Khalifa / Kuehne + Nagel / Tll MP-IT</cp:lastModifiedBy>
  <cp:revision>1</cp:revision>
  <dcterms:created xsi:type="dcterms:W3CDTF">2013-01-27T09:14:16Z</dcterms:created>
  <dcterms:modified xsi:type="dcterms:W3CDTF">2026-01-15T09:20:39Z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28794a-ad25-45b2-b935-93f5b652d9d4_Enabled">
    <vt:lpwstr>true</vt:lpwstr>
  </property>
  <property fmtid="{D5CDD505-2E9C-101B-9397-08002B2CF9AE}" pid="3" name="MSIP_Label_0828794a-ad25-45b2-b935-93f5b652d9d4_SetDate">
    <vt:lpwstr>2026-01-14T07:14:34Z</vt:lpwstr>
  </property>
  <property fmtid="{D5CDD505-2E9C-101B-9397-08002B2CF9AE}" pid="4" name="MSIP_Label_0828794a-ad25-45b2-b935-93f5b652d9d4_Method">
    <vt:lpwstr>Standard</vt:lpwstr>
  </property>
  <property fmtid="{D5CDD505-2E9C-101B-9397-08002B2CF9AE}" pid="5" name="MSIP_Label_0828794a-ad25-45b2-b935-93f5b652d9d4_Name">
    <vt:lpwstr>External</vt:lpwstr>
  </property>
  <property fmtid="{D5CDD505-2E9C-101B-9397-08002B2CF9AE}" pid="6" name="MSIP_Label_0828794a-ad25-45b2-b935-93f5b652d9d4_SiteId">
    <vt:lpwstr>ea7a7580-e503-4446-9197-e4bd27841804</vt:lpwstr>
  </property>
  <property fmtid="{D5CDD505-2E9C-101B-9397-08002B2CF9AE}" pid="7" name="MSIP_Label_0828794a-ad25-45b2-b935-93f5b652d9d4_ActionId">
    <vt:lpwstr>8f78a2b3-d393-49e0-b2cf-c1eed2301df4</vt:lpwstr>
  </property>
  <property fmtid="{D5CDD505-2E9C-101B-9397-08002B2CF9AE}" pid="8" name="MSIP_Label_0828794a-ad25-45b2-b935-93f5b652d9d4_ContentBits">
    <vt:lpwstr>0</vt:lpwstr>
  </property>
  <property fmtid="{D5CDD505-2E9C-101B-9397-08002B2CF9AE}" pid="9" name="MSIP_Label_0828794a-ad25-45b2-b935-93f5b652d9d4_Tag">
    <vt:lpwstr>10, 3, 0, 1</vt:lpwstr>
  </property>
</Properties>
</file>